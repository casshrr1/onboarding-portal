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7" Type="http://schemas.microsoft.com/office/2020/02/relationships/classificationlabels" Target="docMetadata/LabelInfo.xml"/><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49" r:id="rId5"/>
    <p:sldMasterId id="2147483848" r:id="rId6"/>
  </p:sldMasterIdLst>
  <p:notesMasterIdLst>
    <p:notesMasterId r:id="rId21"/>
  </p:notesMasterIdLst>
  <p:sldIdLst>
    <p:sldId id="2147471669" r:id="rId7"/>
    <p:sldId id="2147472990" r:id="rId8"/>
    <p:sldId id="2147472991" r:id="rId9"/>
    <p:sldId id="2147472992" r:id="rId10"/>
    <p:sldId id="2147472993" r:id="rId11"/>
    <p:sldId id="2147472994" r:id="rId12"/>
    <p:sldId id="2147472995" r:id="rId13"/>
    <p:sldId id="2147472996" r:id="rId14"/>
    <p:sldId id="2147472997" r:id="rId15"/>
    <p:sldId id="2147472998" r:id="rId16"/>
    <p:sldId id="2147472999" r:id="rId17"/>
    <p:sldId id="2147473000" r:id="rId18"/>
    <p:sldId id="2147473001" r:id="rId19"/>
    <p:sldId id="2147472973"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B8266405-1265-3645-FEC3-B98F30ED7DD0}" name="Ioanna Gogolin (DE)" initials="I(" userId="S::ioanna.gogolin@pwc.com::3977a7d5-4a9b-41b2-9d31-c7d02a7be676" providerId="AD"/>
  <p188:author id="{46604609-4143-34EC-2FB2-4A0BCD7CD854}" name="Sherief AbouElSeoud (US)" initials="S(" userId="S::sherief.abouelseoud@pwc.com::30e3dad6-d7b9-45f1-bae4-4c9539738e1c" providerId="AD"/>
  <p188:author id="{A9399B12-079F-3075-A5FA-60804F7EECA5}" name="Sarah White (US)" initials="S(" userId="S::sarah.f.white@pwc.com::93f80c14-03ac-43e4-afcf-16d6b0e85821" providerId="AD"/>
  <p188:author id="{D9BF7317-69EE-ACE5-9647-8FDCFBA96F4F}" name="Phillips, Bert (NYC-FUB)" initials="BP" userId="S::BPhillips@futurebrand.com::61ff2c91-b8fe-469b-b38a-cd259e391620" providerId="AD"/>
  <p188:author id="{26791C20-38B1-4CE2-06B1-8FB029627E30}" name="Palmieri, Rodrigo (NYC-FUB)" initials="RP" userId="S::rpalmieri@futurebrand.com::c5da2a80-a7eb-482b-b549-745122432425" providerId="AD"/>
  <p188:author id="{21F3F136-0CA4-7CFA-20AB-7EDA782701D6}" name="Pelletier, Kristopher (NYC-FUB)" initials="KP" userId="S::kpelletier@futurebrand.com::3dbb6ce9-1c6b-48e6-ace3-55df3cc2393d" providerId="AD"/>
  <p188:author id="{D48EB160-ACD6-1AF4-8FA6-56F4514EF9AA}" name="Spencer Herbst (US)" initials="S(" userId="S::spencer.h.herbst@pwc.com::ec6e2cff-a26b-49b3-b443-910a59a4cfed" providerId="AD"/>
  <p188:author id="{FE2C736B-7B22-7F5B-BCB3-5CB5D36A58E8}" name="Jemima Fitzmorris (UK)" initials="J(" userId="S::jemima.fitzmorris@pwc.com::4f5d8c28-ac63-47b6-bb75-5209020ae8c4" providerId="AD"/>
  <p188:author id="{0BFEDE70-68F4-B2BF-1768-3062069761E5}" name="Harris, Harry (NYC-FUB)" initials="HH" userId="S::hharris@futurebrand.com::9de6fe8e-cb3a-4241-aabe-37e06dd5d9f6" providerId="AD"/>
  <p188:author id="{78430179-77E4-27B5-A3A1-11BFC6D36BD0}" name="Jantzen, Martin (NYC-FUB)" initials="JM(F" userId="S::MJantzen@futurebrand.com::34d8fa3c-d3f8-492a-ae97-01bf5a19b01c" providerId="AD"/>
  <p188:author id="{08183C7A-B5FA-9A24-4EE6-B77930CD0807}" name="Vatanian, Aryan (NYC-FUB)" initials="" userId="S::AVatanian@futurebrand.com::f5cf3103-5e65-463e-89f3-00fdde40c7ce" providerId="AD"/>
  <p188:author id="{5CDEFE8D-30E3-6C3E-D44E-5CF5BE7B3686}" name="Vo, Dany (NYC-FUB)" initials="" userId="S::DVo@futurebrand.com::9ab96f0e-2e72-4b2c-b05a-bfe78eaa06eb" providerId="AD"/>
  <p188:author id="{F42E0892-C02E-6716-4E4B-867C9B31EA88}" name="Cindy Jewett (US)" initials="C(" userId="S::cindy.jewett@pwc.com::744b3521-2f89-4420-89f7-facfb14fc164" providerId="AD"/>
  <p188:author id="{EEC7409D-5D5C-96E1-16DD-900C77BB9417}" name="ANDRES Llano Mejia (CO)" initials="A(" userId="S::andres.llano.mejia@pwc.com::705deea9-a3e3-46e9-8dbd-2ed03e2fcec9" providerId="AD"/>
  <p188:author id="{4F1E1DA4-FD3A-DD2B-E99F-63C8B468D656}" name="Minty, Erin (NYC-FUB)" initials="" userId="S::EMinty@futurebrand.com::846c58f6-939e-48b0-9f07-fd3208dff9ab" providerId="AD"/>
  <p188:author id="{2009E5A5-51B9-09C5-383E-9DD372EE65C8}" name="Elise Black (UK)" initials="E(" userId="S::elise.t.black@pwc.com::342ebd24-7617-47c3-b648-4589fdab8758" providerId="AD"/>
  <p188:author id="{B2C170A9-D6C4-82BE-CFD3-40778111AD13}" name="Christy Jewett (US)" initials="C(" userId="S::christy.jewett@pwc.com::4118f574-b4f2-45de-8005-12952c11a0dc" providerId="AD"/>
  <p188:author id="{1EFF50C2-D8CC-B0A6-A3DD-EF6720FDF0B5}" name="Kelley Grover (US)" initials="K(" userId="S::kelley.grover@pwc.com::d2a68eae-aa8e-420e-b564-e7b7fab854be" providerId="AD"/>
  <p188:author id="{4ECF5EEF-2752-C093-52F5-EA564EB1832F}" name="Lorna Hyslop (UK)" initials="" userId="S::lorna.b.hyslop@pwc.com::83be5960-bc42-46ab-b6c8-47f63e93b1de" providerId="AD"/>
  <p188:author id="{49BA57FB-033E-0C74-E403-01859207D83F}" name="Hartnett, Emily (NYC-FUB)" initials="EH" userId="S::ehartnett@futurebrand.com::76409547-0569-48d6-8157-5d9dac3ea755"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5ED"/>
    <a:srgbClr val="FFCDA8"/>
    <a:srgbClr val="EEEFF1"/>
    <a:srgbClr val="DFE3E6"/>
    <a:srgbClr val="F5F7F8"/>
    <a:srgbClr val="DC2626"/>
    <a:srgbClr val="E0E0E0"/>
    <a:srgbClr val="49484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24002EB-B312-4034-9FE6-863D0BB494FF}" v="6" dt="2026-07-16T10:45:24.172"/>
  </p1510:revLst>
</p1510:revInfo>
</file>

<file path=ppt/tableStyles.xml><?xml version="1.0" encoding="utf-8"?>
<a:tblStyleLst xmlns:a="http://schemas.openxmlformats.org/drawingml/2006/main" def="{605943CB-6F42-4776-B506-94E284F2829C}">
  <a:tblStyle styleId="{605943CB-6F42-4776-B506-94E284F2829C}" styleName="Brand Table 1">
    <a:wholeTbl>
      <a:tcTxStyle>
        <a:fontRef idx="minor">
          <a:scrgbClr r="0" g="0" b="0"/>
        </a:fontRef>
        <a:schemeClr val="tx1"/>
      </a:tcTxStyle>
      <a:tcStyle>
        <a:tcBdr>
          <a:left>
            <a:ln>
              <a:noFill/>
            </a:ln>
          </a:left>
          <a:right>
            <a:ln>
              <a:noFill/>
            </a:ln>
          </a:right>
          <a:top>
            <a:ln>
              <a:noFill/>
            </a:ln>
          </a:top>
          <a:bottom>
            <a:ln>
              <a:noFill/>
            </a:ln>
          </a:bottom>
          <a:insideH>
            <a:ln w="12700" cmpd="sng">
              <a:solidFill>
                <a:schemeClr val="bg2"/>
              </a:solidFill>
            </a:ln>
          </a:insideH>
          <a:insideV>
            <a:ln>
              <a:noFill/>
            </a:ln>
          </a:insideV>
        </a:tcBdr>
        <a:fill>
          <a:noFill/>
        </a:fill>
      </a:tcStyle>
    </a:wholeTbl>
    <a:lastCol>
      <a:tcTxStyle b="on">
        <a:fontRef idx="minor">
          <a:scrgbClr r="0" g="0" b="0"/>
        </a:fontRef>
        <a:schemeClr val="tx1"/>
      </a:tcTxStyle>
      <a:tcStyle>
        <a:tcBdr/>
      </a:tcStyle>
    </a:lastCol>
    <a:firstCol>
      <a:tcTxStyle b="on">
        <a:fontRef idx="minor">
          <a:scrgbClr r="0" g="0" b="0"/>
        </a:fontRef>
        <a:schemeClr val="tx1"/>
      </a:tcTxStyle>
      <a:tcStyle>
        <a:tcBdr/>
      </a:tcStyle>
    </a:firstCol>
    <a:lastRow>
      <a:tcTxStyle b="on">
        <a:fontRef idx="minor">
          <a:scrgbClr r="0" g="0" b="0"/>
        </a:fontRef>
        <a:schemeClr val="tx1"/>
      </a:tcTxStyle>
      <a:tcStyle>
        <a:tcBdr/>
        <a:fill>
          <a:solidFill>
            <a:schemeClr val="bg1">
              <a:lumMod val="95000"/>
            </a:schemeClr>
          </a:solidFill>
        </a:fill>
      </a:tcStyle>
    </a:lastRow>
    <a:firstRow>
      <a:tcTxStyle b="on">
        <a:fontRef idx="minor">
          <a:scrgbClr r="0" g="0" b="0"/>
        </a:fontRef>
        <a:schemeClr val="accent1"/>
      </a:tcTxStyle>
      <a:tcStyle>
        <a:tcBdr>
          <a:bottom>
            <a:ln w="19050" cmpd="sng">
              <a:solidFill>
                <a:schemeClr val="accent1"/>
              </a:solidFill>
            </a:ln>
          </a:bottom>
        </a:tcBdr>
        <a:fill>
          <a:noFill/>
        </a:fill>
      </a:tcStyle>
    </a:firstRow>
  </a:tblStyle>
  <a:tblStyle styleId="{8DE8A128-FD69-4F98-BC96-439F510B2832}" styleName="Brand Table 2">
    <a:wholeTbl>
      <a:tcTxStyle>
        <a:fontRef idx="minor">
          <a:scrgbClr r="0" g="0" b="0"/>
        </a:fontRef>
        <a:schemeClr val="tx1"/>
      </a:tcTxStyle>
      <a:tcStyle>
        <a:tcBdr>
          <a:left>
            <a:ln>
              <a:noFill/>
            </a:ln>
          </a:left>
          <a:right>
            <a:ln>
              <a:noFill/>
            </a:ln>
          </a:right>
          <a:top>
            <a:ln>
              <a:noFill/>
            </a:ln>
          </a:top>
          <a:bottom>
            <a:ln>
              <a:noFill/>
            </a:ln>
          </a:bottom>
          <a:insideH>
            <a:ln w="12700" cmpd="sng">
              <a:solidFill>
                <a:schemeClr val="bg2"/>
              </a:solidFill>
            </a:ln>
          </a:insideH>
          <a:insideV>
            <a:ln>
              <a:noFill/>
            </a:ln>
          </a:insideV>
        </a:tcBdr>
        <a:fill>
          <a:noFill/>
        </a:fill>
      </a:tcStyle>
    </a:wholeTbl>
    <a:lastCol>
      <a:tcTxStyle b="on">
        <a:fontRef idx="minor">
          <a:scrgbClr r="0" g="0" b="0"/>
        </a:fontRef>
        <a:schemeClr val="tx1"/>
      </a:tcTxStyle>
      <a:tcStyle>
        <a:tcBdr/>
      </a:tcStyle>
    </a:lastCol>
    <a:firstCol>
      <a:tcTxStyle b="on">
        <a:fontRef idx="minor">
          <a:scrgbClr r="0" g="0" b="0"/>
        </a:fontRef>
        <a:schemeClr val="tx1"/>
      </a:tcTxStyle>
      <a:tcStyle>
        <a:tcBdr/>
      </a:tcStyle>
    </a:firstCol>
    <a:lastRow>
      <a:tcTxStyle b="on">
        <a:fontRef idx="minor">
          <a:scrgbClr r="0" g="0" b="0"/>
        </a:fontRef>
        <a:schemeClr val="tx1"/>
      </a:tcTxStyle>
      <a:tcStyle>
        <a:tcBdr/>
        <a:fill>
          <a:solidFill>
            <a:schemeClr val="bg1">
              <a:lumMod val="95000"/>
            </a:schemeClr>
          </a:solidFill>
        </a:fill>
      </a:tcStyle>
    </a:lastRow>
    <a:firstRow>
      <a:tcTxStyle b="on">
        <a:fontRef idx="minor">
          <a:scrgbClr r="109" g="36" b="122"/>
        </a:fontRef>
        <a:schemeClr val="tx1"/>
      </a:tcTxStyle>
      <a:tcStyle>
        <a:tcBdr>
          <a:bottom>
            <a:ln w="19050" cmpd="sng">
              <a:solidFill>
                <a:schemeClr val="tx1"/>
              </a:solidFill>
            </a:ln>
          </a:bottom>
        </a:tcBdr>
        <a:fill>
          <a:noFill/>
        </a:fill>
      </a:tcStyle>
    </a:firstRow>
  </a:tblStyle>
  <a:tblStyle styleId="{B56CA0EE-1E45-4AA6-A82B-0F5650326712}" styleName="Brand Table 3">
    <a:wholeTbl>
      <a:tcTxStyle>
        <a:fontRef idx="minor">
          <a:scrgbClr r="0" g="0" b="0"/>
        </a:fontRef>
        <a:schemeClr val="tx1"/>
      </a:tcTxStyle>
      <a:tcStyle>
        <a:tcBdr>
          <a:left>
            <a:ln>
              <a:noFill/>
            </a:ln>
          </a:left>
          <a:right>
            <a:ln>
              <a:noFill/>
            </a:ln>
          </a:right>
          <a:top>
            <a:ln>
              <a:noFill/>
            </a:ln>
          </a:top>
          <a:bottom>
            <a:ln>
              <a:noFill/>
            </a:ln>
          </a:bottom>
          <a:insideH>
            <a:ln w="12700" cmpd="sng">
              <a:solidFill>
                <a:schemeClr val="bg2"/>
              </a:solidFill>
            </a:ln>
          </a:insideH>
          <a:insideV>
            <a:ln>
              <a:noFill/>
            </a:ln>
          </a:insideV>
        </a:tcBdr>
        <a:fill>
          <a:noFill/>
        </a:fill>
      </a:tcStyle>
    </a:wholeTbl>
    <a:band2H>
      <a:tcStyle>
        <a:tcBdr/>
        <a:fill>
          <a:solidFill>
            <a:schemeClr val="bg1">
              <a:lumMod val="95000"/>
            </a:schemeClr>
          </a:solidFill>
        </a:fill>
      </a:tcStyle>
    </a:band2H>
    <a:band2V>
      <a:tcStyle>
        <a:tcBdr/>
        <a:fill>
          <a:solidFill>
            <a:schemeClr val="bg1">
              <a:lumMod val="95000"/>
            </a:schemeClr>
          </a:solidFill>
        </a:fill>
      </a:tcStyle>
    </a:band2V>
    <a:lastCol>
      <a:tcTxStyle b="on">
        <a:fontRef idx="minor">
          <a:scrgbClr r="0" g="0" b="0"/>
        </a:fontRef>
        <a:schemeClr val="tx1"/>
      </a:tcTxStyle>
      <a:tcStyle>
        <a:tcBdr/>
      </a:tcStyle>
    </a:lastCol>
    <a:firstCol>
      <a:tcTxStyle b="on">
        <a:fontRef idx="minor">
          <a:scrgbClr r="0" g="0" b="0"/>
        </a:fontRef>
        <a:schemeClr val="tx1"/>
      </a:tcTxStyle>
      <a:tcStyle>
        <a:tcBdr/>
      </a:tcStyle>
    </a:firstCol>
    <a:lastRow>
      <a:tcTxStyle b="on">
        <a:fontRef idx="minor">
          <a:scrgbClr r="0" g="0" b="0"/>
        </a:fontRef>
        <a:schemeClr val="tx1"/>
      </a:tcTxStyle>
      <a:tcStyle>
        <a:tcBdr/>
        <a:fill>
          <a:solidFill>
            <a:schemeClr val="bg1">
              <a:lumMod val="95000"/>
            </a:schemeClr>
          </a:solidFill>
        </a:fill>
      </a:tcStyle>
    </a:lastRow>
    <a:firstRow>
      <a:tcTxStyle b="on">
        <a:fontRef idx="minor">
          <a:scrgbClr r="0" g="0" b="0"/>
        </a:fontRef>
        <a:schemeClr val="accent1"/>
      </a:tcTxStyle>
      <a:tcStyle>
        <a:tcBdr>
          <a:bottom>
            <a:ln w="19050" cmpd="sng">
              <a:solidFill>
                <a:schemeClr val="accent1"/>
              </a:solidFill>
            </a:ln>
          </a:bottom>
        </a:tcBdr>
        <a:fill>
          <a:solidFill>
            <a:schemeClr val="bg1">
              <a:lumMod val="95000"/>
            </a:schemeClr>
          </a:solidFill>
        </a:fill>
      </a:tcStyle>
    </a:firstRow>
  </a:tblStyle>
  <a:tblStyle styleId="{B2FE71AF-C406-42DD-AC2B-C6103619A3FC}" styleName="Brand Table 4">
    <a:wholeTbl>
      <a:tcTxStyle>
        <a:fontRef idx="minor">
          <a:scrgbClr r="0" g="0" b="0"/>
        </a:fontRef>
        <a:schemeClr val="tx1"/>
      </a:tcTxStyle>
      <a:tcStyle>
        <a:tcBdr>
          <a:left>
            <a:ln>
              <a:noFill/>
            </a:ln>
          </a:left>
          <a:right>
            <a:ln>
              <a:noFill/>
            </a:ln>
          </a:right>
          <a:top>
            <a:ln>
              <a:noFill/>
            </a:ln>
          </a:top>
          <a:bottom>
            <a:ln>
              <a:noFill/>
            </a:ln>
          </a:bottom>
          <a:insideH>
            <a:ln w="12700" cmpd="sng">
              <a:solidFill>
                <a:schemeClr val="bg2"/>
              </a:solidFill>
            </a:ln>
          </a:insideH>
          <a:insideV>
            <a:ln>
              <a:noFill/>
            </a:ln>
          </a:insideV>
        </a:tcBdr>
        <a:fill>
          <a:noFill/>
        </a:fill>
      </a:tcStyle>
    </a:wholeTbl>
    <a:band2H>
      <a:tcStyle>
        <a:tcBdr/>
        <a:fill>
          <a:solidFill>
            <a:schemeClr val="bg1">
              <a:lumMod val="95000"/>
            </a:schemeClr>
          </a:solidFill>
        </a:fill>
      </a:tcStyle>
    </a:band2H>
    <a:band2V>
      <a:tcStyle>
        <a:tcBdr/>
        <a:fill>
          <a:solidFill>
            <a:schemeClr val="bg1">
              <a:lumMod val="95000"/>
            </a:schemeClr>
          </a:solidFill>
        </a:fill>
      </a:tcStyle>
    </a:band2V>
    <a:lastCol>
      <a:tcTxStyle b="on">
        <a:fontRef idx="minor">
          <a:scrgbClr r="0" g="0" b="0"/>
        </a:fontRef>
        <a:schemeClr val="tx1"/>
      </a:tcTxStyle>
      <a:tcStyle>
        <a:tcBdr/>
      </a:tcStyle>
    </a:lastCol>
    <a:firstCol>
      <a:tcTxStyle b="on">
        <a:fontRef idx="minor">
          <a:scrgbClr r="0" g="0" b="0"/>
        </a:fontRef>
        <a:schemeClr val="tx1"/>
      </a:tcTxStyle>
      <a:tcStyle>
        <a:tcBdr/>
      </a:tcStyle>
    </a:firstCol>
    <a:lastRow>
      <a:tcTxStyle b="on">
        <a:fontRef idx="minor">
          <a:scrgbClr r="0" g="0" b="0"/>
        </a:fontRef>
        <a:schemeClr val="tx1"/>
      </a:tcTxStyle>
      <a:tcStyle>
        <a:tcBdr/>
        <a:fill>
          <a:solidFill>
            <a:schemeClr val="bg1">
              <a:lumMod val="95000"/>
            </a:schemeClr>
          </a:solidFill>
        </a:fill>
      </a:tcStyle>
    </a:lastRow>
    <a:firstRow>
      <a:tcTxStyle b="on">
        <a:fontRef idx="minor">
          <a:scrgbClr r="109" g="36" b="122"/>
        </a:fontRef>
        <a:schemeClr val="tx1"/>
      </a:tcTxStyle>
      <a:tcStyle>
        <a:tcBdr>
          <a:bottom>
            <a:ln w="19050" cmpd="sng">
              <a:solidFill>
                <a:schemeClr val="tx1"/>
              </a:solidFill>
            </a:ln>
          </a:bottom>
        </a:tcBdr>
        <a:fill>
          <a:solidFill>
            <a:schemeClr val="bg1">
              <a:lumMod val="95000"/>
            </a:schemeClr>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74" autoAdjust="0"/>
    <p:restoredTop sz="94404" autoAdjust="0"/>
  </p:normalViewPr>
  <p:slideViewPr>
    <p:cSldViewPr snapToGrid="0">
      <p:cViewPr varScale="1">
        <p:scale>
          <a:sx n="74" d="100"/>
          <a:sy n="74" d="100"/>
        </p:scale>
        <p:origin x="352" y="56"/>
      </p:cViewPr>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2.xml"/><Relationship Id="rId13" Type="http://schemas.openxmlformats.org/officeDocument/2006/relationships/slide" Target="slides/slide7.xml"/><Relationship Id="rId18" Type="http://schemas.openxmlformats.org/officeDocument/2006/relationships/slide" Target="slides/slide12.xml"/><Relationship Id="rId26" Type="http://schemas.microsoft.com/office/2016/11/relationships/changesInfo" Target="changesInfos/changesInfo1.xml"/><Relationship Id="rId3" Type="http://schemas.openxmlformats.org/officeDocument/2006/relationships/customXml" Target="../customXml/item3.xml"/><Relationship Id="rId21" Type="http://schemas.openxmlformats.org/officeDocument/2006/relationships/notesMaster" Target="notesMasters/notesMaster1.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0.xml"/><Relationship Id="rId20" Type="http://schemas.openxmlformats.org/officeDocument/2006/relationships/slide" Target="slides/slide14.xml"/><Relationship Id="rId1" Type="http://schemas.openxmlformats.org/officeDocument/2006/relationships/customXml" Target="../customXml/item1.xml"/><Relationship Id="rId6" Type="http://schemas.openxmlformats.org/officeDocument/2006/relationships/slideMaster" Target="slideMasters/slideMaster2.xml"/><Relationship Id="rId11" Type="http://schemas.openxmlformats.org/officeDocument/2006/relationships/slide" Target="slides/slide5.xml"/><Relationship Id="rId24" Type="http://schemas.openxmlformats.org/officeDocument/2006/relationships/theme" Target="theme/theme1.xml"/><Relationship Id="rId5" Type="http://schemas.openxmlformats.org/officeDocument/2006/relationships/slideMaster" Target="slideMasters/slideMaster1.xml"/><Relationship Id="rId15" Type="http://schemas.openxmlformats.org/officeDocument/2006/relationships/slide" Target="slides/slide9.xml"/><Relationship Id="rId23" Type="http://schemas.openxmlformats.org/officeDocument/2006/relationships/viewProps" Target="viewProps.xml"/><Relationship Id="rId28" Type="http://schemas.microsoft.com/office/2018/10/relationships/authors" Target="authors.xml"/><Relationship Id="rId10" Type="http://schemas.openxmlformats.org/officeDocument/2006/relationships/slide" Target="slides/slide4.xml"/><Relationship Id="rId19" Type="http://schemas.openxmlformats.org/officeDocument/2006/relationships/slide" Target="slides/slide13.xml"/><Relationship Id="rId4" Type="http://schemas.openxmlformats.org/officeDocument/2006/relationships/customXml" Target="../customXml/item4.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presProps" Target="presProps.xml"/><Relationship Id="rId27"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igerim Seitkali (KZ)" userId="0ee0fdb9-32a2-404f-981e-33ec43c023ac" providerId="ADAL" clId="{6DC37B1F-D284-4033-B34F-31D5FE082355}"/>
    <pc:docChg chg="addSld delSld modSld delMainMaster modMainMaster">
      <pc:chgData name="Aigerim Seitkali (KZ)" userId="0ee0fdb9-32a2-404f-981e-33ec43c023ac" providerId="ADAL" clId="{6DC37B1F-D284-4033-B34F-31D5FE082355}" dt="2026-07-16T10:45:24.172" v="51"/>
      <pc:docMkLst>
        <pc:docMk/>
      </pc:docMkLst>
      <pc:sldChg chg="modSp del mod modClrScheme chgLayout">
        <pc:chgData name="Aigerim Seitkali (KZ)" userId="0ee0fdb9-32a2-404f-981e-33ec43c023ac" providerId="ADAL" clId="{6DC37B1F-D284-4033-B34F-31D5FE082355}" dt="2026-07-16T10:44:27.935" v="29" actId="47"/>
        <pc:sldMkLst>
          <pc:docMk/>
          <pc:sldMk cId="1708268983" sldId="2147471547"/>
        </pc:sldMkLst>
        <pc:spChg chg="mod ord">
          <ac:chgData name="Aigerim Seitkali (KZ)" userId="0ee0fdb9-32a2-404f-981e-33ec43c023ac" providerId="ADAL" clId="{6DC37B1F-D284-4033-B34F-31D5FE082355}" dt="2026-07-16T10:43:01.394" v="2"/>
          <ac:spMkLst>
            <pc:docMk/>
            <pc:sldMk cId="1708268983" sldId="2147471547"/>
            <ac:spMk id="2" creationId="{81834525-771D-E3EF-2220-84A7D753FC5B}"/>
          </ac:spMkLst>
        </pc:spChg>
        <pc:spChg chg="mod ord">
          <ac:chgData name="Aigerim Seitkali (KZ)" userId="0ee0fdb9-32a2-404f-981e-33ec43c023ac" providerId="ADAL" clId="{6DC37B1F-D284-4033-B34F-31D5FE082355}" dt="2026-07-16T10:43:01.394" v="2"/>
          <ac:spMkLst>
            <pc:docMk/>
            <pc:sldMk cId="1708268983" sldId="2147471547"/>
            <ac:spMk id="3" creationId="{8449FB1F-D0CA-15B3-4D63-A43306DC5706}"/>
          </ac:spMkLst>
        </pc:spChg>
        <pc:spChg chg="mod ord">
          <ac:chgData name="Aigerim Seitkali (KZ)" userId="0ee0fdb9-32a2-404f-981e-33ec43c023ac" providerId="ADAL" clId="{6DC37B1F-D284-4033-B34F-31D5FE082355}" dt="2026-07-16T10:43:01.394" v="2"/>
          <ac:spMkLst>
            <pc:docMk/>
            <pc:sldMk cId="1708268983" sldId="2147471547"/>
            <ac:spMk id="8" creationId="{357CD9E7-612C-6552-CA53-FC8EF4DE8427}"/>
          </ac:spMkLst>
        </pc:spChg>
        <pc:picChg chg="mod ord">
          <ac:chgData name="Aigerim Seitkali (KZ)" userId="0ee0fdb9-32a2-404f-981e-33ec43c023ac" providerId="ADAL" clId="{6DC37B1F-D284-4033-B34F-31D5FE082355}" dt="2026-07-16T10:43:01.394" v="2"/>
          <ac:picMkLst>
            <pc:docMk/>
            <pc:sldMk cId="1708268983" sldId="2147471547"/>
            <ac:picMk id="11" creationId="{C6A49FBB-7FF4-05C2-B63B-D4C879391DF9}"/>
          </ac:picMkLst>
        </pc:picChg>
      </pc:sldChg>
      <pc:sldChg chg="modSp mod modNotesTx">
        <pc:chgData name="Aigerim Seitkali (KZ)" userId="0ee0fdb9-32a2-404f-981e-33ec43c023ac" providerId="ADAL" clId="{6DC37B1F-D284-4033-B34F-31D5FE082355}" dt="2026-07-16T10:43:49.143" v="28" actId="6549"/>
        <pc:sldMkLst>
          <pc:docMk/>
          <pc:sldMk cId="1547460763" sldId="2147472990"/>
        </pc:sldMkLst>
        <pc:spChg chg="mod">
          <ac:chgData name="Aigerim Seitkali (KZ)" userId="0ee0fdb9-32a2-404f-981e-33ec43c023ac" providerId="ADAL" clId="{6DC37B1F-D284-4033-B34F-31D5FE082355}" dt="2026-07-16T10:43:34.126" v="27" actId="113"/>
          <ac:spMkLst>
            <pc:docMk/>
            <pc:sldMk cId="1547460763" sldId="2147472990"/>
            <ac:spMk id="9" creationId="{30EEE078-FE06-D3B7-906E-A3864EE4A140}"/>
          </ac:spMkLst>
        </pc:spChg>
      </pc:sldChg>
      <pc:sldChg chg="modSp new mod">
        <pc:chgData name="Aigerim Seitkali (KZ)" userId="0ee0fdb9-32a2-404f-981e-33ec43c023ac" providerId="ADAL" clId="{6DC37B1F-D284-4033-B34F-31D5FE082355}" dt="2026-07-16T10:45:24.172" v="51"/>
        <pc:sldMkLst>
          <pc:docMk/>
          <pc:sldMk cId="4202688859" sldId="2147473001"/>
        </pc:sldMkLst>
        <pc:spChg chg="mod">
          <ac:chgData name="Aigerim Seitkali (KZ)" userId="0ee0fdb9-32a2-404f-981e-33ec43c023ac" providerId="ADAL" clId="{6DC37B1F-D284-4033-B34F-31D5FE082355}" dt="2026-07-16T10:45:24.172" v="51"/>
          <ac:spMkLst>
            <pc:docMk/>
            <pc:sldMk cId="4202688859" sldId="2147473001"/>
            <ac:spMk id="4" creationId="{7DD397C2-3C41-26A5-1EB4-AD089D3D3FED}"/>
          </ac:spMkLst>
        </pc:spChg>
        <pc:spChg chg="mod">
          <ac:chgData name="Aigerim Seitkali (KZ)" userId="0ee0fdb9-32a2-404f-981e-33ec43c023ac" providerId="ADAL" clId="{6DC37B1F-D284-4033-B34F-31D5FE082355}" dt="2026-07-16T10:44:49.672" v="50" actId="20577"/>
          <ac:spMkLst>
            <pc:docMk/>
            <pc:sldMk cId="4202688859" sldId="2147473001"/>
            <ac:spMk id="5" creationId="{C43FA6C5-331A-6150-9798-BA27D7B9029D}"/>
          </ac:spMkLst>
        </pc:spChg>
      </pc:sldChg>
      <pc:sldMasterChg chg="modSldLayout sldLayoutOrd">
        <pc:chgData name="Aigerim Seitkali (KZ)" userId="0ee0fdb9-32a2-404f-981e-33ec43c023ac" providerId="ADAL" clId="{6DC37B1F-D284-4033-B34F-31D5FE082355}" dt="2026-07-16T10:43:01.091" v="0"/>
        <pc:sldMasterMkLst>
          <pc:docMk/>
          <pc:sldMasterMk cId="3492647251" sldId="2147483848"/>
        </pc:sldMasterMkLst>
        <pc:sldLayoutChg chg="modSp mod ord">
          <pc:chgData name="Aigerim Seitkali (KZ)" userId="0ee0fdb9-32a2-404f-981e-33ec43c023ac" providerId="ADAL" clId="{6DC37B1F-D284-4033-B34F-31D5FE082355}" dt="2026-07-16T10:43:01.091" v="0"/>
          <pc:sldLayoutMkLst>
            <pc:docMk/>
            <pc:sldMasterMk cId="3492647251" sldId="2147483848"/>
            <pc:sldLayoutMk cId="3716114746" sldId="2147483924"/>
          </pc:sldLayoutMkLst>
          <pc:spChg chg="mod">
            <ac:chgData name="Aigerim Seitkali (KZ)" userId="0ee0fdb9-32a2-404f-981e-33ec43c023ac" providerId="ADAL" clId="{6DC37B1F-D284-4033-B34F-31D5FE082355}" dt="2026-07-16T10:43:01.091" v="0"/>
            <ac:spMkLst>
              <pc:docMk/>
              <pc:sldMasterMk cId="3492647251" sldId="2147483848"/>
              <pc:sldLayoutMk cId="3716114746" sldId="2147483924"/>
              <ac:spMk id="2" creationId="{5AEF2F32-23D2-85EF-3071-5C6939DCE4A4}"/>
            </ac:spMkLst>
          </pc:spChg>
          <pc:spChg chg="mod">
            <ac:chgData name="Aigerim Seitkali (KZ)" userId="0ee0fdb9-32a2-404f-981e-33ec43c023ac" providerId="ADAL" clId="{6DC37B1F-D284-4033-B34F-31D5FE082355}" dt="2026-07-16T10:43:01.091" v="0"/>
            <ac:spMkLst>
              <pc:docMk/>
              <pc:sldMasterMk cId="3492647251" sldId="2147483848"/>
              <pc:sldLayoutMk cId="3716114746" sldId="2147483924"/>
              <ac:spMk id="5" creationId="{98AB6ED3-C5F6-877C-DAED-BEF7F304594B}"/>
            </ac:spMkLst>
          </pc:spChg>
        </pc:sldLayoutChg>
        <pc:sldLayoutChg chg="modSp mod ord">
          <pc:chgData name="Aigerim Seitkali (KZ)" userId="0ee0fdb9-32a2-404f-981e-33ec43c023ac" providerId="ADAL" clId="{6DC37B1F-D284-4033-B34F-31D5FE082355}" dt="2026-07-16T10:43:01.091" v="0"/>
          <pc:sldLayoutMkLst>
            <pc:docMk/>
            <pc:sldMasterMk cId="3492647251" sldId="2147483848"/>
            <pc:sldLayoutMk cId="401358436" sldId="2147483925"/>
          </pc:sldLayoutMkLst>
          <pc:spChg chg="mod">
            <ac:chgData name="Aigerim Seitkali (KZ)" userId="0ee0fdb9-32a2-404f-981e-33ec43c023ac" providerId="ADAL" clId="{6DC37B1F-D284-4033-B34F-31D5FE082355}" dt="2026-07-16T10:43:01.091" v="0"/>
            <ac:spMkLst>
              <pc:docMk/>
              <pc:sldMasterMk cId="3492647251" sldId="2147483848"/>
              <pc:sldLayoutMk cId="401358436" sldId="2147483925"/>
              <ac:spMk id="2" creationId="{5AEF2F32-23D2-85EF-3071-5C6939DCE4A4}"/>
            </ac:spMkLst>
          </pc:spChg>
          <pc:spChg chg="mod">
            <ac:chgData name="Aigerim Seitkali (KZ)" userId="0ee0fdb9-32a2-404f-981e-33ec43c023ac" providerId="ADAL" clId="{6DC37B1F-D284-4033-B34F-31D5FE082355}" dt="2026-07-16T10:43:01.091" v="0"/>
            <ac:spMkLst>
              <pc:docMk/>
              <pc:sldMasterMk cId="3492647251" sldId="2147483848"/>
              <pc:sldLayoutMk cId="401358436" sldId="2147483925"/>
              <ac:spMk id="5" creationId="{98AB6ED3-C5F6-877C-DAED-BEF7F304594B}"/>
            </ac:spMkLst>
          </pc:spChg>
          <pc:spChg chg="mod">
            <ac:chgData name="Aigerim Seitkali (KZ)" userId="0ee0fdb9-32a2-404f-981e-33ec43c023ac" providerId="ADAL" clId="{6DC37B1F-D284-4033-B34F-31D5FE082355}" dt="2026-07-16T10:43:01.091" v="0"/>
            <ac:spMkLst>
              <pc:docMk/>
              <pc:sldMasterMk cId="3492647251" sldId="2147483848"/>
              <pc:sldLayoutMk cId="401358436" sldId="2147483925"/>
              <ac:spMk id="6" creationId="{5E0745CB-2FF7-A852-6865-A8F426EE1202}"/>
            </ac:spMkLst>
          </pc:spChg>
        </pc:sldLayoutChg>
        <pc:sldLayoutChg chg="modSp mod ord">
          <pc:chgData name="Aigerim Seitkali (KZ)" userId="0ee0fdb9-32a2-404f-981e-33ec43c023ac" providerId="ADAL" clId="{6DC37B1F-D284-4033-B34F-31D5FE082355}" dt="2026-07-16T10:43:01.091" v="0"/>
          <pc:sldLayoutMkLst>
            <pc:docMk/>
            <pc:sldMasterMk cId="3492647251" sldId="2147483848"/>
            <pc:sldLayoutMk cId="2745482077" sldId="2147483926"/>
          </pc:sldLayoutMkLst>
          <pc:spChg chg="mod">
            <ac:chgData name="Aigerim Seitkali (KZ)" userId="0ee0fdb9-32a2-404f-981e-33ec43c023ac" providerId="ADAL" clId="{6DC37B1F-D284-4033-B34F-31D5FE082355}" dt="2026-07-16T10:43:01.091" v="0"/>
            <ac:spMkLst>
              <pc:docMk/>
              <pc:sldMasterMk cId="3492647251" sldId="2147483848"/>
              <pc:sldLayoutMk cId="2745482077" sldId="2147483926"/>
              <ac:spMk id="3" creationId="{75979435-2CA0-F566-8195-3E80CC2D6180}"/>
            </ac:spMkLst>
          </pc:spChg>
          <pc:spChg chg="mod">
            <ac:chgData name="Aigerim Seitkali (KZ)" userId="0ee0fdb9-32a2-404f-981e-33ec43c023ac" providerId="ADAL" clId="{6DC37B1F-D284-4033-B34F-31D5FE082355}" dt="2026-07-16T10:43:01.091" v="0"/>
            <ac:spMkLst>
              <pc:docMk/>
              <pc:sldMasterMk cId="3492647251" sldId="2147483848"/>
              <pc:sldLayoutMk cId="2745482077" sldId="2147483926"/>
              <ac:spMk id="4" creationId="{9E03C5ED-E0DF-61C8-7A95-440C9FF7F1FA}"/>
            </ac:spMkLst>
          </pc:spChg>
          <pc:spChg chg="mod">
            <ac:chgData name="Aigerim Seitkali (KZ)" userId="0ee0fdb9-32a2-404f-981e-33ec43c023ac" providerId="ADAL" clId="{6DC37B1F-D284-4033-B34F-31D5FE082355}" dt="2026-07-16T10:43:01.091" v="0"/>
            <ac:spMkLst>
              <pc:docMk/>
              <pc:sldMasterMk cId="3492647251" sldId="2147483848"/>
              <pc:sldLayoutMk cId="2745482077" sldId="2147483926"/>
              <ac:spMk id="5" creationId="{7518CD4E-B949-EF88-4945-7E36C0015725}"/>
            </ac:spMkLst>
          </pc:spChg>
          <pc:spChg chg="mod">
            <ac:chgData name="Aigerim Seitkali (KZ)" userId="0ee0fdb9-32a2-404f-981e-33ec43c023ac" providerId="ADAL" clId="{6DC37B1F-D284-4033-B34F-31D5FE082355}" dt="2026-07-16T10:43:01.091" v="0"/>
            <ac:spMkLst>
              <pc:docMk/>
              <pc:sldMasterMk cId="3492647251" sldId="2147483848"/>
              <pc:sldLayoutMk cId="2745482077" sldId="2147483926"/>
              <ac:spMk id="7" creationId="{3A2C4AA3-8599-3431-5E25-2E68E7DB9FCA}"/>
            </ac:spMkLst>
          </pc:spChg>
        </pc:sldLayoutChg>
        <pc:sldLayoutChg chg="modSp mod ord">
          <pc:chgData name="Aigerim Seitkali (KZ)" userId="0ee0fdb9-32a2-404f-981e-33ec43c023ac" providerId="ADAL" clId="{6DC37B1F-D284-4033-B34F-31D5FE082355}" dt="2026-07-16T10:43:01.091" v="0"/>
          <pc:sldLayoutMkLst>
            <pc:docMk/>
            <pc:sldMasterMk cId="3492647251" sldId="2147483848"/>
            <pc:sldLayoutMk cId="2293331847" sldId="2147483927"/>
          </pc:sldLayoutMkLst>
          <pc:spChg chg="mod">
            <ac:chgData name="Aigerim Seitkali (KZ)" userId="0ee0fdb9-32a2-404f-981e-33ec43c023ac" providerId="ADAL" clId="{6DC37B1F-D284-4033-B34F-31D5FE082355}" dt="2026-07-16T10:43:01.091" v="0"/>
            <ac:spMkLst>
              <pc:docMk/>
              <pc:sldMasterMk cId="3492647251" sldId="2147483848"/>
              <pc:sldLayoutMk cId="2293331847" sldId="2147483927"/>
              <ac:spMk id="2" creationId="{E87E41F5-DD37-DB45-FC81-6078FAA35748}"/>
            </ac:spMkLst>
          </pc:spChg>
          <pc:spChg chg="mod">
            <ac:chgData name="Aigerim Seitkali (KZ)" userId="0ee0fdb9-32a2-404f-981e-33ec43c023ac" providerId="ADAL" clId="{6DC37B1F-D284-4033-B34F-31D5FE082355}" dt="2026-07-16T10:43:01.091" v="0"/>
            <ac:spMkLst>
              <pc:docMk/>
              <pc:sldMasterMk cId="3492647251" sldId="2147483848"/>
              <pc:sldLayoutMk cId="2293331847" sldId="2147483927"/>
              <ac:spMk id="4" creationId="{83F37CB8-4B0C-85FD-979D-0EFBFDE2A1FF}"/>
            </ac:spMkLst>
          </pc:spChg>
          <pc:spChg chg="mod">
            <ac:chgData name="Aigerim Seitkali (KZ)" userId="0ee0fdb9-32a2-404f-981e-33ec43c023ac" providerId="ADAL" clId="{6DC37B1F-D284-4033-B34F-31D5FE082355}" dt="2026-07-16T10:43:01.091" v="0"/>
            <ac:spMkLst>
              <pc:docMk/>
              <pc:sldMasterMk cId="3492647251" sldId="2147483848"/>
              <pc:sldLayoutMk cId="2293331847" sldId="2147483927"/>
              <ac:spMk id="5" creationId="{C8EC9C41-CB60-9C3F-4A21-4DCCF3B44001}"/>
            </ac:spMkLst>
          </pc:spChg>
          <pc:spChg chg="mod">
            <ac:chgData name="Aigerim Seitkali (KZ)" userId="0ee0fdb9-32a2-404f-981e-33ec43c023ac" providerId="ADAL" clId="{6DC37B1F-D284-4033-B34F-31D5FE082355}" dt="2026-07-16T10:43:01.091" v="0"/>
            <ac:spMkLst>
              <pc:docMk/>
              <pc:sldMasterMk cId="3492647251" sldId="2147483848"/>
              <pc:sldLayoutMk cId="2293331847" sldId="2147483927"/>
              <ac:spMk id="9" creationId="{0FCB0834-B748-0F65-C02A-23EC83C03DC2}"/>
            </ac:spMkLst>
          </pc:spChg>
        </pc:sldLayoutChg>
        <pc:sldLayoutChg chg="modSp mod ord">
          <pc:chgData name="Aigerim Seitkali (KZ)" userId="0ee0fdb9-32a2-404f-981e-33ec43c023ac" providerId="ADAL" clId="{6DC37B1F-D284-4033-B34F-31D5FE082355}" dt="2026-07-16T10:43:01.091" v="0"/>
          <pc:sldLayoutMkLst>
            <pc:docMk/>
            <pc:sldMasterMk cId="3492647251" sldId="2147483848"/>
            <pc:sldLayoutMk cId="2879512456" sldId="2147483928"/>
          </pc:sldLayoutMkLst>
          <pc:spChg chg="mod">
            <ac:chgData name="Aigerim Seitkali (KZ)" userId="0ee0fdb9-32a2-404f-981e-33ec43c023ac" providerId="ADAL" clId="{6DC37B1F-D284-4033-B34F-31D5FE082355}" dt="2026-07-16T10:43:01.091" v="0"/>
            <ac:spMkLst>
              <pc:docMk/>
              <pc:sldMasterMk cId="3492647251" sldId="2147483848"/>
              <pc:sldLayoutMk cId="2879512456" sldId="2147483928"/>
              <ac:spMk id="2" creationId="{E87E41F5-DD37-DB45-FC81-6078FAA35748}"/>
            </ac:spMkLst>
          </pc:spChg>
          <pc:spChg chg="mod">
            <ac:chgData name="Aigerim Seitkali (KZ)" userId="0ee0fdb9-32a2-404f-981e-33ec43c023ac" providerId="ADAL" clId="{6DC37B1F-D284-4033-B34F-31D5FE082355}" dt="2026-07-16T10:43:01.091" v="0"/>
            <ac:spMkLst>
              <pc:docMk/>
              <pc:sldMasterMk cId="3492647251" sldId="2147483848"/>
              <pc:sldLayoutMk cId="2879512456" sldId="2147483928"/>
              <ac:spMk id="4" creationId="{83F37CB8-4B0C-85FD-979D-0EFBFDE2A1FF}"/>
            </ac:spMkLst>
          </pc:spChg>
          <pc:spChg chg="mod">
            <ac:chgData name="Aigerim Seitkali (KZ)" userId="0ee0fdb9-32a2-404f-981e-33ec43c023ac" providerId="ADAL" clId="{6DC37B1F-D284-4033-B34F-31D5FE082355}" dt="2026-07-16T10:43:01.091" v="0"/>
            <ac:spMkLst>
              <pc:docMk/>
              <pc:sldMasterMk cId="3492647251" sldId="2147483848"/>
              <pc:sldLayoutMk cId="2879512456" sldId="2147483928"/>
              <ac:spMk id="5" creationId="{C8EC9C41-CB60-9C3F-4A21-4DCCF3B44001}"/>
            </ac:spMkLst>
          </pc:spChg>
          <pc:spChg chg="mod">
            <ac:chgData name="Aigerim Seitkali (KZ)" userId="0ee0fdb9-32a2-404f-981e-33ec43c023ac" providerId="ADAL" clId="{6DC37B1F-D284-4033-B34F-31D5FE082355}" dt="2026-07-16T10:43:01.091" v="0"/>
            <ac:spMkLst>
              <pc:docMk/>
              <pc:sldMasterMk cId="3492647251" sldId="2147483848"/>
              <pc:sldLayoutMk cId="2879512456" sldId="2147483928"/>
              <ac:spMk id="9" creationId="{0FCB0834-B748-0F65-C02A-23EC83C03DC2}"/>
            </ac:spMkLst>
          </pc:spChg>
        </pc:sldLayoutChg>
        <pc:sldLayoutChg chg="modSp mod ord">
          <pc:chgData name="Aigerim Seitkali (KZ)" userId="0ee0fdb9-32a2-404f-981e-33ec43c023ac" providerId="ADAL" clId="{6DC37B1F-D284-4033-B34F-31D5FE082355}" dt="2026-07-16T10:43:01.091" v="0"/>
          <pc:sldLayoutMkLst>
            <pc:docMk/>
            <pc:sldMasterMk cId="3492647251" sldId="2147483848"/>
            <pc:sldLayoutMk cId="3594239622" sldId="2147483929"/>
          </pc:sldLayoutMkLst>
          <pc:spChg chg="mod">
            <ac:chgData name="Aigerim Seitkali (KZ)" userId="0ee0fdb9-32a2-404f-981e-33ec43c023ac" providerId="ADAL" clId="{6DC37B1F-D284-4033-B34F-31D5FE082355}" dt="2026-07-16T10:43:01.091" v="0"/>
            <ac:spMkLst>
              <pc:docMk/>
              <pc:sldMasterMk cId="3492647251" sldId="2147483848"/>
              <pc:sldLayoutMk cId="3594239622" sldId="2147483929"/>
              <ac:spMk id="2" creationId="{E87E41F5-DD37-DB45-FC81-6078FAA35748}"/>
            </ac:spMkLst>
          </pc:spChg>
          <pc:spChg chg="mod">
            <ac:chgData name="Aigerim Seitkali (KZ)" userId="0ee0fdb9-32a2-404f-981e-33ec43c023ac" providerId="ADAL" clId="{6DC37B1F-D284-4033-B34F-31D5FE082355}" dt="2026-07-16T10:43:01.091" v="0"/>
            <ac:spMkLst>
              <pc:docMk/>
              <pc:sldMasterMk cId="3492647251" sldId="2147483848"/>
              <pc:sldLayoutMk cId="3594239622" sldId="2147483929"/>
              <ac:spMk id="4" creationId="{83F37CB8-4B0C-85FD-979D-0EFBFDE2A1FF}"/>
            </ac:spMkLst>
          </pc:spChg>
          <pc:spChg chg="mod">
            <ac:chgData name="Aigerim Seitkali (KZ)" userId="0ee0fdb9-32a2-404f-981e-33ec43c023ac" providerId="ADAL" clId="{6DC37B1F-D284-4033-B34F-31D5FE082355}" dt="2026-07-16T10:43:01.091" v="0"/>
            <ac:spMkLst>
              <pc:docMk/>
              <pc:sldMasterMk cId="3492647251" sldId="2147483848"/>
              <pc:sldLayoutMk cId="3594239622" sldId="2147483929"/>
              <ac:spMk id="5" creationId="{C8EC9C41-CB60-9C3F-4A21-4DCCF3B44001}"/>
            </ac:spMkLst>
          </pc:spChg>
          <pc:spChg chg="mod">
            <ac:chgData name="Aigerim Seitkali (KZ)" userId="0ee0fdb9-32a2-404f-981e-33ec43c023ac" providerId="ADAL" clId="{6DC37B1F-D284-4033-B34F-31D5FE082355}" dt="2026-07-16T10:43:01.091" v="0"/>
            <ac:spMkLst>
              <pc:docMk/>
              <pc:sldMasterMk cId="3492647251" sldId="2147483848"/>
              <pc:sldLayoutMk cId="3594239622" sldId="2147483929"/>
              <ac:spMk id="9" creationId="{0FCB0834-B748-0F65-C02A-23EC83C03DC2}"/>
            </ac:spMkLst>
          </pc:spChg>
        </pc:sldLayoutChg>
        <pc:sldLayoutChg chg="modSp mod ord">
          <pc:chgData name="Aigerim Seitkali (KZ)" userId="0ee0fdb9-32a2-404f-981e-33ec43c023ac" providerId="ADAL" clId="{6DC37B1F-D284-4033-B34F-31D5FE082355}" dt="2026-07-16T10:43:01.091" v="0"/>
          <pc:sldLayoutMkLst>
            <pc:docMk/>
            <pc:sldMasterMk cId="3492647251" sldId="2147483848"/>
            <pc:sldLayoutMk cId="2184593111" sldId="2147483930"/>
          </pc:sldLayoutMkLst>
          <pc:spChg chg="mod">
            <ac:chgData name="Aigerim Seitkali (KZ)" userId="0ee0fdb9-32a2-404f-981e-33ec43c023ac" providerId="ADAL" clId="{6DC37B1F-D284-4033-B34F-31D5FE082355}" dt="2026-07-16T10:43:01.091" v="0"/>
            <ac:spMkLst>
              <pc:docMk/>
              <pc:sldMasterMk cId="3492647251" sldId="2147483848"/>
              <pc:sldLayoutMk cId="2184593111" sldId="2147483930"/>
              <ac:spMk id="2" creationId="{E87E41F5-DD37-DB45-FC81-6078FAA35748}"/>
            </ac:spMkLst>
          </pc:spChg>
          <pc:spChg chg="mod">
            <ac:chgData name="Aigerim Seitkali (KZ)" userId="0ee0fdb9-32a2-404f-981e-33ec43c023ac" providerId="ADAL" clId="{6DC37B1F-D284-4033-B34F-31D5FE082355}" dt="2026-07-16T10:43:01.091" v="0"/>
            <ac:spMkLst>
              <pc:docMk/>
              <pc:sldMasterMk cId="3492647251" sldId="2147483848"/>
              <pc:sldLayoutMk cId="2184593111" sldId="2147483930"/>
              <ac:spMk id="4" creationId="{83F37CB8-4B0C-85FD-979D-0EFBFDE2A1FF}"/>
            </ac:spMkLst>
          </pc:spChg>
          <pc:spChg chg="mod">
            <ac:chgData name="Aigerim Seitkali (KZ)" userId="0ee0fdb9-32a2-404f-981e-33ec43c023ac" providerId="ADAL" clId="{6DC37B1F-D284-4033-B34F-31D5FE082355}" dt="2026-07-16T10:43:01.091" v="0"/>
            <ac:spMkLst>
              <pc:docMk/>
              <pc:sldMasterMk cId="3492647251" sldId="2147483848"/>
              <pc:sldLayoutMk cId="2184593111" sldId="2147483930"/>
              <ac:spMk id="5" creationId="{C8EC9C41-CB60-9C3F-4A21-4DCCF3B44001}"/>
            </ac:spMkLst>
          </pc:spChg>
          <pc:spChg chg="mod">
            <ac:chgData name="Aigerim Seitkali (KZ)" userId="0ee0fdb9-32a2-404f-981e-33ec43c023ac" providerId="ADAL" clId="{6DC37B1F-D284-4033-B34F-31D5FE082355}" dt="2026-07-16T10:43:01.091" v="0"/>
            <ac:spMkLst>
              <pc:docMk/>
              <pc:sldMasterMk cId="3492647251" sldId="2147483848"/>
              <pc:sldLayoutMk cId="2184593111" sldId="2147483930"/>
              <ac:spMk id="9" creationId="{0FCB0834-B748-0F65-C02A-23EC83C03DC2}"/>
            </ac:spMkLst>
          </pc:spChg>
        </pc:sldLayoutChg>
        <pc:sldLayoutChg chg="modSp mod ord">
          <pc:chgData name="Aigerim Seitkali (KZ)" userId="0ee0fdb9-32a2-404f-981e-33ec43c023ac" providerId="ADAL" clId="{6DC37B1F-D284-4033-B34F-31D5FE082355}" dt="2026-07-16T10:43:01.091" v="0"/>
          <pc:sldLayoutMkLst>
            <pc:docMk/>
            <pc:sldMasterMk cId="3492647251" sldId="2147483848"/>
            <pc:sldLayoutMk cId="1163292110" sldId="2147483931"/>
          </pc:sldLayoutMkLst>
          <pc:spChg chg="mod">
            <ac:chgData name="Aigerim Seitkali (KZ)" userId="0ee0fdb9-32a2-404f-981e-33ec43c023ac" providerId="ADAL" clId="{6DC37B1F-D284-4033-B34F-31D5FE082355}" dt="2026-07-16T10:43:01.091" v="0"/>
            <ac:spMkLst>
              <pc:docMk/>
              <pc:sldMasterMk cId="3492647251" sldId="2147483848"/>
              <pc:sldLayoutMk cId="1163292110" sldId="2147483931"/>
              <ac:spMk id="2" creationId="{B4539E65-4ABC-F7FC-FCE0-B29255497D5B}"/>
            </ac:spMkLst>
          </pc:spChg>
          <pc:spChg chg="mod">
            <ac:chgData name="Aigerim Seitkali (KZ)" userId="0ee0fdb9-32a2-404f-981e-33ec43c023ac" providerId="ADAL" clId="{6DC37B1F-D284-4033-B34F-31D5FE082355}" dt="2026-07-16T10:43:01.091" v="0"/>
            <ac:spMkLst>
              <pc:docMk/>
              <pc:sldMasterMk cId="3492647251" sldId="2147483848"/>
              <pc:sldLayoutMk cId="1163292110" sldId="2147483931"/>
              <ac:spMk id="3" creationId="{B2BDD4AC-270A-4483-7315-655B46AA98C3}"/>
            </ac:spMkLst>
          </pc:spChg>
          <pc:spChg chg="mod">
            <ac:chgData name="Aigerim Seitkali (KZ)" userId="0ee0fdb9-32a2-404f-981e-33ec43c023ac" providerId="ADAL" clId="{6DC37B1F-D284-4033-B34F-31D5FE082355}" dt="2026-07-16T10:43:01.091" v="0"/>
            <ac:spMkLst>
              <pc:docMk/>
              <pc:sldMasterMk cId="3492647251" sldId="2147483848"/>
              <pc:sldLayoutMk cId="1163292110" sldId="2147483931"/>
              <ac:spMk id="6" creationId="{8A3789D3-8936-6361-B279-04482E5DA052}"/>
            </ac:spMkLst>
          </pc:spChg>
          <pc:spChg chg="mod">
            <ac:chgData name="Aigerim Seitkali (KZ)" userId="0ee0fdb9-32a2-404f-981e-33ec43c023ac" providerId="ADAL" clId="{6DC37B1F-D284-4033-B34F-31D5FE082355}" dt="2026-07-16T10:43:01.091" v="0"/>
            <ac:spMkLst>
              <pc:docMk/>
              <pc:sldMasterMk cId="3492647251" sldId="2147483848"/>
              <pc:sldLayoutMk cId="1163292110" sldId="2147483931"/>
              <ac:spMk id="7" creationId="{D2CF944E-CA0D-78C4-2738-7FF65A3C61DE}"/>
            </ac:spMkLst>
          </pc:spChg>
        </pc:sldLayoutChg>
        <pc:sldLayoutChg chg="modSp mod ord">
          <pc:chgData name="Aigerim Seitkali (KZ)" userId="0ee0fdb9-32a2-404f-981e-33ec43c023ac" providerId="ADAL" clId="{6DC37B1F-D284-4033-B34F-31D5FE082355}" dt="2026-07-16T10:43:01.091" v="0"/>
          <pc:sldLayoutMkLst>
            <pc:docMk/>
            <pc:sldMasterMk cId="3492647251" sldId="2147483848"/>
            <pc:sldLayoutMk cId="2679641717" sldId="2147483932"/>
          </pc:sldLayoutMkLst>
          <pc:spChg chg="mod">
            <ac:chgData name="Aigerim Seitkali (KZ)" userId="0ee0fdb9-32a2-404f-981e-33ec43c023ac" providerId="ADAL" clId="{6DC37B1F-D284-4033-B34F-31D5FE082355}" dt="2026-07-16T10:43:01.091" v="0"/>
            <ac:spMkLst>
              <pc:docMk/>
              <pc:sldMasterMk cId="3492647251" sldId="2147483848"/>
              <pc:sldLayoutMk cId="2679641717" sldId="2147483932"/>
              <ac:spMk id="3" creationId="{B2BDD4AC-270A-4483-7315-655B46AA98C3}"/>
            </ac:spMkLst>
          </pc:spChg>
          <pc:spChg chg="mod">
            <ac:chgData name="Aigerim Seitkali (KZ)" userId="0ee0fdb9-32a2-404f-981e-33ec43c023ac" providerId="ADAL" clId="{6DC37B1F-D284-4033-B34F-31D5FE082355}" dt="2026-07-16T10:43:01.091" v="0"/>
            <ac:spMkLst>
              <pc:docMk/>
              <pc:sldMasterMk cId="3492647251" sldId="2147483848"/>
              <pc:sldLayoutMk cId="2679641717" sldId="2147483932"/>
              <ac:spMk id="5" creationId="{14843C2F-D12F-B2E4-1020-42BB1F404EEB}"/>
            </ac:spMkLst>
          </pc:spChg>
          <pc:spChg chg="mod">
            <ac:chgData name="Aigerim Seitkali (KZ)" userId="0ee0fdb9-32a2-404f-981e-33ec43c023ac" providerId="ADAL" clId="{6DC37B1F-D284-4033-B34F-31D5FE082355}" dt="2026-07-16T10:43:01.091" v="0"/>
            <ac:spMkLst>
              <pc:docMk/>
              <pc:sldMasterMk cId="3492647251" sldId="2147483848"/>
              <pc:sldLayoutMk cId="2679641717" sldId="2147483932"/>
              <ac:spMk id="6" creationId="{78D8C702-FC4B-D3F7-8D51-D2B3DFBA1CCE}"/>
            </ac:spMkLst>
          </pc:spChg>
          <pc:spChg chg="mod">
            <ac:chgData name="Aigerim Seitkali (KZ)" userId="0ee0fdb9-32a2-404f-981e-33ec43c023ac" providerId="ADAL" clId="{6DC37B1F-D284-4033-B34F-31D5FE082355}" dt="2026-07-16T10:43:01.091" v="0"/>
            <ac:spMkLst>
              <pc:docMk/>
              <pc:sldMasterMk cId="3492647251" sldId="2147483848"/>
              <pc:sldLayoutMk cId="2679641717" sldId="2147483932"/>
              <ac:spMk id="8" creationId="{2074E594-75BC-BB21-5CB5-2ECACC5760F1}"/>
            </ac:spMkLst>
          </pc:spChg>
        </pc:sldLayoutChg>
        <pc:sldLayoutChg chg="modSp mod ord">
          <pc:chgData name="Aigerim Seitkali (KZ)" userId="0ee0fdb9-32a2-404f-981e-33ec43c023ac" providerId="ADAL" clId="{6DC37B1F-D284-4033-B34F-31D5FE082355}" dt="2026-07-16T10:43:01.091" v="0"/>
          <pc:sldLayoutMkLst>
            <pc:docMk/>
            <pc:sldMasterMk cId="3492647251" sldId="2147483848"/>
            <pc:sldLayoutMk cId="3622639181" sldId="2147483933"/>
          </pc:sldLayoutMkLst>
          <pc:spChg chg="mod">
            <ac:chgData name="Aigerim Seitkali (KZ)" userId="0ee0fdb9-32a2-404f-981e-33ec43c023ac" providerId="ADAL" clId="{6DC37B1F-D284-4033-B34F-31D5FE082355}" dt="2026-07-16T10:43:01.091" v="0"/>
            <ac:spMkLst>
              <pc:docMk/>
              <pc:sldMasterMk cId="3492647251" sldId="2147483848"/>
              <pc:sldLayoutMk cId="3622639181" sldId="2147483933"/>
              <ac:spMk id="2" creationId="{B4539E65-4ABC-F7FC-FCE0-B29255497D5B}"/>
            </ac:spMkLst>
          </pc:spChg>
          <pc:spChg chg="mod">
            <ac:chgData name="Aigerim Seitkali (KZ)" userId="0ee0fdb9-32a2-404f-981e-33ec43c023ac" providerId="ADAL" clId="{6DC37B1F-D284-4033-B34F-31D5FE082355}" dt="2026-07-16T10:43:01.091" v="0"/>
            <ac:spMkLst>
              <pc:docMk/>
              <pc:sldMasterMk cId="3492647251" sldId="2147483848"/>
              <pc:sldLayoutMk cId="3622639181" sldId="2147483933"/>
              <ac:spMk id="3" creationId="{B2BDD4AC-270A-4483-7315-655B46AA98C3}"/>
            </ac:spMkLst>
          </pc:spChg>
          <pc:spChg chg="mod">
            <ac:chgData name="Aigerim Seitkali (KZ)" userId="0ee0fdb9-32a2-404f-981e-33ec43c023ac" providerId="ADAL" clId="{6DC37B1F-D284-4033-B34F-31D5FE082355}" dt="2026-07-16T10:43:01.091" v="0"/>
            <ac:spMkLst>
              <pc:docMk/>
              <pc:sldMasterMk cId="3492647251" sldId="2147483848"/>
              <pc:sldLayoutMk cId="3622639181" sldId="2147483933"/>
              <ac:spMk id="4" creationId="{50A2C7B7-9D29-E058-E1D5-11CACA152562}"/>
            </ac:spMkLst>
          </pc:spChg>
          <pc:spChg chg="mod">
            <ac:chgData name="Aigerim Seitkali (KZ)" userId="0ee0fdb9-32a2-404f-981e-33ec43c023ac" providerId="ADAL" clId="{6DC37B1F-D284-4033-B34F-31D5FE082355}" dt="2026-07-16T10:43:01.091" v="0"/>
            <ac:spMkLst>
              <pc:docMk/>
              <pc:sldMasterMk cId="3492647251" sldId="2147483848"/>
              <pc:sldLayoutMk cId="3622639181" sldId="2147483933"/>
              <ac:spMk id="7" creationId="{F14AAF1B-63A7-87FB-CF3E-274298F4B36A}"/>
            </ac:spMkLst>
          </pc:spChg>
          <pc:spChg chg="mod">
            <ac:chgData name="Aigerim Seitkali (KZ)" userId="0ee0fdb9-32a2-404f-981e-33ec43c023ac" providerId="ADAL" clId="{6DC37B1F-D284-4033-B34F-31D5FE082355}" dt="2026-07-16T10:43:01.091" v="0"/>
            <ac:spMkLst>
              <pc:docMk/>
              <pc:sldMasterMk cId="3492647251" sldId="2147483848"/>
              <pc:sldLayoutMk cId="3622639181" sldId="2147483933"/>
              <ac:spMk id="8" creationId="{06EDDF0F-F4F8-2669-FD63-410B84DD24E8}"/>
            </ac:spMkLst>
          </pc:spChg>
          <pc:spChg chg="mod">
            <ac:chgData name="Aigerim Seitkali (KZ)" userId="0ee0fdb9-32a2-404f-981e-33ec43c023ac" providerId="ADAL" clId="{6DC37B1F-D284-4033-B34F-31D5FE082355}" dt="2026-07-16T10:43:01.091" v="0"/>
            <ac:spMkLst>
              <pc:docMk/>
              <pc:sldMasterMk cId="3492647251" sldId="2147483848"/>
              <pc:sldLayoutMk cId="3622639181" sldId="2147483933"/>
              <ac:spMk id="10" creationId="{8BF9F556-4510-F7DD-B333-C401D75BD796}"/>
            </ac:spMkLst>
          </pc:spChg>
          <pc:spChg chg="mod">
            <ac:chgData name="Aigerim Seitkali (KZ)" userId="0ee0fdb9-32a2-404f-981e-33ec43c023ac" providerId="ADAL" clId="{6DC37B1F-D284-4033-B34F-31D5FE082355}" dt="2026-07-16T10:43:01.091" v="0"/>
            <ac:spMkLst>
              <pc:docMk/>
              <pc:sldMasterMk cId="3492647251" sldId="2147483848"/>
              <pc:sldLayoutMk cId="3622639181" sldId="2147483933"/>
              <ac:spMk id="16" creationId="{AFBC73D5-BBD4-6DEA-ABD4-C7C99DE36B66}"/>
            </ac:spMkLst>
          </pc:spChg>
        </pc:sldLayoutChg>
        <pc:sldLayoutChg chg="modSp mod ord">
          <pc:chgData name="Aigerim Seitkali (KZ)" userId="0ee0fdb9-32a2-404f-981e-33ec43c023ac" providerId="ADAL" clId="{6DC37B1F-D284-4033-B34F-31D5FE082355}" dt="2026-07-16T10:43:01.091" v="0"/>
          <pc:sldLayoutMkLst>
            <pc:docMk/>
            <pc:sldMasterMk cId="3492647251" sldId="2147483848"/>
            <pc:sldLayoutMk cId="3927070993" sldId="2147483934"/>
          </pc:sldLayoutMkLst>
          <pc:spChg chg="mod">
            <ac:chgData name="Aigerim Seitkali (KZ)" userId="0ee0fdb9-32a2-404f-981e-33ec43c023ac" providerId="ADAL" clId="{6DC37B1F-D284-4033-B34F-31D5FE082355}" dt="2026-07-16T10:43:01.091" v="0"/>
            <ac:spMkLst>
              <pc:docMk/>
              <pc:sldMasterMk cId="3492647251" sldId="2147483848"/>
              <pc:sldLayoutMk cId="3927070993" sldId="2147483934"/>
              <ac:spMk id="2" creationId="{3BE7552A-3D06-4BDA-8BCC-BB2CCD97B459}"/>
            </ac:spMkLst>
          </pc:spChg>
          <pc:spChg chg="mod">
            <ac:chgData name="Aigerim Seitkali (KZ)" userId="0ee0fdb9-32a2-404f-981e-33ec43c023ac" providerId="ADAL" clId="{6DC37B1F-D284-4033-B34F-31D5FE082355}" dt="2026-07-16T10:43:01.091" v="0"/>
            <ac:spMkLst>
              <pc:docMk/>
              <pc:sldMasterMk cId="3492647251" sldId="2147483848"/>
              <pc:sldLayoutMk cId="3927070993" sldId="2147483934"/>
              <ac:spMk id="4" creationId="{9E03C5ED-E0DF-61C8-7A95-440C9FF7F1FA}"/>
            </ac:spMkLst>
          </pc:spChg>
          <pc:spChg chg="mod">
            <ac:chgData name="Aigerim Seitkali (KZ)" userId="0ee0fdb9-32a2-404f-981e-33ec43c023ac" providerId="ADAL" clId="{6DC37B1F-D284-4033-B34F-31D5FE082355}" dt="2026-07-16T10:43:01.091" v="0"/>
            <ac:spMkLst>
              <pc:docMk/>
              <pc:sldMasterMk cId="3492647251" sldId="2147483848"/>
              <pc:sldLayoutMk cId="3927070993" sldId="2147483934"/>
              <ac:spMk id="5" creationId="{7518CD4E-B949-EF88-4945-7E36C0015725}"/>
            </ac:spMkLst>
          </pc:spChg>
          <pc:spChg chg="mod">
            <ac:chgData name="Aigerim Seitkali (KZ)" userId="0ee0fdb9-32a2-404f-981e-33ec43c023ac" providerId="ADAL" clId="{6DC37B1F-D284-4033-B34F-31D5FE082355}" dt="2026-07-16T10:43:01.091" v="0"/>
            <ac:spMkLst>
              <pc:docMk/>
              <pc:sldMasterMk cId="3492647251" sldId="2147483848"/>
              <pc:sldLayoutMk cId="3927070993" sldId="2147483934"/>
              <ac:spMk id="6" creationId="{14885F81-E071-1548-5442-718A5D278509}"/>
            </ac:spMkLst>
          </pc:spChg>
          <pc:spChg chg="mod">
            <ac:chgData name="Aigerim Seitkali (KZ)" userId="0ee0fdb9-32a2-404f-981e-33ec43c023ac" providerId="ADAL" clId="{6DC37B1F-D284-4033-B34F-31D5FE082355}" dt="2026-07-16T10:43:01.091" v="0"/>
            <ac:spMkLst>
              <pc:docMk/>
              <pc:sldMasterMk cId="3492647251" sldId="2147483848"/>
              <pc:sldLayoutMk cId="3927070993" sldId="2147483934"/>
              <ac:spMk id="8" creationId="{239A05D4-BAD9-49A7-3229-41686BA7F455}"/>
            </ac:spMkLst>
          </pc:spChg>
        </pc:sldLayoutChg>
        <pc:sldLayoutChg chg="modSp mod ord">
          <pc:chgData name="Aigerim Seitkali (KZ)" userId="0ee0fdb9-32a2-404f-981e-33ec43c023ac" providerId="ADAL" clId="{6DC37B1F-D284-4033-B34F-31D5FE082355}" dt="2026-07-16T10:43:01.091" v="0"/>
          <pc:sldLayoutMkLst>
            <pc:docMk/>
            <pc:sldMasterMk cId="3492647251" sldId="2147483848"/>
            <pc:sldLayoutMk cId="3268774690" sldId="2147483935"/>
          </pc:sldLayoutMkLst>
          <pc:spChg chg="mod">
            <ac:chgData name="Aigerim Seitkali (KZ)" userId="0ee0fdb9-32a2-404f-981e-33ec43c023ac" providerId="ADAL" clId="{6DC37B1F-D284-4033-B34F-31D5FE082355}" dt="2026-07-16T10:43:01.091" v="0"/>
            <ac:spMkLst>
              <pc:docMk/>
              <pc:sldMasterMk cId="3492647251" sldId="2147483848"/>
              <pc:sldLayoutMk cId="3268774690" sldId="2147483935"/>
              <ac:spMk id="2" creationId="{3BE7552A-3D06-4BDA-8BCC-BB2CCD97B459}"/>
            </ac:spMkLst>
          </pc:spChg>
          <pc:spChg chg="mod">
            <ac:chgData name="Aigerim Seitkali (KZ)" userId="0ee0fdb9-32a2-404f-981e-33ec43c023ac" providerId="ADAL" clId="{6DC37B1F-D284-4033-B34F-31D5FE082355}" dt="2026-07-16T10:43:01.091" v="0"/>
            <ac:spMkLst>
              <pc:docMk/>
              <pc:sldMasterMk cId="3492647251" sldId="2147483848"/>
              <pc:sldLayoutMk cId="3268774690" sldId="2147483935"/>
              <ac:spMk id="3" creationId="{9D3BCDA1-5DA8-C359-F2B1-BC10C803662B}"/>
            </ac:spMkLst>
          </pc:spChg>
          <pc:spChg chg="mod">
            <ac:chgData name="Aigerim Seitkali (KZ)" userId="0ee0fdb9-32a2-404f-981e-33ec43c023ac" providerId="ADAL" clId="{6DC37B1F-D284-4033-B34F-31D5FE082355}" dt="2026-07-16T10:43:01.091" v="0"/>
            <ac:spMkLst>
              <pc:docMk/>
              <pc:sldMasterMk cId="3492647251" sldId="2147483848"/>
              <pc:sldLayoutMk cId="3268774690" sldId="2147483935"/>
              <ac:spMk id="4" creationId="{9E03C5ED-E0DF-61C8-7A95-440C9FF7F1FA}"/>
            </ac:spMkLst>
          </pc:spChg>
          <pc:spChg chg="mod">
            <ac:chgData name="Aigerim Seitkali (KZ)" userId="0ee0fdb9-32a2-404f-981e-33ec43c023ac" providerId="ADAL" clId="{6DC37B1F-D284-4033-B34F-31D5FE082355}" dt="2026-07-16T10:43:01.091" v="0"/>
            <ac:spMkLst>
              <pc:docMk/>
              <pc:sldMasterMk cId="3492647251" sldId="2147483848"/>
              <pc:sldLayoutMk cId="3268774690" sldId="2147483935"/>
              <ac:spMk id="6" creationId="{14885F81-E071-1548-5442-718A5D278509}"/>
            </ac:spMkLst>
          </pc:spChg>
          <pc:spChg chg="mod">
            <ac:chgData name="Aigerim Seitkali (KZ)" userId="0ee0fdb9-32a2-404f-981e-33ec43c023ac" providerId="ADAL" clId="{6DC37B1F-D284-4033-B34F-31D5FE082355}" dt="2026-07-16T10:43:01.091" v="0"/>
            <ac:spMkLst>
              <pc:docMk/>
              <pc:sldMasterMk cId="3492647251" sldId="2147483848"/>
              <pc:sldLayoutMk cId="3268774690" sldId="2147483935"/>
              <ac:spMk id="8" creationId="{239A05D4-BAD9-49A7-3229-41686BA7F455}"/>
            </ac:spMkLst>
          </pc:spChg>
        </pc:sldLayoutChg>
        <pc:sldLayoutChg chg="modSp mod ord">
          <pc:chgData name="Aigerim Seitkali (KZ)" userId="0ee0fdb9-32a2-404f-981e-33ec43c023ac" providerId="ADAL" clId="{6DC37B1F-D284-4033-B34F-31D5FE082355}" dt="2026-07-16T10:43:01.091" v="0"/>
          <pc:sldLayoutMkLst>
            <pc:docMk/>
            <pc:sldMasterMk cId="3492647251" sldId="2147483848"/>
            <pc:sldLayoutMk cId="2136100946" sldId="2147483936"/>
          </pc:sldLayoutMkLst>
          <pc:spChg chg="mod">
            <ac:chgData name="Aigerim Seitkali (KZ)" userId="0ee0fdb9-32a2-404f-981e-33ec43c023ac" providerId="ADAL" clId="{6DC37B1F-D284-4033-B34F-31D5FE082355}" dt="2026-07-16T10:43:01.091" v="0"/>
            <ac:spMkLst>
              <pc:docMk/>
              <pc:sldMasterMk cId="3492647251" sldId="2147483848"/>
              <pc:sldLayoutMk cId="2136100946" sldId="2147483936"/>
              <ac:spMk id="2" creationId="{3BE7552A-3D06-4BDA-8BCC-BB2CCD97B459}"/>
            </ac:spMkLst>
          </pc:spChg>
          <pc:spChg chg="mod">
            <ac:chgData name="Aigerim Seitkali (KZ)" userId="0ee0fdb9-32a2-404f-981e-33ec43c023ac" providerId="ADAL" clId="{6DC37B1F-D284-4033-B34F-31D5FE082355}" dt="2026-07-16T10:43:01.091" v="0"/>
            <ac:spMkLst>
              <pc:docMk/>
              <pc:sldMasterMk cId="3492647251" sldId="2147483848"/>
              <pc:sldLayoutMk cId="2136100946" sldId="2147483936"/>
              <ac:spMk id="3" creationId="{9D3BCDA1-5DA8-C359-F2B1-BC10C803662B}"/>
            </ac:spMkLst>
          </pc:spChg>
          <pc:spChg chg="mod">
            <ac:chgData name="Aigerim Seitkali (KZ)" userId="0ee0fdb9-32a2-404f-981e-33ec43c023ac" providerId="ADAL" clId="{6DC37B1F-D284-4033-B34F-31D5FE082355}" dt="2026-07-16T10:43:01.091" v="0"/>
            <ac:spMkLst>
              <pc:docMk/>
              <pc:sldMasterMk cId="3492647251" sldId="2147483848"/>
              <pc:sldLayoutMk cId="2136100946" sldId="2147483936"/>
              <ac:spMk id="4" creationId="{9E03C5ED-E0DF-61C8-7A95-440C9FF7F1FA}"/>
            </ac:spMkLst>
          </pc:spChg>
          <pc:spChg chg="mod">
            <ac:chgData name="Aigerim Seitkali (KZ)" userId="0ee0fdb9-32a2-404f-981e-33ec43c023ac" providerId="ADAL" clId="{6DC37B1F-D284-4033-B34F-31D5FE082355}" dt="2026-07-16T10:43:01.091" v="0"/>
            <ac:spMkLst>
              <pc:docMk/>
              <pc:sldMasterMk cId="3492647251" sldId="2147483848"/>
              <pc:sldLayoutMk cId="2136100946" sldId="2147483936"/>
              <ac:spMk id="6" creationId="{14885F81-E071-1548-5442-718A5D278509}"/>
            </ac:spMkLst>
          </pc:spChg>
          <pc:spChg chg="mod">
            <ac:chgData name="Aigerim Seitkali (KZ)" userId="0ee0fdb9-32a2-404f-981e-33ec43c023ac" providerId="ADAL" clId="{6DC37B1F-D284-4033-B34F-31D5FE082355}" dt="2026-07-16T10:43:01.091" v="0"/>
            <ac:spMkLst>
              <pc:docMk/>
              <pc:sldMasterMk cId="3492647251" sldId="2147483848"/>
              <pc:sldLayoutMk cId="2136100946" sldId="2147483936"/>
              <ac:spMk id="8" creationId="{239A05D4-BAD9-49A7-3229-41686BA7F455}"/>
            </ac:spMkLst>
          </pc:spChg>
        </pc:sldLayoutChg>
        <pc:sldLayoutChg chg="modSp mod ord">
          <pc:chgData name="Aigerim Seitkali (KZ)" userId="0ee0fdb9-32a2-404f-981e-33ec43c023ac" providerId="ADAL" clId="{6DC37B1F-D284-4033-B34F-31D5FE082355}" dt="2026-07-16T10:43:01.091" v="0"/>
          <pc:sldLayoutMkLst>
            <pc:docMk/>
            <pc:sldMasterMk cId="3492647251" sldId="2147483848"/>
            <pc:sldLayoutMk cId="4167611366" sldId="2147483937"/>
          </pc:sldLayoutMkLst>
          <pc:spChg chg="mod">
            <ac:chgData name="Aigerim Seitkali (KZ)" userId="0ee0fdb9-32a2-404f-981e-33ec43c023ac" providerId="ADAL" clId="{6DC37B1F-D284-4033-B34F-31D5FE082355}" dt="2026-07-16T10:43:01.091" v="0"/>
            <ac:spMkLst>
              <pc:docMk/>
              <pc:sldMasterMk cId="3492647251" sldId="2147483848"/>
              <pc:sldLayoutMk cId="4167611366" sldId="2147483937"/>
              <ac:spMk id="2" creationId="{3BE7552A-3D06-4BDA-8BCC-BB2CCD97B459}"/>
            </ac:spMkLst>
          </pc:spChg>
          <pc:spChg chg="mod">
            <ac:chgData name="Aigerim Seitkali (KZ)" userId="0ee0fdb9-32a2-404f-981e-33ec43c023ac" providerId="ADAL" clId="{6DC37B1F-D284-4033-B34F-31D5FE082355}" dt="2026-07-16T10:43:01.091" v="0"/>
            <ac:spMkLst>
              <pc:docMk/>
              <pc:sldMasterMk cId="3492647251" sldId="2147483848"/>
              <pc:sldLayoutMk cId="4167611366" sldId="2147483937"/>
              <ac:spMk id="3" creationId="{9D3BCDA1-5DA8-C359-F2B1-BC10C803662B}"/>
            </ac:spMkLst>
          </pc:spChg>
          <pc:spChg chg="mod">
            <ac:chgData name="Aigerim Seitkali (KZ)" userId="0ee0fdb9-32a2-404f-981e-33ec43c023ac" providerId="ADAL" clId="{6DC37B1F-D284-4033-B34F-31D5FE082355}" dt="2026-07-16T10:43:01.091" v="0"/>
            <ac:spMkLst>
              <pc:docMk/>
              <pc:sldMasterMk cId="3492647251" sldId="2147483848"/>
              <pc:sldLayoutMk cId="4167611366" sldId="2147483937"/>
              <ac:spMk id="4" creationId="{9E03C5ED-E0DF-61C8-7A95-440C9FF7F1FA}"/>
            </ac:spMkLst>
          </pc:spChg>
          <pc:spChg chg="mod">
            <ac:chgData name="Aigerim Seitkali (KZ)" userId="0ee0fdb9-32a2-404f-981e-33ec43c023ac" providerId="ADAL" clId="{6DC37B1F-D284-4033-B34F-31D5FE082355}" dt="2026-07-16T10:43:01.091" v="0"/>
            <ac:spMkLst>
              <pc:docMk/>
              <pc:sldMasterMk cId="3492647251" sldId="2147483848"/>
              <pc:sldLayoutMk cId="4167611366" sldId="2147483937"/>
              <ac:spMk id="6" creationId="{14885F81-E071-1548-5442-718A5D278509}"/>
            </ac:spMkLst>
          </pc:spChg>
          <pc:spChg chg="mod">
            <ac:chgData name="Aigerim Seitkali (KZ)" userId="0ee0fdb9-32a2-404f-981e-33ec43c023ac" providerId="ADAL" clId="{6DC37B1F-D284-4033-B34F-31D5FE082355}" dt="2026-07-16T10:43:01.091" v="0"/>
            <ac:spMkLst>
              <pc:docMk/>
              <pc:sldMasterMk cId="3492647251" sldId="2147483848"/>
              <pc:sldLayoutMk cId="4167611366" sldId="2147483937"/>
              <ac:spMk id="8" creationId="{239A05D4-BAD9-49A7-3229-41686BA7F455}"/>
            </ac:spMkLst>
          </pc:spChg>
        </pc:sldLayoutChg>
        <pc:sldLayoutChg chg="modSp mod ord">
          <pc:chgData name="Aigerim Seitkali (KZ)" userId="0ee0fdb9-32a2-404f-981e-33ec43c023ac" providerId="ADAL" clId="{6DC37B1F-D284-4033-B34F-31D5FE082355}" dt="2026-07-16T10:43:01.091" v="0"/>
          <pc:sldLayoutMkLst>
            <pc:docMk/>
            <pc:sldMasterMk cId="3492647251" sldId="2147483848"/>
            <pc:sldLayoutMk cId="1846607430" sldId="2147483938"/>
          </pc:sldLayoutMkLst>
          <pc:spChg chg="mod">
            <ac:chgData name="Aigerim Seitkali (KZ)" userId="0ee0fdb9-32a2-404f-981e-33ec43c023ac" providerId="ADAL" clId="{6DC37B1F-D284-4033-B34F-31D5FE082355}" dt="2026-07-16T10:43:01.091" v="0"/>
            <ac:spMkLst>
              <pc:docMk/>
              <pc:sldMasterMk cId="3492647251" sldId="2147483848"/>
              <pc:sldLayoutMk cId="1846607430" sldId="2147483938"/>
              <ac:spMk id="3" creationId="{9D3BCDA1-5DA8-C359-F2B1-BC10C803662B}"/>
            </ac:spMkLst>
          </pc:spChg>
          <pc:spChg chg="mod">
            <ac:chgData name="Aigerim Seitkali (KZ)" userId="0ee0fdb9-32a2-404f-981e-33ec43c023ac" providerId="ADAL" clId="{6DC37B1F-D284-4033-B34F-31D5FE082355}" dt="2026-07-16T10:43:01.091" v="0"/>
            <ac:spMkLst>
              <pc:docMk/>
              <pc:sldMasterMk cId="3492647251" sldId="2147483848"/>
              <pc:sldLayoutMk cId="1846607430" sldId="2147483938"/>
              <ac:spMk id="4" creationId="{9E03C5ED-E0DF-61C8-7A95-440C9FF7F1FA}"/>
            </ac:spMkLst>
          </pc:spChg>
          <pc:spChg chg="mod">
            <ac:chgData name="Aigerim Seitkali (KZ)" userId="0ee0fdb9-32a2-404f-981e-33ec43c023ac" providerId="ADAL" clId="{6DC37B1F-D284-4033-B34F-31D5FE082355}" dt="2026-07-16T10:43:01.091" v="0"/>
            <ac:spMkLst>
              <pc:docMk/>
              <pc:sldMasterMk cId="3492647251" sldId="2147483848"/>
              <pc:sldLayoutMk cId="1846607430" sldId="2147483938"/>
              <ac:spMk id="6" creationId="{E38019E0-279D-A4EC-36F3-E0B1A717FCF6}"/>
            </ac:spMkLst>
          </pc:spChg>
          <pc:spChg chg="mod">
            <ac:chgData name="Aigerim Seitkali (KZ)" userId="0ee0fdb9-32a2-404f-981e-33ec43c023ac" providerId="ADAL" clId="{6DC37B1F-D284-4033-B34F-31D5FE082355}" dt="2026-07-16T10:43:01.091" v="0"/>
            <ac:spMkLst>
              <pc:docMk/>
              <pc:sldMasterMk cId="3492647251" sldId="2147483848"/>
              <pc:sldLayoutMk cId="1846607430" sldId="2147483938"/>
              <ac:spMk id="7" creationId="{B8872EE6-00EE-7E3B-FF0A-4031AD0A1F41}"/>
            </ac:spMkLst>
          </pc:spChg>
          <pc:spChg chg="mod">
            <ac:chgData name="Aigerim Seitkali (KZ)" userId="0ee0fdb9-32a2-404f-981e-33ec43c023ac" providerId="ADAL" clId="{6DC37B1F-D284-4033-B34F-31D5FE082355}" dt="2026-07-16T10:43:01.091" v="0"/>
            <ac:spMkLst>
              <pc:docMk/>
              <pc:sldMasterMk cId="3492647251" sldId="2147483848"/>
              <pc:sldLayoutMk cId="1846607430" sldId="2147483938"/>
              <ac:spMk id="8" creationId="{239A05D4-BAD9-49A7-3229-41686BA7F455}"/>
            </ac:spMkLst>
          </pc:spChg>
        </pc:sldLayoutChg>
        <pc:sldLayoutChg chg="modSp mod ord">
          <pc:chgData name="Aigerim Seitkali (KZ)" userId="0ee0fdb9-32a2-404f-981e-33ec43c023ac" providerId="ADAL" clId="{6DC37B1F-D284-4033-B34F-31D5FE082355}" dt="2026-07-16T10:43:01.091" v="0"/>
          <pc:sldLayoutMkLst>
            <pc:docMk/>
            <pc:sldMasterMk cId="3492647251" sldId="2147483848"/>
            <pc:sldLayoutMk cId="2396664398" sldId="2147483970"/>
          </pc:sldLayoutMkLst>
          <pc:spChg chg="mod">
            <ac:chgData name="Aigerim Seitkali (KZ)" userId="0ee0fdb9-32a2-404f-981e-33ec43c023ac" providerId="ADAL" clId="{6DC37B1F-D284-4033-B34F-31D5FE082355}" dt="2026-07-16T10:43:01.091" v="0"/>
            <ac:spMkLst>
              <pc:docMk/>
              <pc:sldMasterMk cId="3492647251" sldId="2147483848"/>
              <pc:sldLayoutMk cId="2396664398" sldId="2147483970"/>
              <ac:spMk id="2" creationId="{3D01A1D7-A824-48A0-3E0C-4A7C86CA63AB}"/>
            </ac:spMkLst>
          </pc:spChg>
          <pc:spChg chg="mod">
            <ac:chgData name="Aigerim Seitkali (KZ)" userId="0ee0fdb9-32a2-404f-981e-33ec43c023ac" providerId="ADAL" clId="{6DC37B1F-D284-4033-B34F-31D5FE082355}" dt="2026-07-16T10:43:01.091" v="0"/>
            <ac:spMkLst>
              <pc:docMk/>
              <pc:sldMasterMk cId="3492647251" sldId="2147483848"/>
              <pc:sldLayoutMk cId="2396664398" sldId="2147483970"/>
              <ac:spMk id="3" creationId="{226E3B15-3502-F478-0302-DCABA0B41AD0}"/>
            </ac:spMkLst>
          </pc:spChg>
          <pc:spChg chg="mod">
            <ac:chgData name="Aigerim Seitkali (KZ)" userId="0ee0fdb9-32a2-404f-981e-33ec43c023ac" providerId="ADAL" clId="{6DC37B1F-D284-4033-B34F-31D5FE082355}" dt="2026-07-16T10:43:01.091" v="0"/>
            <ac:spMkLst>
              <pc:docMk/>
              <pc:sldMasterMk cId="3492647251" sldId="2147483848"/>
              <pc:sldLayoutMk cId="2396664398" sldId="2147483970"/>
              <ac:spMk id="6" creationId="{FA9DB721-FE7A-8DE5-B433-99C88BFAE50D}"/>
            </ac:spMkLst>
          </pc:spChg>
          <pc:spChg chg="mod">
            <ac:chgData name="Aigerim Seitkali (KZ)" userId="0ee0fdb9-32a2-404f-981e-33ec43c023ac" providerId="ADAL" clId="{6DC37B1F-D284-4033-B34F-31D5FE082355}" dt="2026-07-16T10:43:01.091" v="0"/>
            <ac:spMkLst>
              <pc:docMk/>
              <pc:sldMasterMk cId="3492647251" sldId="2147483848"/>
              <pc:sldLayoutMk cId="2396664398" sldId="2147483970"/>
              <ac:spMk id="7" creationId="{AE32291E-24B4-2FB8-4B35-A439686DB956}"/>
            </ac:spMkLst>
          </pc:spChg>
          <pc:spChg chg="mod">
            <ac:chgData name="Aigerim Seitkali (KZ)" userId="0ee0fdb9-32a2-404f-981e-33ec43c023ac" providerId="ADAL" clId="{6DC37B1F-D284-4033-B34F-31D5FE082355}" dt="2026-07-16T10:43:01.091" v="0"/>
            <ac:spMkLst>
              <pc:docMk/>
              <pc:sldMasterMk cId="3492647251" sldId="2147483848"/>
              <pc:sldLayoutMk cId="2396664398" sldId="2147483970"/>
              <ac:spMk id="8" creationId="{61A378F0-4CD0-C4E0-D2F7-5959B577E15B}"/>
            </ac:spMkLst>
          </pc:spChg>
          <pc:spChg chg="mod">
            <ac:chgData name="Aigerim Seitkali (KZ)" userId="0ee0fdb9-32a2-404f-981e-33ec43c023ac" providerId="ADAL" clId="{6DC37B1F-D284-4033-B34F-31D5FE082355}" dt="2026-07-16T10:43:01.091" v="0"/>
            <ac:spMkLst>
              <pc:docMk/>
              <pc:sldMasterMk cId="3492647251" sldId="2147483848"/>
              <pc:sldLayoutMk cId="2396664398" sldId="2147483970"/>
              <ac:spMk id="9" creationId="{60655EE7-5FC0-8DDF-88F0-21ECCBD7D31D}"/>
            </ac:spMkLst>
          </pc:spChg>
        </pc:sldLayoutChg>
      </pc:sldMasterChg>
      <pc:sldMasterChg chg="del sldLayoutOrd">
        <pc:chgData name="Aigerim Seitkali (KZ)" userId="0ee0fdb9-32a2-404f-981e-33ec43c023ac" providerId="ADAL" clId="{6DC37B1F-D284-4033-B34F-31D5FE082355}" dt="2026-07-16T10:43:01.123" v="1"/>
        <pc:sldMasterMkLst>
          <pc:docMk/>
          <pc:sldMasterMk cId="2836489532" sldId="2147483923"/>
        </pc:sldMasterMkLst>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b="0" i="0">
                <a:latin typeface="Arial" panose="020B0604020202020204" pitchFamily="34" charset="0"/>
              </a:defRPr>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b="0" i="0">
                <a:latin typeface="Arial" panose="020B0604020202020204" pitchFamily="34" charset="0"/>
              </a:defRPr>
            </a:lvl1pPr>
          </a:lstStyle>
          <a:p>
            <a:fld id="{FBEB4EF7-6755-4417-96B3-8A9D9B3986FB}" type="datetimeFigureOut">
              <a:rPr lang="en-US" smtClean="0"/>
              <a:pPr/>
              <a:t>7/16/2026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b="0" i="0">
                <a:latin typeface="Arial" panose="020B0604020202020204" pitchFamily="34" charset="0"/>
              </a:defRPr>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b="0" i="0">
                <a:latin typeface="Arial" panose="020B0604020202020204" pitchFamily="34" charset="0"/>
              </a:defRPr>
            </a:lvl1pPr>
          </a:lstStyle>
          <a:p>
            <a:fld id="{8338F507-FFAD-4585-99E0-9DC17883AD4F}" type="slidenum">
              <a:rPr lang="en-US" smtClean="0"/>
              <a:pPr/>
              <a:t>‹#›</a:t>
            </a:fld>
            <a:endParaRPr lang="en-US"/>
          </a:p>
        </p:txBody>
      </p:sp>
    </p:spTree>
    <p:extLst>
      <p:ext uri="{BB962C8B-B14F-4D97-AF65-F5344CB8AC3E}">
        <p14:creationId xmlns:p14="http://schemas.microsoft.com/office/powerpoint/2010/main" val="1762394910"/>
      </p:ext>
    </p:extLst>
  </p:cSld>
  <p:clrMap bg1="lt1" tx1="dk1" bg2="lt2" tx2="dk2" accent1="accent1" accent2="accent2" accent3="accent3" accent4="accent4" accent5="accent5" accent6="accent6" hlink="hlink" folHlink="folHlink"/>
  <p:notesStyle>
    <a:lvl1pPr marL="0" algn="l" defTabSz="914400" rtl="0" eaLnBrk="1" latinLnBrk="0" hangingPunct="1">
      <a:defRPr sz="1200" b="0" i="0" kern="1200">
        <a:solidFill>
          <a:schemeClr val="tx1"/>
        </a:solidFill>
        <a:latin typeface="Arial" panose="020B0604020202020204" pitchFamily="34" charset="0"/>
        <a:ea typeface="+mn-ea"/>
        <a:cs typeface="+mn-cs"/>
      </a:defRPr>
    </a:lvl1pPr>
    <a:lvl2pPr marL="457200" algn="l" defTabSz="914400" rtl="0" eaLnBrk="1" latinLnBrk="0" hangingPunct="1">
      <a:defRPr sz="1200" b="0" i="0" kern="1200">
        <a:solidFill>
          <a:schemeClr val="tx1"/>
        </a:solidFill>
        <a:latin typeface="Arial" panose="020B0604020202020204" pitchFamily="34" charset="0"/>
        <a:ea typeface="+mn-ea"/>
        <a:cs typeface="+mn-cs"/>
      </a:defRPr>
    </a:lvl2pPr>
    <a:lvl3pPr marL="914400" algn="l" defTabSz="914400" rtl="0" eaLnBrk="1" latinLnBrk="0" hangingPunct="1">
      <a:defRPr sz="1200" b="0" i="0" kern="1200">
        <a:solidFill>
          <a:schemeClr val="tx1"/>
        </a:solidFill>
        <a:latin typeface="Arial" panose="020B0604020202020204" pitchFamily="34" charset="0"/>
        <a:ea typeface="+mn-ea"/>
        <a:cs typeface="+mn-cs"/>
      </a:defRPr>
    </a:lvl3pPr>
    <a:lvl4pPr marL="1371600" algn="l" defTabSz="914400" rtl="0" eaLnBrk="1" latinLnBrk="0" hangingPunct="1">
      <a:defRPr sz="1200" b="0" i="0" kern="1200">
        <a:solidFill>
          <a:schemeClr val="tx1"/>
        </a:solidFill>
        <a:latin typeface="Arial" panose="020B0604020202020204" pitchFamily="34" charset="0"/>
        <a:ea typeface="+mn-ea"/>
        <a:cs typeface="+mn-cs"/>
      </a:defRPr>
    </a:lvl4pPr>
    <a:lvl5pPr marL="1828800" algn="l" defTabSz="914400" rtl="0" eaLnBrk="1" latinLnBrk="0" hangingPunct="1">
      <a:defRPr sz="1200" b="0" i="0" kern="1200">
        <a:solidFill>
          <a:schemeClr val="tx1"/>
        </a:solidFill>
        <a:latin typeface="Arial" panose="020B060402020202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rtl="0">
              <a:lnSpc>
                <a:spcPct val="100000"/>
              </a:lnSpc>
              <a:spcBef>
                <a:spcPts val="0"/>
              </a:spcBef>
              <a:spcAft>
                <a:spcPts val="0"/>
              </a:spcAft>
              <a:buClr>
                <a:schemeClr val="dk1"/>
              </a:buClr>
              <a:buSzPts val="1100"/>
              <a:buFont typeface="Arial"/>
              <a:buNone/>
            </a:pPr>
            <a:endParaRPr lang="en-US" sz="1200" dirty="0">
              <a:solidFill>
                <a:schemeClr val="dk1"/>
              </a:solidFill>
              <a:latin typeface="Calibri"/>
              <a:ea typeface="Calibri"/>
              <a:cs typeface="Calibri"/>
              <a:sym typeface="Calibri"/>
            </a:endParaRPr>
          </a:p>
        </p:txBody>
      </p:sp>
      <p:sp>
        <p:nvSpPr>
          <p:cNvPr id="4" name="Slide Number Placeholder 3"/>
          <p:cNvSpPr>
            <a:spLocks noGrp="1"/>
          </p:cNvSpPr>
          <p:nvPr>
            <p:ph type="sldNum" sz="quarter" idx="5"/>
          </p:nvPr>
        </p:nvSpPr>
        <p:spPr/>
        <p:txBody>
          <a:bodyPr/>
          <a:lstStyle/>
          <a:p>
            <a:fld id="{8338F507-FFAD-4585-99E0-9DC17883AD4F}" type="slidenum">
              <a:rPr lang="en-US" smtClean="0"/>
              <a:pPr/>
              <a:t>2</a:t>
            </a:fld>
            <a:endParaRPr lang="en-US"/>
          </a:p>
        </p:txBody>
      </p:sp>
    </p:spTree>
    <p:extLst>
      <p:ext uri="{BB962C8B-B14F-4D97-AF65-F5344CB8AC3E}">
        <p14:creationId xmlns:p14="http://schemas.microsoft.com/office/powerpoint/2010/main" val="69755586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rtl="0">
              <a:lnSpc>
                <a:spcPct val="100000"/>
              </a:lnSpc>
              <a:spcBef>
                <a:spcPts val="0"/>
              </a:spcBef>
              <a:spcAft>
                <a:spcPts val="0"/>
              </a:spcAft>
              <a:buClr>
                <a:schemeClr val="dk1"/>
              </a:buClr>
              <a:buSzPts val="1100"/>
              <a:buFont typeface="Arial"/>
              <a:buNone/>
            </a:pPr>
            <a:r>
              <a:rPr lang="en-US" sz="1200" dirty="0">
                <a:solidFill>
                  <a:schemeClr val="dk1"/>
                </a:solidFill>
                <a:latin typeface="Calibri"/>
                <a:ea typeface="Calibri"/>
                <a:cs typeface="Calibri"/>
                <a:sym typeface="Calibri"/>
              </a:rPr>
              <a:t>Tailor slide to be applicable to your audience – i.e. if presentation for Assurance </a:t>
            </a:r>
            <a:r>
              <a:rPr lang="en-US" sz="1200" dirty="0" err="1">
                <a:solidFill>
                  <a:schemeClr val="dk1"/>
                </a:solidFill>
                <a:latin typeface="Calibri"/>
                <a:ea typeface="Calibri"/>
                <a:cs typeface="Calibri"/>
                <a:sym typeface="Calibri"/>
              </a:rPr>
              <a:t>LoS</a:t>
            </a:r>
            <a:r>
              <a:rPr lang="en-US" sz="1200" dirty="0">
                <a:solidFill>
                  <a:schemeClr val="dk1"/>
                </a:solidFill>
                <a:latin typeface="Calibri"/>
                <a:ea typeface="Calibri"/>
                <a:cs typeface="Calibri"/>
                <a:sym typeface="Calibri"/>
              </a:rPr>
              <a:t>, present names of the assurance risk management contacts. You may wish to add Independence team representatives names as well.</a:t>
            </a:r>
          </a:p>
          <a:p>
            <a:pPr marL="0" lvl="0" indent="0" algn="l" rtl="0">
              <a:lnSpc>
                <a:spcPct val="100000"/>
              </a:lnSpc>
              <a:spcBef>
                <a:spcPts val="0"/>
              </a:spcBef>
              <a:spcAft>
                <a:spcPts val="0"/>
              </a:spcAft>
              <a:buClr>
                <a:schemeClr val="dk1"/>
              </a:buClr>
              <a:buSzPts val="1100"/>
              <a:buFont typeface="Arial"/>
              <a:buNone/>
            </a:pPr>
            <a:endParaRPr lang="en-US" sz="1200" dirty="0">
              <a:solidFill>
                <a:schemeClr val="dk1"/>
              </a:solidFill>
              <a:latin typeface="Calibri"/>
              <a:ea typeface="Calibri"/>
              <a:cs typeface="Calibri"/>
              <a:sym typeface="Calibri"/>
            </a:endParaRPr>
          </a:p>
          <a:p>
            <a:pPr marL="0" lvl="0" indent="0" algn="l" rtl="0">
              <a:lnSpc>
                <a:spcPct val="100000"/>
              </a:lnSpc>
              <a:spcBef>
                <a:spcPts val="0"/>
              </a:spcBef>
              <a:spcAft>
                <a:spcPts val="0"/>
              </a:spcAft>
              <a:buSzPts val="1100"/>
              <a:buNone/>
            </a:pPr>
            <a:endParaRPr lang="en-US" dirty="0"/>
          </a:p>
        </p:txBody>
      </p:sp>
      <p:sp>
        <p:nvSpPr>
          <p:cNvPr id="4" name="Slide Number Placeholder 3"/>
          <p:cNvSpPr>
            <a:spLocks noGrp="1"/>
          </p:cNvSpPr>
          <p:nvPr>
            <p:ph type="sldNum" sz="quarter" idx="5"/>
          </p:nvPr>
        </p:nvSpPr>
        <p:spPr/>
        <p:txBody>
          <a:bodyPr/>
          <a:lstStyle/>
          <a:p>
            <a:fld id="{8338F507-FFAD-4585-99E0-9DC17883AD4F}" type="slidenum">
              <a:rPr lang="en-US" smtClean="0"/>
              <a:pPr/>
              <a:t>3</a:t>
            </a:fld>
            <a:endParaRPr lang="en-US"/>
          </a:p>
        </p:txBody>
      </p:sp>
    </p:spTree>
    <p:extLst>
      <p:ext uri="{BB962C8B-B14F-4D97-AF65-F5344CB8AC3E}">
        <p14:creationId xmlns:p14="http://schemas.microsoft.com/office/powerpoint/2010/main" val="134246521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rtl="0">
              <a:lnSpc>
                <a:spcPct val="100000"/>
              </a:lnSpc>
              <a:spcBef>
                <a:spcPts val="0"/>
              </a:spcBef>
              <a:spcAft>
                <a:spcPts val="0"/>
              </a:spcAft>
              <a:buClr>
                <a:schemeClr val="dk1"/>
              </a:buClr>
              <a:buSzPts val="1100"/>
              <a:buFont typeface="Arial"/>
              <a:buNone/>
            </a:pPr>
            <a:r>
              <a:rPr lang="en-US" sz="1200" dirty="0">
                <a:solidFill>
                  <a:schemeClr val="dk1"/>
                </a:solidFill>
                <a:latin typeface="Calibri"/>
                <a:ea typeface="Calibri"/>
                <a:cs typeface="Calibri"/>
                <a:sym typeface="Calibri"/>
              </a:rPr>
              <a:t>Tailor slide to be applicable to your audience – i.e. if presentation for Assurance </a:t>
            </a:r>
            <a:r>
              <a:rPr lang="en-US" sz="1200" dirty="0" err="1">
                <a:solidFill>
                  <a:schemeClr val="dk1"/>
                </a:solidFill>
                <a:latin typeface="Calibri"/>
                <a:ea typeface="Calibri"/>
                <a:cs typeface="Calibri"/>
                <a:sym typeface="Calibri"/>
              </a:rPr>
              <a:t>LoS</a:t>
            </a:r>
            <a:r>
              <a:rPr lang="en-US" sz="1200" dirty="0">
                <a:solidFill>
                  <a:schemeClr val="dk1"/>
                </a:solidFill>
                <a:latin typeface="Calibri"/>
                <a:ea typeface="Calibri"/>
                <a:cs typeface="Calibri"/>
                <a:sym typeface="Calibri"/>
              </a:rPr>
              <a:t>, present names of the assurance risk management contacts. You may wish to add Independence team representatives names as well.</a:t>
            </a:r>
          </a:p>
          <a:p>
            <a:pPr marL="0" lvl="0" indent="0" algn="l" rtl="0">
              <a:lnSpc>
                <a:spcPct val="100000"/>
              </a:lnSpc>
              <a:spcBef>
                <a:spcPts val="0"/>
              </a:spcBef>
              <a:spcAft>
                <a:spcPts val="0"/>
              </a:spcAft>
              <a:buClr>
                <a:schemeClr val="dk1"/>
              </a:buClr>
              <a:buSzPts val="1100"/>
              <a:buFont typeface="Arial"/>
              <a:buNone/>
            </a:pPr>
            <a:endParaRPr lang="en-US" sz="1200" dirty="0">
              <a:solidFill>
                <a:schemeClr val="dk1"/>
              </a:solidFill>
              <a:latin typeface="Calibri"/>
              <a:ea typeface="Calibri"/>
              <a:cs typeface="Calibri"/>
              <a:sym typeface="Calibri"/>
            </a:endParaRPr>
          </a:p>
          <a:p>
            <a:pPr marL="0" lvl="0" indent="0" algn="l" rtl="0">
              <a:lnSpc>
                <a:spcPct val="100000"/>
              </a:lnSpc>
              <a:spcBef>
                <a:spcPts val="0"/>
              </a:spcBef>
              <a:spcAft>
                <a:spcPts val="0"/>
              </a:spcAft>
              <a:buSzPts val="1100"/>
              <a:buNone/>
            </a:pPr>
            <a:endParaRPr lang="en-US" dirty="0"/>
          </a:p>
        </p:txBody>
      </p:sp>
      <p:sp>
        <p:nvSpPr>
          <p:cNvPr id="4" name="Slide Number Placeholder 3"/>
          <p:cNvSpPr>
            <a:spLocks noGrp="1"/>
          </p:cNvSpPr>
          <p:nvPr>
            <p:ph type="sldNum" sz="quarter" idx="5"/>
          </p:nvPr>
        </p:nvSpPr>
        <p:spPr/>
        <p:txBody>
          <a:bodyPr/>
          <a:lstStyle/>
          <a:p>
            <a:fld id="{8338F507-FFAD-4585-99E0-9DC17883AD4F}" type="slidenum">
              <a:rPr lang="en-US" smtClean="0"/>
              <a:pPr/>
              <a:t>4</a:t>
            </a:fld>
            <a:endParaRPr lang="en-US"/>
          </a:p>
        </p:txBody>
      </p:sp>
    </p:spTree>
    <p:extLst>
      <p:ext uri="{BB962C8B-B14F-4D97-AF65-F5344CB8AC3E}">
        <p14:creationId xmlns:p14="http://schemas.microsoft.com/office/powerpoint/2010/main" val="85494917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rtl="0">
              <a:lnSpc>
                <a:spcPct val="100000"/>
              </a:lnSpc>
              <a:spcBef>
                <a:spcPts val="0"/>
              </a:spcBef>
              <a:spcAft>
                <a:spcPts val="0"/>
              </a:spcAft>
              <a:buClr>
                <a:schemeClr val="dk1"/>
              </a:buClr>
              <a:buSzPts val="1100"/>
              <a:buFont typeface="Arial"/>
              <a:buNone/>
            </a:pPr>
            <a:r>
              <a:rPr lang="en-US" sz="1200" dirty="0">
                <a:solidFill>
                  <a:schemeClr val="dk1"/>
                </a:solidFill>
                <a:latin typeface="Calibri"/>
                <a:ea typeface="Calibri"/>
                <a:cs typeface="Calibri"/>
                <a:sym typeface="Calibri"/>
              </a:rPr>
              <a:t>Tailor slide to be applicable to your audience – i.e. if presentation for Assurance </a:t>
            </a:r>
            <a:r>
              <a:rPr lang="en-US" sz="1200" dirty="0" err="1">
                <a:solidFill>
                  <a:schemeClr val="dk1"/>
                </a:solidFill>
                <a:latin typeface="Calibri"/>
                <a:ea typeface="Calibri"/>
                <a:cs typeface="Calibri"/>
                <a:sym typeface="Calibri"/>
              </a:rPr>
              <a:t>LoS</a:t>
            </a:r>
            <a:r>
              <a:rPr lang="en-US" sz="1200" dirty="0">
                <a:solidFill>
                  <a:schemeClr val="dk1"/>
                </a:solidFill>
                <a:latin typeface="Calibri"/>
                <a:ea typeface="Calibri"/>
                <a:cs typeface="Calibri"/>
                <a:sym typeface="Calibri"/>
              </a:rPr>
              <a:t>, present names of the assurance risk management contacts. You may wish to add Independence team representatives names as well.</a:t>
            </a:r>
          </a:p>
          <a:p>
            <a:pPr marL="0" lvl="0" indent="0" algn="l" rtl="0">
              <a:lnSpc>
                <a:spcPct val="100000"/>
              </a:lnSpc>
              <a:spcBef>
                <a:spcPts val="0"/>
              </a:spcBef>
              <a:spcAft>
                <a:spcPts val="0"/>
              </a:spcAft>
              <a:buClr>
                <a:schemeClr val="dk1"/>
              </a:buClr>
              <a:buSzPts val="1100"/>
              <a:buFont typeface="Arial"/>
              <a:buNone/>
            </a:pPr>
            <a:endParaRPr lang="en-US" sz="1200" dirty="0">
              <a:solidFill>
                <a:schemeClr val="dk1"/>
              </a:solidFill>
              <a:latin typeface="Calibri"/>
              <a:ea typeface="Calibri"/>
              <a:cs typeface="Calibri"/>
              <a:sym typeface="Calibri"/>
            </a:endParaRPr>
          </a:p>
          <a:p>
            <a:pPr marL="0" lvl="0" indent="0" algn="l" rtl="0">
              <a:lnSpc>
                <a:spcPct val="100000"/>
              </a:lnSpc>
              <a:spcBef>
                <a:spcPts val="0"/>
              </a:spcBef>
              <a:spcAft>
                <a:spcPts val="0"/>
              </a:spcAft>
              <a:buSzPts val="1100"/>
              <a:buNone/>
            </a:pPr>
            <a:endParaRPr lang="en-US" dirty="0"/>
          </a:p>
        </p:txBody>
      </p:sp>
      <p:sp>
        <p:nvSpPr>
          <p:cNvPr id="4" name="Slide Number Placeholder 3"/>
          <p:cNvSpPr>
            <a:spLocks noGrp="1"/>
          </p:cNvSpPr>
          <p:nvPr>
            <p:ph type="sldNum" sz="quarter" idx="5"/>
          </p:nvPr>
        </p:nvSpPr>
        <p:spPr/>
        <p:txBody>
          <a:bodyPr/>
          <a:lstStyle/>
          <a:p>
            <a:fld id="{8338F507-FFAD-4585-99E0-9DC17883AD4F}" type="slidenum">
              <a:rPr lang="en-US" smtClean="0"/>
              <a:pPr/>
              <a:t>5</a:t>
            </a:fld>
            <a:endParaRPr lang="en-US"/>
          </a:p>
        </p:txBody>
      </p:sp>
    </p:spTree>
    <p:extLst>
      <p:ext uri="{BB962C8B-B14F-4D97-AF65-F5344CB8AC3E}">
        <p14:creationId xmlns:p14="http://schemas.microsoft.com/office/powerpoint/2010/main" val="299584561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rtl="0">
              <a:lnSpc>
                <a:spcPct val="100000"/>
              </a:lnSpc>
              <a:spcBef>
                <a:spcPts val="0"/>
              </a:spcBef>
              <a:spcAft>
                <a:spcPts val="0"/>
              </a:spcAft>
              <a:buClr>
                <a:schemeClr val="dk1"/>
              </a:buClr>
              <a:buSzPts val="1100"/>
              <a:buFont typeface="Arial"/>
              <a:buNone/>
            </a:pPr>
            <a:r>
              <a:rPr lang="en-US" sz="1200" b="1" dirty="0">
                <a:solidFill>
                  <a:schemeClr val="dk1"/>
                </a:solidFill>
                <a:latin typeface="Calibri"/>
                <a:ea typeface="Calibri"/>
                <a:cs typeface="Calibri"/>
                <a:sym typeface="Calibri"/>
              </a:rPr>
              <a:t>IMPORTANT POINTS TO </a:t>
            </a:r>
            <a:r>
              <a:rPr lang="en-US" sz="1200" b="1" dirty="0" err="1">
                <a:solidFill>
                  <a:schemeClr val="dk1"/>
                </a:solidFill>
                <a:latin typeface="Calibri"/>
                <a:ea typeface="Calibri"/>
                <a:cs typeface="Calibri"/>
                <a:sym typeface="Calibri"/>
              </a:rPr>
              <a:t>TO</a:t>
            </a:r>
            <a:r>
              <a:rPr lang="en-US" sz="1200" b="1" dirty="0">
                <a:solidFill>
                  <a:schemeClr val="dk1"/>
                </a:solidFill>
                <a:latin typeface="Calibri"/>
                <a:ea typeface="Calibri"/>
                <a:cs typeface="Calibri"/>
                <a:sym typeface="Calibri"/>
              </a:rPr>
              <a:t> BE DISCUSSED:</a:t>
            </a:r>
          </a:p>
          <a:p>
            <a:pPr marL="171450" lvl="0" indent="-171450" algn="l" rtl="0">
              <a:lnSpc>
                <a:spcPct val="100000"/>
              </a:lnSpc>
              <a:spcBef>
                <a:spcPts val="0"/>
              </a:spcBef>
              <a:spcAft>
                <a:spcPts val="0"/>
              </a:spcAft>
              <a:buClr>
                <a:schemeClr val="dk1"/>
              </a:buClr>
              <a:buSzPts val="1200"/>
              <a:buFont typeface="Calibri"/>
              <a:buChar char="-"/>
            </a:pPr>
            <a:r>
              <a:rPr lang="en-US" sz="1200" dirty="0">
                <a:solidFill>
                  <a:schemeClr val="dk1"/>
                </a:solidFill>
                <a:latin typeface="Calibri"/>
                <a:ea typeface="Calibri"/>
                <a:cs typeface="Calibri"/>
                <a:sym typeface="Calibri"/>
              </a:rPr>
              <a:t>Anyone of us can expose firm</a:t>
            </a:r>
          </a:p>
          <a:p>
            <a:pPr marL="171450" lvl="0" indent="-171450" algn="l" rtl="0">
              <a:lnSpc>
                <a:spcPct val="100000"/>
              </a:lnSpc>
              <a:spcBef>
                <a:spcPts val="0"/>
              </a:spcBef>
              <a:spcAft>
                <a:spcPts val="0"/>
              </a:spcAft>
              <a:buClr>
                <a:schemeClr val="dk1"/>
              </a:buClr>
              <a:buSzPts val="1200"/>
              <a:buFont typeface="Calibri"/>
              <a:buChar char="-"/>
            </a:pPr>
            <a:r>
              <a:rPr lang="en-US" sz="1200" dirty="0">
                <a:solidFill>
                  <a:schemeClr val="dk1"/>
                </a:solidFill>
                <a:latin typeface="Calibri"/>
                <a:ea typeface="Calibri"/>
                <a:cs typeface="Calibri"/>
                <a:sym typeface="Calibri"/>
              </a:rPr>
              <a:t>Everyone has to deal with risk management</a:t>
            </a:r>
          </a:p>
          <a:p>
            <a:pPr marL="171450" lvl="0" indent="-171450" algn="l" rtl="0">
              <a:lnSpc>
                <a:spcPct val="100000"/>
              </a:lnSpc>
              <a:spcBef>
                <a:spcPts val="0"/>
              </a:spcBef>
              <a:spcAft>
                <a:spcPts val="0"/>
              </a:spcAft>
              <a:buClr>
                <a:schemeClr val="dk1"/>
              </a:buClr>
              <a:buSzPts val="1200"/>
              <a:buFont typeface="Calibri"/>
              <a:buChar char="-"/>
            </a:pPr>
            <a:r>
              <a:rPr lang="en-US" sz="1200" dirty="0">
                <a:solidFill>
                  <a:schemeClr val="dk1"/>
                </a:solidFill>
                <a:latin typeface="Calibri"/>
                <a:ea typeface="Calibri"/>
                <a:cs typeface="Calibri"/>
                <a:sym typeface="Calibri"/>
              </a:rPr>
              <a:t>Risk management is a teamwork</a:t>
            </a:r>
          </a:p>
          <a:p>
            <a:pPr marL="171450" lvl="0" indent="-95250" algn="l" rtl="0">
              <a:lnSpc>
                <a:spcPct val="100000"/>
              </a:lnSpc>
              <a:spcBef>
                <a:spcPts val="0"/>
              </a:spcBef>
              <a:spcAft>
                <a:spcPts val="0"/>
              </a:spcAft>
              <a:buClr>
                <a:schemeClr val="dk1"/>
              </a:buClr>
              <a:buSzPts val="1200"/>
              <a:buFont typeface="Calibri"/>
              <a:buNone/>
            </a:pPr>
            <a:endParaRPr lang="en-US" sz="1200" dirty="0">
              <a:solidFill>
                <a:schemeClr val="dk1"/>
              </a:solidFill>
              <a:latin typeface="Calibri"/>
              <a:ea typeface="Calibri"/>
              <a:cs typeface="Calibri"/>
              <a:sym typeface="Calibri"/>
            </a:endParaRPr>
          </a:p>
          <a:p>
            <a:pPr marL="0" lvl="0" indent="0" algn="l" rtl="0">
              <a:lnSpc>
                <a:spcPct val="100000"/>
              </a:lnSpc>
              <a:spcBef>
                <a:spcPts val="0"/>
              </a:spcBef>
              <a:spcAft>
                <a:spcPts val="0"/>
              </a:spcAft>
              <a:buClr>
                <a:schemeClr val="dk1"/>
              </a:buClr>
              <a:buSzPts val="1200"/>
              <a:buFont typeface="Calibri"/>
              <a:buNone/>
            </a:pPr>
            <a:r>
              <a:rPr lang="en-US" sz="1200" dirty="0">
                <a:solidFill>
                  <a:schemeClr val="dk1"/>
                </a:solidFill>
                <a:latin typeface="Calibri"/>
                <a:ea typeface="Calibri"/>
                <a:cs typeface="Calibri"/>
                <a:sym typeface="Calibri"/>
              </a:rPr>
              <a:t>The presenter should ask the audience how they could potentially expose the firm to a risk. Various answers may be obtained, typically around losing or sharing clients’ confidential information, posting unfavorable materials about PwC on Facebook etc. The presenter should also use examples from own experience.</a:t>
            </a:r>
          </a:p>
          <a:p>
            <a:pPr marL="0" lvl="0" indent="0" algn="l" rtl="0">
              <a:lnSpc>
                <a:spcPct val="100000"/>
              </a:lnSpc>
              <a:spcBef>
                <a:spcPts val="0"/>
              </a:spcBef>
              <a:spcAft>
                <a:spcPts val="0"/>
              </a:spcAft>
              <a:buSzPts val="1100"/>
              <a:buNone/>
            </a:pPr>
            <a:endParaRPr lang="en-US" dirty="0"/>
          </a:p>
          <a:p>
            <a:pPr marL="0" lvl="0" indent="0" algn="l" rtl="0">
              <a:lnSpc>
                <a:spcPct val="100000"/>
              </a:lnSpc>
              <a:spcBef>
                <a:spcPts val="0"/>
              </a:spcBef>
              <a:spcAft>
                <a:spcPts val="0"/>
              </a:spcAft>
              <a:buSzPts val="1100"/>
              <a:buNone/>
            </a:pPr>
            <a:r>
              <a:rPr lang="en-US" b="1" dirty="0"/>
              <a:t>EXAMPLE:</a:t>
            </a:r>
            <a:endParaRPr lang="en-US" dirty="0"/>
          </a:p>
          <a:p>
            <a:pPr marL="0" lvl="0" indent="0" algn="l" rtl="0">
              <a:lnSpc>
                <a:spcPct val="100000"/>
              </a:lnSpc>
              <a:spcBef>
                <a:spcPts val="0"/>
              </a:spcBef>
              <a:spcAft>
                <a:spcPts val="0"/>
              </a:spcAft>
              <a:buSzPts val="1100"/>
              <a:buNone/>
            </a:pPr>
            <a:endParaRPr lang="en-US" dirty="0"/>
          </a:p>
          <a:p>
            <a:pPr marL="0" lvl="0" indent="0" algn="l" rtl="0">
              <a:lnSpc>
                <a:spcPct val="100000"/>
              </a:lnSpc>
              <a:spcBef>
                <a:spcPts val="0"/>
              </a:spcBef>
              <a:spcAft>
                <a:spcPts val="0"/>
              </a:spcAft>
              <a:buSzPts val="1100"/>
              <a:buNone/>
            </a:pPr>
            <a:r>
              <a:rPr lang="en-US" b="0" dirty="0"/>
              <a:t>Sending an offensive, private email from company mailbox to </a:t>
            </a:r>
            <a:r>
              <a:rPr lang="en-US" b="0" dirty="0" err="1"/>
              <a:t>i.e</a:t>
            </a:r>
            <a:r>
              <a:rPr lang="en-US" b="0" dirty="0"/>
              <a:t> </a:t>
            </a:r>
            <a:r>
              <a:rPr lang="en-US" b="0" dirty="0" err="1"/>
              <a:t>goverment</a:t>
            </a:r>
            <a:r>
              <a:rPr lang="en-US" b="0" dirty="0"/>
              <a:t> </a:t>
            </a:r>
            <a:r>
              <a:rPr lang="en-US" b="0" dirty="0" err="1"/>
              <a:t>officals</a:t>
            </a:r>
            <a:r>
              <a:rPr lang="en-US" b="0" dirty="0"/>
              <a:t> could led to a sensitive situation.</a:t>
            </a:r>
          </a:p>
        </p:txBody>
      </p:sp>
      <p:sp>
        <p:nvSpPr>
          <p:cNvPr id="4" name="Slide Number Placeholder 3"/>
          <p:cNvSpPr>
            <a:spLocks noGrp="1"/>
          </p:cNvSpPr>
          <p:nvPr>
            <p:ph type="sldNum" sz="quarter" idx="5"/>
          </p:nvPr>
        </p:nvSpPr>
        <p:spPr/>
        <p:txBody>
          <a:bodyPr/>
          <a:lstStyle/>
          <a:p>
            <a:fld id="{8338F507-FFAD-4585-99E0-9DC17883AD4F}" type="slidenum">
              <a:rPr lang="en-US" smtClean="0"/>
              <a:pPr/>
              <a:t>6</a:t>
            </a:fld>
            <a:endParaRPr lang="en-US"/>
          </a:p>
        </p:txBody>
      </p:sp>
    </p:spTree>
    <p:extLst>
      <p:ext uri="{BB962C8B-B14F-4D97-AF65-F5344CB8AC3E}">
        <p14:creationId xmlns:p14="http://schemas.microsoft.com/office/powerpoint/2010/main" val="242397578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rtl="0">
              <a:lnSpc>
                <a:spcPct val="100000"/>
              </a:lnSpc>
              <a:spcBef>
                <a:spcPts val="0"/>
              </a:spcBef>
              <a:spcAft>
                <a:spcPts val="0"/>
              </a:spcAft>
              <a:buClr>
                <a:schemeClr val="dk1"/>
              </a:buClr>
              <a:buSzPts val="1100"/>
              <a:buFont typeface="Arial"/>
              <a:buNone/>
            </a:pPr>
            <a:r>
              <a:rPr lang="en-US" sz="1200" b="1" dirty="0">
                <a:solidFill>
                  <a:schemeClr val="dk1"/>
                </a:solidFill>
                <a:latin typeface="Calibri"/>
                <a:ea typeface="Calibri"/>
                <a:cs typeface="Calibri"/>
                <a:sym typeface="Calibri"/>
              </a:rPr>
              <a:t>TO BE DISCUSSED IN FORM OF Q&amp;A WITH PARTICIPANTS, NOT A LECTURE. Explain that the list provided is common, irrespective of the type of engagement</a:t>
            </a:r>
            <a:endParaRPr lang="en-US" sz="1200" dirty="0">
              <a:solidFill>
                <a:schemeClr val="dk1"/>
              </a:solidFill>
              <a:latin typeface="Calibri"/>
              <a:ea typeface="Calibri"/>
              <a:cs typeface="Calibri"/>
              <a:sym typeface="Calibri"/>
            </a:endParaRPr>
          </a:p>
          <a:p>
            <a:pPr marL="0" lvl="0" indent="0" algn="l" rtl="0">
              <a:lnSpc>
                <a:spcPct val="100000"/>
              </a:lnSpc>
              <a:spcBef>
                <a:spcPts val="0"/>
              </a:spcBef>
              <a:spcAft>
                <a:spcPts val="0"/>
              </a:spcAft>
              <a:buClr>
                <a:schemeClr val="dk1"/>
              </a:buClr>
              <a:buSzPts val="1100"/>
              <a:buFont typeface="Arial"/>
              <a:buNone/>
            </a:pPr>
            <a:r>
              <a:rPr lang="en-US" sz="1200" dirty="0">
                <a:solidFill>
                  <a:schemeClr val="dk1"/>
                </a:solidFill>
                <a:latin typeface="Calibri"/>
                <a:ea typeface="Calibri"/>
                <a:cs typeface="Calibri"/>
                <a:sym typeface="Calibri"/>
              </a:rPr>
              <a:t>During Q&amp;A part put emphasis on a </a:t>
            </a:r>
            <a:r>
              <a:rPr lang="en-US" sz="1200" b="1" dirty="0">
                <a:solidFill>
                  <a:schemeClr val="dk1"/>
                </a:solidFill>
                <a:latin typeface="Calibri"/>
                <a:ea typeface="Calibri"/>
                <a:cs typeface="Calibri"/>
                <a:sym typeface="Calibri"/>
              </a:rPr>
              <a:t>client risk</a:t>
            </a:r>
            <a:r>
              <a:rPr lang="en-US" sz="1200" dirty="0">
                <a:solidFill>
                  <a:schemeClr val="dk1"/>
                </a:solidFill>
                <a:latin typeface="Calibri"/>
                <a:ea typeface="Calibri"/>
                <a:cs typeface="Calibri"/>
                <a:sym typeface="Calibri"/>
              </a:rPr>
              <a:t> and a </a:t>
            </a:r>
            <a:r>
              <a:rPr lang="en-US" sz="1200" b="1" dirty="0">
                <a:solidFill>
                  <a:schemeClr val="dk1"/>
                </a:solidFill>
                <a:latin typeface="Calibri"/>
                <a:ea typeface="Calibri"/>
                <a:cs typeface="Calibri"/>
                <a:sym typeface="Calibri"/>
              </a:rPr>
              <a:t>performance risk</a:t>
            </a:r>
            <a:r>
              <a:rPr lang="en-US" sz="1200" dirty="0">
                <a:solidFill>
                  <a:schemeClr val="dk1"/>
                </a:solidFill>
                <a:latin typeface="Calibri"/>
                <a:ea typeface="Calibri"/>
                <a:cs typeface="Calibri"/>
                <a:sym typeface="Calibri"/>
              </a:rPr>
              <a:t>.</a:t>
            </a:r>
          </a:p>
          <a:p>
            <a:pPr marL="0" lvl="0" indent="0" algn="l" rtl="0">
              <a:lnSpc>
                <a:spcPct val="100000"/>
              </a:lnSpc>
              <a:spcBef>
                <a:spcPts val="0"/>
              </a:spcBef>
              <a:spcAft>
                <a:spcPts val="0"/>
              </a:spcAft>
              <a:buClr>
                <a:schemeClr val="dk1"/>
              </a:buClr>
              <a:buSzPts val="1100"/>
              <a:buFont typeface="Arial"/>
              <a:buNone/>
            </a:pPr>
            <a:endParaRPr lang="en-US" sz="1200" dirty="0">
              <a:solidFill>
                <a:schemeClr val="dk1"/>
              </a:solidFill>
              <a:latin typeface="Calibri"/>
              <a:ea typeface="Calibri"/>
              <a:cs typeface="Calibri"/>
              <a:sym typeface="Calibri"/>
            </a:endParaRPr>
          </a:p>
          <a:p>
            <a:pPr marL="0" lvl="0" indent="0" algn="l" rtl="0">
              <a:lnSpc>
                <a:spcPct val="100000"/>
              </a:lnSpc>
              <a:spcBef>
                <a:spcPts val="0"/>
              </a:spcBef>
              <a:spcAft>
                <a:spcPts val="0"/>
              </a:spcAft>
              <a:buClr>
                <a:schemeClr val="dk1"/>
              </a:buClr>
              <a:buSzPts val="1100"/>
              <a:buFont typeface="Arial"/>
              <a:buNone/>
            </a:pPr>
            <a:r>
              <a:rPr lang="en-US" sz="1200" dirty="0">
                <a:solidFill>
                  <a:schemeClr val="dk1"/>
                </a:solidFill>
                <a:latin typeface="Calibri"/>
                <a:ea typeface="Calibri"/>
                <a:cs typeface="Calibri"/>
                <a:sym typeface="Calibri"/>
              </a:rPr>
              <a:t>Client risk – explain how important is to serve the right clients, describe what types of checks and procedures are being done before accepting a new client. Ask participants what limitations may be in accepting additional piece of work for a client already accepted (answer: independence rules, resourcing limitations </a:t>
            </a:r>
            <a:r>
              <a:rPr lang="en-US" sz="1200" dirty="0" err="1">
                <a:solidFill>
                  <a:schemeClr val="dk1"/>
                </a:solidFill>
                <a:latin typeface="Calibri"/>
                <a:ea typeface="Calibri"/>
                <a:cs typeface="Calibri"/>
                <a:sym typeface="Calibri"/>
              </a:rPr>
              <a:t>etc</a:t>
            </a:r>
            <a:r>
              <a:rPr lang="en-US" sz="1200" dirty="0">
                <a:solidFill>
                  <a:schemeClr val="dk1"/>
                </a:solidFill>
                <a:latin typeface="Calibri"/>
                <a:ea typeface="Calibri"/>
                <a:cs typeface="Calibri"/>
                <a:sym typeface="Calibri"/>
              </a:rPr>
              <a:t>)</a:t>
            </a:r>
          </a:p>
          <a:p>
            <a:pPr marL="0" lvl="0" indent="0" algn="l" rtl="0">
              <a:lnSpc>
                <a:spcPct val="100000"/>
              </a:lnSpc>
              <a:spcBef>
                <a:spcPts val="0"/>
              </a:spcBef>
              <a:spcAft>
                <a:spcPts val="0"/>
              </a:spcAft>
              <a:buClr>
                <a:schemeClr val="dk1"/>
              </a:buClr>
              <a:buSzPts val="1100"/>
              <a:buFont typeface="Arial"/>
              <a:buNone/>
            </a:pPr>
            <a:endParaRPr lang="en-US" sz="1200" dirty="0">
              <a:solidFill>
                <a:schemeClr val="dk1"/>
              </a:solidFill>
              <a:latin typeface="Calibri"/>
              <a:ea typeface="Calibri"/>
              <a:cs typeface="Calibri"/>
              <a:sym typeface="Calibri"/>
            </a:endParaRPr>
          </a:p>
          <a:p>
            <a:pPr marL="0" lvl="0" indent="0" algn="l" rtl="0">
              <a:lnSpc>
                <a:spcPct val="100000"/>
              </a:lnSpc>
              <a:spcBef>
                <a:spcPts val="0"/>
              </a:spcBef>
              <a:spcAft>
                <a:spcPts val="0"/>
              </a:spcAft>
              <a:buClr>
                <a:schemeClr val="dk1"/>
              </a:buClr>
              <a:buSzPts val="1100"/>
              <a:buFont typeface="Arial"/>
              <a:buNone/>
            </a:pPr>
            <a:r>
              <a:rPr lang="en-US" sz="1200" dirty="0">
                <a:solidFill>
                  <a:schemeClr val="dk1"/>
                </a:solidFill>
                <a:latin typeface="Calibri"/>
                <a:ea typeface="Calibri"/>
                <a:cs typeface="Calibri"/>
                <a:sym typeface="Calibri"/>
              </a:rPr>
              <a:t>Contract risk – describe the process of accepting engagement contract clauses in your </a:t>
            </a:r>
            <a:r>
              <a:rPr lang="en-US" sz="1200" dirty="0" err="1">
                <a:solidFill>
                  <a:schemeClr val="dk1"/>
                </a:solidFill>
                <a:latin typeface="Calibri"/>
                <a:ea typeface="Calibri"/>
                <a:cs typeface="Calibri"/>
                <a:sym typeface="Calibri"/>
              </a:rPr>
              <a:t>LoS</a:t>
            </a:r>
            <a:r>
              <a:rPr lang="en-US" sz="1200" dirty="0">
                <a:solidFill>
                  <a:schemeClr val="dk1"/>
                </a:solidFill>
                <a:latin typeface="Calibri"/>
                <a:ea typeface="Calibri"/>
                <a:cs typeface="Calibri"/>
                <a:sym typeface="Calibri"/>
              </a:rPr>
              <a:t>/territory (OGC, RM approvals). </a:t>
            </a:r>
          </a:p>
          <a:p>
            <a:pPr marL="0" lvl="0" indent="0" algn="l" rtl="0">
              <a:lnSpc>
                <a:spcPct val="100000"/>
              </a:lnSpc>
              <a:spcBef>
                <a:spcPts val="0"/>
              </a:spcBef>
              <a:spcAft>
                <a:spcPts val="0"/>
              </a:spcAft>
              <a:buClr>
                <a:schemeClr val="dk1"/>
              </a:buClr>
              <a:buSzPts val="1100"/>
              <a:buFont typeface="Arial"/>
              <a:buNone/>
            </a:pPr>
            <a:endParaRPr lang="en-US" sz="1200" dirty="0">
              <a:solidFill>
                <a:schemeClr val="dk1"/>
              </a:solidFill>
              <a:latin typeface="Calibri"/>
              <a:ea typeface="Calibri"/>
              <a:cs typeface="Calibri"/>
              <a:sym typeface="Calibri"/>
            </a:endParaRPr>
          </a:p>
          <a:p>
            <a:pPr marL="0" lvl="0" indent="0" algn="l" rtl="0">
              <a:lnSpc>
                <a:spcPct val="100000"/>
              </a:lnSpc>
              <a:spcBef>
                <a:spcPts val="0"/>
              </a:spcBef>
              <a:spcAft>
                <a:spcPts val="0"/>
              </a:spcAft>
              <a:buClr>
                <a:schemeClr val="dk1"/>
              </a:buClr>
              <a:buSzPts val="1100"/>
              <a:buFont typeface="Arial"/>
              <a:buNone/>
            </a:pPr>
            <a:r>
              <a:rPr lang="en-US" sz="1200" dirty="0">
                <a:solidFill>
                  <a:schemeClr val="dk1"/>
                </a:solidFill>
                <a:latin typeface="Calibri"/>
                <a:ea typeface="Calibri"/>
                <a:cs typeface="Calibri"/>
                <a:sym typeface="Calibri"/>
              </a:rPr>
              <a:t>Product risk – state that this may happen when there was inadequate project management at the beginning. Fortunately that kind of risk </a:t>
            </a:r>
            <a:r>
              <a:rPr lang="en-US" sz="1200" dirty="0" err="1">
                <a:solidFill>
                  <a:schemeClr val="dk1"/>
                </a:solidFill>
                <a:latin typeface="Calibri"/>
                <a:ea typeface="Calibri"/>
                <a:cs typeface="Calibri"/>
                <a:sym typeface="Calibri"/>
              </a:rPr>
              <a:t>materialise</a:t>
            </a:r>
            <a:r>
              <a:rPr lang="en-US" sz="1200" dirty="0">
                <a:solidFill>
                  <a:schemeClr val="dk1"/>
                </a:solidFill>
                <a:latin typeface="Calibri"/>
                <a:ea typeface="Calibri"/>
                <a:cs typeface="Calibri"/>
                <a:sym typeface="Calibri"/>
              </a:rPr>
              <a:t> quite rare but in practice it would mean that a client expected a different service than we agreed/provide.</a:t>
            </a:r>
          </a:p>
          <a:p>
            <a:pPr marL="0" lvl="0" indent="0" algn="l" rtl="0">
              <a:lnSpc>
                <a:spcPct val="100000"/>
              </a:lnSpc>
              <a:spcBef>
                <a:spcPts val="0"/>
              </a:spcBef>
              <a:spcAft>
                <a:spcPts val="0"/>
              </a:spcAft>
              <a:buClr>
                <a:schemeClr val="dk1"/>
              </a:buClr>
              <a:buSzPts val="1100"/>
              <a:buFont typeface="Arial"/>
              <a:buNone/>
            </a:pPr>
            <a:endParaRPr lang="en-US" sz="1200" dirty="0">
              <a:solidFill>
                <a:schemeClr val="dk1"/>
              </a:solidFill>
              <a:latin typeface="Calibri"/>
              <a:ea typeface="Calibri"/>
              <a:cs typeface="Calibri"/>
              <a:sym typeface="Calibri"/>
            </a:endParaRPr>
          </a:p>
          <a:p>
            <a:pPr marL="0" lvl="0" indent="0" algn="l" rtl="0">
              <a:lnSpc>
                <a:spcPct val="100000"/>
              </a:lnSpc>
              <a:spcBef>
                <a:spcPts val="0"/>
              </a:spcBef>
              <a:spcAft>
                <a:spcPts val="0"/>
              </a:spcAft>
              <a:buClr>
                <a:schemeClr val="dk1"/>
              </a:buClr>
              <a:buSzPts val="1100"/>
              <a:buFont typeface="Arial"/>
              <a:buNone/>
            </a:pPr>
            <a:r>
              <a:rPr lang="en-US" sz="1200" dirty="0">
                <a:solidFill>
                  <a:schemeClr val="dk1"/>
                </a:solidFill>
                <a:latin typeface="Calibri"/>
                <a:ea typeface="Calibri"/>
                <a:cs typeface="Calibri"/>
                <a:sym typeface="Calibri"/>
              </a:rPr>
              <a:t>Performance risk – includes human error. Ask participants what are the ways to </a:t>
            </a:r>
            <a:r>
              <a:rPr lang="en-US" sz="1200" dirty="0" err="1">
                <a:solidFill>
                  <a:schemeClr val="dk1"/>
                </a:solidFill>
                <a:latin typeface="Calibri"/>
                <a:ea typeface="Calibri"/>
                <a:cs typeface="Calibri"/>
                <a:sym typeface="Calibri"/>
              </a:rPr>
              <a:t>minimise</a:t>
            </a:r>
            <a:r>
              <a:rPr lang="en-US" sz="1200" dirty="0">
                <a:solidFill>
                  <a:schemeClr val="dk1"/>
                </a:solidFill>
                <a:latin typeface="Calibri"/>
                <a:ea typeface="Calibri"/>
                <a:cs typeface="Calibri"/>
                <a:sym typeface="Calibri"/>
              </a:rPr>
              <a:t> this risk (possible answers: training, coaching, proper recruitment process, 4 eyes review of work done, risk based approach in tasks allocation)</a:t>
            </a:r>
          </a:p>
          <a:p>
            <a:pPr marL="0" lvl="0" indent="0" algn="l" rtl="0">
              <a:lnSpc>
                <a:spcPct val="100000"/>
              </a:lnSpc>
              <a:spcBef>
                <a:spcPts val="0"/>
              </a:spcBef>
              <a:spcAft>
                <a:spcPts val="0"/>
              </a:spcAft>
              <a:buClr>
                <a:schemeClr val="dk1"/>
              </a:buClr>
              <a:buSzPts val="1100"/>
              <a:buFont typeface="Arial"/>
              <a:buNone/>
            </a:pPr>
            <a:endParaRPr lang="en-US" sz="1200" dirty="0">
              <a:solidFill>
                <a:schemeClr val="dk1"/>
              </a:solidFill>
              <a:latin typeface="Calibri"/>
              <a:ea typeface="Calibri"/>
              <a:cs typeface="Calibri"/>
              <a:sym typeface="Calibri"/>
            </a:endParaRPr>
          </a:p>
          <a:p>
            <a:pPr marL="0" lvl="0" indent="0" algn="l" rtl="0">
              <a:lnSpc>
                <a:spcPct val="100000"/>
              </a:lnSpc>
              <a:spcBef>
                <a:spcPts val="0"/>
              </a:spcBef>
              <a:spcAft>
                <a:spcPts val="0"/>
              </a:spcAft>
              <a:buClr>
                <a:schemeClr val="dk1"/>
              </a:buClr>
              <a:buSzPts val="1100"/>
              <a:buFont typeface="Arial"/>
              <a:buNone/>
            </a:pPr>
            <a:r>
              <a:rPr lang="en-US" sz="1200" dirty="0">
                <a:solidFill>
                  <a:schemeClr val="dk1"/>
                </a:solidFill>
                <a:latin typeface="Calibri"/>
                <a:ea typeface="Calibri"/>
                <a:cs typeface="Calibri"/>
                <a:sym typeface="Calibri"/>
              </a:rPr>
              <a:t>Litigation risk – possible claims/troublesome practice matters that could result in fines, bad publicity, reputation damage. Ask the audience </a:t>
            </a:r>
            <a:r>
              <a:rPr lang="en-US" sz="1200" dirty="0" err="1">
                <a:solidFill>
                  <a:schemeClr val="dk1"/>
                </a:solidFill>
                <a:latin typeface="Calibri"/>
                <a:ea typeface="Calibri"/>
                <a:cs typeface="Calibri"/>
                <a:sym typeface="Calibri"/>
              </a:rPr>
              <a:t>wheter</a:t>
            </a:r>
            <a:r>
              <a:rPr lang="en-US" sz="1200" dirty="0">
                <a:solidFill>
                  <a:schemeClr val="dk1"/>
                </a:solidFill>
                <a:latin typeface="Calibri"/>
                <a:ea typeface="Calibri"/>
                <a:cs typeface="Calibri"/>
                <a:sym typeface="Calibri"/>
              </a:rPr>
              <a:t> they would prefer to settle outside the court or go to court. Discuss the pros and cons of both options.</a:t>
            </a:r>
            <a:endParaRPr lang="en-US" dirty="0"/>
          </a:p>
        </p:txBody>
      </p:sp>
      <p:sp>
        <p:nvSpPr>
          <p:cNvPr id="4" name="Slide Number Placeholder 3"/>
          <p:cNvSpPr>
            <a:spLocks noGrp="1"/>
          </p:cNvSpPr>
          <p:nvPr>
            <p:ph type="sldNum" sz="quarter" idx="5"/>
          </p:nvPr>
        </p:nvSpPr>
        <p:spPr/>
        <p:txBody>
          <a:bodyPr/>
          <a:lstStyle/>
          <a:p>
            <a:fld id="{8338F507-FFAD-4585-99E0-9DC17883AD4F}" type="slidenum">
              <a:rPr lang="en-US" smtClean="0"/>
              <a:pPr/>
              <a:t>7</a:t>
            </a:fld>
            <a:endParaRPr lang="en-US"/>
          </a:p>
        </p:txBody>
      </p:sp>
    </p:spTree>
    <p:extLst>
      <p:ext uri="{BB962C8B-B14F-4D97-AF65-F5344CB8AC3E}">
        <p14:creationId xmlns:p14="http://schemas.microsoft.com/office/powerpoint/2010/main" val="283740560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rtl="0">
              <a:lnSpc>
                <a:spcPct val="100000"/>
              </a:lnSpc>
              <a:spcBef>
                <a:spcPts val="0"/>
              </a:spcBef>
              <a:spcAft>
                <a:spcPts val="0"/>
              </a:spcAft>
              <a:buClr>
                <a:schemeClr val="dk1"/>
              </a:buClr>
              <a:buSzPts val="1100"/>
              <a:buFont typeface="Arial"/>
              <a:buNone/>
            </a:pPr>
            <a:r>
              <a:rPr lang="en-US" sz="1200" dirty="0">
                <a:solidFill>
                  <a:schemeClr val="dk1"/>
                </a:solidFill>
                <a:latin typeface="Calibri"/>
                <a:ea typeface="Calibri"/>
                <a:cs typeface="Calibri"/>
                <a:sym typeface="Calibri"/>
              </a:rPr>
              <a:t>Explain, that the main repository of RM policies and guidance is database called MATRISK. This is a global tool, because principal RM policies are the same within PwC network. Those global policies are supplemented by CEE policies as well as local ones, resulting from specific laws and rules of a given territory.</a:t>
            </a:r>
          </a:p>
          <a:p>
            <a:pPr marL="0" lvl="0" indent="0" algn="l" rtl="0">
              <a:lnSpc>
                <a:spcPct val="100000"/>
              </a:lnSpc>
              <a:spcBef>
                <a:spcPts val="0"/>
              </a:spcBef>
              <a:spcAft>
                <a:spcPts val="0"/>
              </a:spcAft>
              <a:buClr>
                <a:schemeClr val="dk1"/>
              </a:buClr>
              <a:buSzPts val="1100"/>
              <a:buFont typeface="Arial"/>
              <a:buNone/>
            </a:pPr>
            <a:r>
              <a:rPr lang="en-US" sz="1200" dirty="0">
                <a:solidFill>
                  <a:schemeClr val="dk1"/>
                </a:solidFill>
                <a:latin typeface="Calibri"/>
                <a:ea typeface="Calibri"/>
                <a:cs typeface="Calibri"/>
                <a:sym typeface="Calibri"/>
              </a:rPr>
              <a:t>It is important to show participants </a:t>
            </a:r>
            <a:r>
              <a:rPr lang="en-US" sz="1200" dirty="0" err="1">
                <a:solidFill>
                  <a:schemeClr val="dk1"/>
                </a:solidFill>
                <a:latin typeface="Calibri"/>
                <a:ea typeface="Calibri"/>
                <a:cs typeface="Calibri"/>
                <a:sym typeface="Calibri"/>
              </a:rPr>
              <a:t>Matrisk</a:t>
            </a:r>
            <a:r>
              <a:rPr lang="en-US" sz="1200" dirty="0">
                <a:solidFill>
                  <a:schemeClr val="dk1"/>
                </a:solidFill>
                <a:latin typeface="Calibri"/>
                <a:ea typeface="Calibri"/>
                <a:cs typeface="Calibri"/>
                <a:sym typeface="Calibri"/>
              </a:rPr>
              <a:t> database, not only </a:t>
            </a:r>
            <a:r>
              <a:rPr lang="en-US" sz="1200" dirty="0" err="1">
                <a:solidFill>
                  <a:schemeClr val="dk1"/>
                </a:solidFill>
                <a:latin typeface="Calibri"/>
                <a:ea typeface="Calibri"/>
                <a:cs typeface="Calibri"/>
                <a:sym typeface="Calibri"/>
              </a:rPr>
              <a:t>printscreen</a:t>
            </a:r>
            <a:r>
              <a:rPr lang="en-US" sz="1200" dirty="0">
                <a:solidFill>
                  <a:schemeClr val="dk1"/>
                </a:solidFill>
                <a:latin typeface="Calibri"/>
                <a:ea typeface="Calibri"/>
                <a:cs typeface="Calibri"/>
                <a:sym typeface="Calibri"/>
              </a:rPr>
              <a:t> included in the presentation. </a:t>
            </a:r>
          </a:p>
          <a:p>
            <a:pPr marL="0" lvl="0" indent="0" algn="l" rtl="0">
              <a:lnSpc>
                <a:spcPct val="100000"/>
              </a:lnSpc>
              <a:spcBef>
                <a:spcPts val="0"/>
              </a:spcBef>
              <a:spcAft>
                <a:spcPts val="0"/>
              </a:spcAft>
              <a:buSzPts val="1100"/>
              <a:buNone/>
            </a:pPr>
            <a:endParaRPr lang="en-US" dirty="0"/>
          </a:p>
          <a:p>
            <a:endParaRPr lang="ru-RU" dirty="0"/>
          </a:p>
        </p:txBody>
      </p:sp>
      <p:sp>
        <p:nvSpPr>
          <p:cNvPr id="4" name="Slide Number Placeholder 3"/>
          <p:cNvSpPr>
            <a:spLocks noGrp="1"/>
          </p:cNvSpPr>
          <p:nvPr>
            <p:ph type="sldNum" sz="quarter" idx="5"/>
          </p:nvPr>
        </p:nvSpPr>
        <p:spPr/>
        <p:txBody>
          <a:bodyPr/>
          <a:lstStyle/>
          <a:p>
            <a:fld id="{8338F507-FFAD-4585-99E0-9DC17883AD4F}" type="slidenum">
              <a:rPr lang="en-US" smtClean="0"/>
              <a:pPr/>
              <a:t>8</a:t>
            </a:fld>
            <a:endParaRPr lang="en-US"/>
          </a:p>
        </p:txBody>
      </p:sp>
    </p:spTree>
    <p:extLst>
      <p:ext uri="{BB962C8B-B14F-4D97-AF65-F5344CB8AC3E}">
        <p14:creationId xmlns:p14="http://schemas.microsoft.com/office/powerpoint/2010/main" val="106954589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rtl="0">
              <a:lnSpc>
                <a:spcPct val="100000"/>
              </a:lnSpc>
              <a:spcBef>
                <a:spcPts val="0"/>
              </a:spcBef>
              <a:spcAft>
                <a:spcPts val="0"/>
              </a:spcAft>
              <a:buClr>
                <a:schemeClr val="dk1"/>
              </a:buClr>
              <a:buSzPts val="1100"/>
              <a:buFont typeface="Arial"/>
              <a:buNone/>
            </a:pPr>
            <a:r>
              <a:rPr lang="en-US" sz="1200" dirty="0">
                <a:solidFill>
                  <a:schemeClr val="dk1"/>
                </a:solidFill>
                <a:latin typeface="Calibri"/>
                <a:ea typeface="Calibri"/>
                <a:cs typeface="Calibri"/>
                <a:sym typeface="Calibri"/>
              </a:rPr>
              <a:t>Apart from </a:t>
            </a:r>
            <a:r>
              <a:rPr lang="en-US" sz="1200" dirty="0" err="1">
                <a:solidFill>
                  <a:schemeClr val="dk1"/>
                </a:solidFill>
                <a:latin typeface="Calibri"/>
                <a:ea typeface="Calibri"/>
                <a:cs typeface="Calibri"/>
                <a:sym typeface="Calibri"/>
              </a:rPr>
              <a:t>Matrisk</a:t>
            </a:r>
            <a:r>
              <a:rPr lang="en-US" sz="1200" dirty="0">
                <a:solidFill>
                  <a:schemeClr val="dk1"/>
                </a:solidFill>
                <a:latin typeface="Calibri"/>
                <a:ea typeface="Calibri"/>
                <a:cs typeface="Calibri"/>
                <a:sym typeface="Calibri"/>
              </a:rPr>
              <a:t> </a:t>
            </a:r>
            <a:r>
              <a:rPr lang="en-US" sz="1200" dirty="0" err="1">
                <a:solidFill>
                  <a:schemeClr val="dk1"/>
                </a:solidFill>
                <a:latin typeface="Calibri"/>
                <a:ea typeface="Calibri"/>
                <a:cs typeface="Calibri"/>
                <a:sym typeface="Calibri"/>
              </a:rPr>
              <a:t>db</a:t>
            </a:r>
            <a:r>
              <a:rPr lang="en-US" sz="1200" dirty="0">
                <a:solidFill>
                  <a:schemeClr val="dk1"/>
                </a:solidFill>
                <a:latin typeface="Calibri"/>
                <a:ea typeface="Calibri"/>
                <a:cs typeface="Calibri"/>
                <a:sym typeface="Calibri"/>
              </a:rPr>
              <a:t>, RM related rules are included in network standards. Requirements from those standards are embedded into PwC processes and procedures. </a:t>
            </a:r>
          </a:p>
          <a:p>
            <a:pPr marL="0" lvl="0" indent="0" algn="l" rtl="0">
              <a:lnSpc>
                <a:spcPct val="100000"/>
              </a:lnSpc>
              <a:spcBef>
                <a:spcPts val="0"/>
              </a:spcBef>
              <a:spcAft>
                <a:spcPts val="0"/>
              </a:spcAft>
              <a:buClr>
                <a:schemeClr val="dk1"/>
              </a:buClr>
              <a:buSzPts val="1100"/>
              <a:buFont typeface="Arial"/>
              <a:buNone/>
            </a:pPr>
            <a:r>
              <a:rPr lang="en-US" sz="1200" dirty="0">
                <a:solidFill>
                  <a:schemeClr val="dk1"/>
                </a:solidFill>
                <a:latin typeface="Calibri"/>
                <a:ea typeface="Calibri"/>
                <a:cs typeface="Calibri"/>
                <a:sym typeface="Calibri"/>
              </a:rPr>
              <a:t>Refer participants to ACC - Annual Compliance Confirmation, which requires PwC partners and staff to confirm their adherence to network standards.</a:t>
            </a:r>
          </a:p>
          <a:p>
            <a:pPr marL="0" lvl="0" indent="0" algn="l" rtl="0">
              <a:lnSpc>
                <a:spcPct val="100000"/>
              </a:lnSpc>
              <a:spcBef>
                <a:spcPts val="0"/>
              </a:spcBef>
              <a:spcAft>
                <a:spcPts val="0"/>
              </a:spcAft>
              <a:buClr>
                <a:schemeClr val="dk1"/>
              </a:buClr>
              <a:buSzPts val="1100"/>
              <a:buFont typeface="Arial"/>
              <a:buNone/>
            </a:pPr>
            <a:r>
              <a:rPr lang="en-US" sz="1200" dirty="0">
                <a:solidFill>
                  <a:schemeClr val="dk1"/>
                </a:solidFill>
                <a:latin typeface="Calibri"/>
                <a:ea typeface="Calibri"/>
                <a:cs typeface="Calibri"/>
                <a:sym typeface="Calibri"/>
              </a:rPr>
              <a:t>Every employee is required to confirm the compliance with each network standards as part of Annual Compliance Confirmation (ACC).</a:t>
            </a:r>
          </a:p>
          <a:p>
            <a:pPr marL="0" lvl="0" indent="0" algn="l" rtl="0">
              <a:lnSpc>
                <a:spcPct val="100000"/>
              </a:lnSpc>
              <a:spcBef>
                <a:spcPts val="0"/>
              </a:spcBef>
              <a:spcAft>
                <a:spcPts val="0"/>
              </a:spcAft>
              <a:buClr>
                <a:schemeClr val="dk1"/>
              </a:buClr>
              <a:buSzPts val="1100"/>
              <a:buFont typeface="Arial"/>
              <a:buNone/>
            </a:pPr>
            <a:endParaRPr lang="en-US" sz="1200" dirty="0">
              <a:solidFill>
                <a:schemeClr val="dk1"/>
              </a:solidFill>
              <a:latin typeface="Calibri"/>
              <a:ea typeface="Calibri"/>
              <a:cs typeface="Calibri"/>
              <a:sym typeface="Calibri"/>
            </a:endParaRPr>
          </a:p>
          <a:p>
            <a:pPr marL="0" lvl="0" indent="0" algn="l" rtl="0">
              <a:lnSpc>
                <a:spcPct val="100000"/>
              </a:lnSpc>
              <a:spcBef>
                <a:spcPts val="0"/>
              </a:spcBef>
              <a:spcAft>
                <a:spcPts val="0"/>
              </a:spcAft>
              <a:buSzPts val="1100"/>
              <a:buNone/>
            </a:pPr>
            <a:r>
              <a:rPr lang="en-US" sz="1200" dirty="0">
                <a:solidFill>
                  <a:schemeClr val="dk1"/>
                </a:solidFill>
                <a:latin typeface="Calibri"/>
                <a:ea typeface="Calibri"/>
                <a:cs typeface="Calibri"/>
                <a:sym typeface="Calibri"/>
              </a:rPr>
              <a:t>Point the participants to </a:t>
            </a:r>
            <a:r>
              <a:rPr lang="en-US" sz="1200" dirty="0" err="1">
                <a:solidFill>
                  <a:schemeClr val="dk1"/>
                </a:solidFill>
                <a:latin typeface="Calibri"/>
                <a:ea typeface="Calibri"/>
                <a:cs typeface="Calibri"/>
                <a:sym typeface="Calibri"/>
              </a:rPr>
              <a:t>Matrisk</a:t>
            </a:r>
            <a:r>
              <a:rPr lang="en-US" sz="1200" dirty="0">
                <a:solidFill>
                  <a:schemeClr val="dk1"/>
                </a:solidFill>
                <a:latin typeface="Calibri"/>
                <a:ea typeface="Calibri"/>
                <a:cs typeface="Calibri"/>
                <a:sym typeface="Calibri"/>
              </a:rPr>
              <a:t> section 00. where, they can find summary of above mentioned standards. </a:t>
            </a:r>
            <a:endParaRPr lang="en-US" dirty="0"/>
          </a:p>
        </p:txBody>
      </p:sp>
      <p:sp>
        <p:nvSpPr>
          <p:cNvPr id="4" name="Slide Number Placeholder 3"/>
          <p:cNvSpPr>
            <a:spLocks noGrp="1"/>
          </p:cNvSpPr>
          <p:nvPr>
            <p:ph type="sldNum" sz="quarter" idx="5"/>
          </p:nvPr>
        </p:nvSpPr>
        <p:spPr/>
        <p:txBody>
          <a:bodyPr/>
          <a:lstStyle/>
          <a:p>
            <a:fld id="{8338F507-FFAD-4585-99E0-9DC17883AD4F}" type="slidenum">
              <a:rPr lang="en-US" smtClean="0"/>
              <a:pPr/>
              <a:t>9</a:t>
            </a:fld>
            <a:endParaRPr lang="en-US"/>
          </a:p>
        </p:txBody>
      </p:sp>
    </p:spTree>
    <p:extLst>
      <p:ext uri="{BB962C8B-B14F-4D97-AF65-F5344CB8AC3E}">
        <p14:creationId xmlns:p14="http://schemas.microsoft.com/office/powerpoint/2010/main" val="224980883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rtl="0">
              <a:lnSpc>
                <a:spcPct val="100000"/>
              </a:lnSpc>
              <a:spcBef>
                <a:spcPts val="0"/>
              </a:spcBef>
              <a:spcAft>
                <a:spcPts val="0"/>
              </a:spcAft>
              <a:buClr>
                <a:schemeClr val="dk1"/>
              </a:buClr>
              <a:buSzPts val="1100"/>
              <a:buFont typeface="Arial"/>
              <a:buNone/>
            </a:pPr>
            <a:r>
              <a:rPr lang="en-US" sz="1400" dirty="0">
                <a:solidFill>
                  <a:schemeClr val="dk1"/>
                </a:solidFill>
                <a:latin typeface="Calibri"/>
                <a:ea typeface="Calibri"/>
                <a:cs typeface="Calibri"/>
                <a:sym typeface="Calibri"/>
              </a:rPr>
              <a:t>Explain to the participants how PwC firms are </a:t>
            </a:r>
            <a:r>
              <a:rPr lang="en-US" sz="1400" dirty="0" err="1">
                <a:solidFill>
                  <a:schemeClr val="dk1"/>
                </a:solidFill>
                <a:latin typeface="Calibri"/>
                <a:ea typeface="Calibri"/>
                <a:cs typeface="Calibri"/>
                <a:sym typeface="Calibri"/>
              </a:rPr>
              <a:t>organised</a:t>
            </a:r>
            <a:r>
              <a:rPr lang="en-US" sz="1400" dirty="0">
                <a:solidFill>
                  <a:schemeClr val="dk1"/>
                </a:solidFill>
                <a:latin typeface="Calibri"/>
                <a:ea typeface="Calibri"/>
                <a:cs typeface="Calibri"/>
                <a:sym typeface="Calibri"/>
              </a:rPr>
              <a:t>. Emphasize that from the formal perspective it is important to use full name of PwC firm in correspondence with the 3rd parties (clients, contractors etc.) to avoid misunderstandings and committing other PwC firms.</a:t>
            </a:r>
          </a:p>
          <a:p>
            <a:pPr marL="0" lvl="0" indent="0" algn="l" rtl="0">
              <a:lnSpc>
                <a:spcPct val="100000"/>
              </a:lnSpc>
              <a:spcBef>
                <a:spcPts val="0"/>
              </a:spcBef>
              <a:spcAft>
                <a:spcPts val="0"/>
              </a:spcAft>
              <a:buClr>
                <a:schemeClr val="dk1"/>
              </a:buClr>
              <a:buSzPts val="1100"/>
              <a:buFont typeface="Arial"/>
              <a:buNone/>
            </a:pPr>
            <a:endParaRPr lang="en-US" sz="1400" dirty="0">
              <a:solidFill>
                <a:schemeClr val="dk1"/>
              </a:solidFill>
              <a:latin typeface="Calibri"/>
              <a:ea typeface="Calibri"/>
              <a:cs typeface="Calibri"/>
              <a:sym typeface="Calibri"/>
            </a:endParaRPr>
          </a:p>
          <a:p>
            <a:pPr marL="0" lvl="0" indent="0" algn="l" rtl="0">
              <a:lnSpc>
                <a:spcPct val="100000"/>
              </a:lnSpc>
              <a:spcBef>
                <a:spcPts val="0"/>
              </a:spcBef>
              <a:spcAft>
                <a:spcPts val="0"/>
              </a:spcAft>
              <a:buClr>
                <a:schemeClr val="dk1"/>
              </a:buClr>
              <a:buSzPts val="1100"/>
              <a:buFont typeface="Arial"/>
              <a:buNone/>
            </a:pPr>
            <a:r>
              <a:rPr lang="en-US" sz="1200" b="0" i="0" u="none" strike="noStrike" cap="none" dirty="0">
                <a:solidFill>
                  <a:srgbClr val="000000"/>
                </a:solidFill>
                <a:latin typeface="Arial"/>
                <a:ea typeface="Arial"/>
                <a:cs typeface="Arial"/>
                <a:sym typeface="Arial"/>
              </a:rPr>
              <a:t>PwC is a network of separate Member firms and should be described properly as such. Describing the Network as, or implying that it is, one firm or one global partnership increases the risks of cross-border liability or litigation for individual PwC firms and for the Network itself. </a:t>
            </a:r>
          </a:p>
          <a:p>
            <a:pPr marL="0" lvl="0" indent="0" algn="l" rtl="0">
              <a:lnSpc>
                <a:spcPct val="100000"/>
              </a:lnSpc>
              <a:spcBef>
                <a:spcPts val="0"/>
              </a:spcBef>
              <a:spcAft>
                <a:spcPts val="0"/>
              </a:spcAft>
              <a:buClr>
                <a:schemeClr val="dk1"/>
              </a:buClr>
              <a:buSzPts val="1100"/>
              <a:buFont typeface="Arial"/>
              <a:buNone/>
            </a:pPr>
            <a:endParaRPr lang="en-US" sz="1200" b="0" i="0" u="none" strike="noStrike" cap="none" dirty="0">
              <a:solidFill>
                <a:srgbClr val="000000"/>
              </a:solidFill>
              <a:latin typeface="Arial"/>
              <a:ea typeface="Arial"/>
              <a:cs typeface="Arial"/>
              <a:sym typeface="Arial"/>
            </a:endParaRPr>
          </a:p>
          <a:p>
            <a:pPr marL="0" lvl="0" indent="0" algn="l" rtl="0">
              <a:lnSpc>
                <a:spcPct val="100000"/>
              </a:lnSpc>
              <a:spcBef>
                <a:spcPts val="0"/>
              </a:spcBef>
              <a:spcAft>
                <a:spcPts val="0"/>
              </a:spcAft>
              <a:buClr>
                <a:schemeClr val="dk1"/>
              </a:buClr>
              <a:buSzPts val="1100"/>
              <a:buFont typeface="Arial"/>
              <a:buNone/>
            </a:pPr>
            <a:r>
              <a:rPr lang="en-US" sz="1200" b="0" i="0" u="none" strike="noStrike" cap="none" dirty="0">
                <a:solidFill>
                  <a:srgbClr val="000000"/>
                </a:solidFill>
                <a:latin typeface="Arial"/>
                <a:ea typeface="Arial"/>
                <a:cs typeface="Arial"/>
                <a:sym typeface="Arial"/>
              </a:rPr>
              <a:t>Put emphasis on fact that when describing the PwC Network or referring to work carried out by your firm and/or by other PwC firms::</a:t>
            </a:r>
            <a:endParaRPr lang="en-US" dirty="0"/>
          </a:p>
          <a:p>
            <a:pPr marL="171450" lvl="0" indent="-171450" algn="l" rtl="0">
              <a:lnSpc>
                <a:spcPct val="100000"/>
              </a:lnSpc>
              <a:spcBef>
                <a:spcPts val="0"/>
              </a:spcBef>
              <a:spcAft>
                <a:spcPts val="0"/>
              </a:spcAft>
              <a:buClr>
                <a:schemeClr val="dk1"/>
              </a:buClr>
              <a:buSzPts val="1100"/>
              <a:buChar char="●"/>
            </a:pPr>
            <a:r>
              <a:rPr lang="en-US" sz="1200" b="1" i="0" u="none" strike="noStrike" cap="none" dirty="0">
                <a:solidFill>
                  <a:srgbClr val="000000"/>
                </a:solidFill>
                <a:latin typeface="Arial"/>
                <a:ea typeface="Arial"/>
                <a:cs typeface="Arial"/>
                <a:sym typeface="Arial"/>
              </a:rPr>
              <a:t>Do not state or otherwise give the impression that the PwC network is 'one firm' or 'one global partnership'. </a:t>
            </a:r>
          </a:p>
          <a:p>
            <a:pPr marL="0" lvl="0" indent="0" algn="l" rtl="0">
              <a:lnSpc>
                <a:spcPct val="100000"/>
              </a:lnSpc>
              <a:spcBef>
                <a:spcPts val="0"/>
              </a:spcBef>
              <a:spcAft>
                <a:spcPts val="0"/>
              </a:spcAft>
              <a:buClr>
                <a:schemeClr val="dk1"/>
              </a:buClr>
              <a:buSzPts val="1100"/>
              <a:buFont typeface="Arial"/>
              <a:buNone/>
            </a:pPr>
            <a:endParaRPr lang="en-US" sz="1400" dirty="0">
              <a:solidFill>
                <a:schemeClr val="dk1"/>
              </a:solidFill>
              <a:latin typeface="Calibri"/>
              <a:ea typeface="Calibri"/>
              <a:cs typeface="Calibri"/>
              <a:sym typeface="Calibri"/>
            </a:endParaRPr>
          </a:p>
          <a:p>
            <a:pPr marL="0" lvl="0" indent="0" algn="l" rtl="0">
              <a:lnSpc>
                <a:spcPct val="100000"/>
              </a:lnSpc>
              <a:spcBef>
                <a:spcPts val="0"/>
              </a:spcBef>
              <a:spcAft>
                <a:spcPts val="0"/>
              </a:spcAft>
              <a:buClr>
                <a:schemeClr val="dk1"/>
              </a:buClr>
              <a:buSzPts val="1100"/>
              <a:buFont typeface="Arial"/>
              <a:buNone/>
            </a:pPr>
            <a:r>
              <a:rPr lang="en-US" sz="1400" b="1" dirty="0">
                <a:solidFill>
                  <a:schemeClr val="dk1"/>
                </a:solidFill>
                <a:latin typeface="Calibri"/>
                <a:ea typeface="Calibri"/>
                <a:cs typeface="Calibri"/>
                <a:sym typeface="Calibri"/>
              </a:rPr>
              <a:t>Therefore it is very important to use proper, full name of Company in which employees are working on business cards (</a:t>
            </a:r>
            <a:r>
              <a:rPr lang="en-US" sz="1400" b="1" i="1" dirty="0">
                <a:solidFill>
                  <a:schemeClr val="dk1"/>
                </a:solidFill>
                <a:latin typeface="Calibri"/>
                <a:ea typeface="Calibri"/>
                <a:cs typeface="Calibri"/>
                <a:sym typeface="Calibri"/>
              </a:rPr>
              <a:t>explain how in your territory employee can receive business cards (process, person responsible in your territory)</a:t>
            </a:r>
            <a:r>
              <a:rPr lang="en-US" sz="1400" b="1" dirty="0">
                <a:solidFill>
                  <a:schemeClr val="dk1"/>
                </a:solidFill>
                <a:latin typeface="Calibri"/>
                <a:ea typeface="Calibri"/>
                <a:cs typeface="Calibri"/>
                <a:sym typeface="Calibri"/>
              </a:rPr>
              <a:t> and in mail signature. </a:t>
            </a:r>
            <a:endParaRPr lang="en-US" dirty="0"/>
          </a:p>
          <a:p>
            <a:pPr marL="0" lvl="0" indent="0" algn="l" rtl="0">
              <a:lnSpc>
                <a:spcPct val="100000"/>
              </a:lnSpc>
              <a:spcBef>
                <a:spcPts val="0"/>
              </a:spcBef>
              <a:spcAft>
                <a:spcPts val="0"/>
              </a:spcAft>
              <a:buClr>
                <a:schemeClr val="dk1"/>
              </a:buClr>
              <a:buSzPts val="1100"/>
              <a:buFont typeface="Arial"/>
              <a:buNone/>
            </a:pPr>
            <a:endParaRPr lang="en-US" sz="1400" dirty="0">
              <a:solidFill>
                <a:schemeClr val="dk1"/>
              </a:solidFill>
              <a:latin typeface="Calibri"/>
              <a:ea typeface="Calibri"/>
              <a:cs typeface="Calibri"/>
              <a:sym typeface="Calibri"/>
            </a:endParaRPr>
          </a:p>
          <a:p>
            <a:pPr marL="0" lvl="0" indent="0" algn="l" rtl="0">
              <a:lnSpc>
                <a:spcPct val="100000"/>
              </a:lnSpc>
              <a:spcBef>
                <a:spcPts val="0"/>
              </a:spcBef>
              <a:spcAft>
                <a:spcPts val="0"/>
              </a:spcAft>
              <a:buClr>
                <a:schemeClr val="dk1"/>
              </a:buClr>
              <a:buSzPts val="1100"/>
              <a:buFont typeface="Arial"/>
              <a:buNone/>
            </a:pPr>
            <a:r>
              <a:rPr lang="en-US" sz="1400" dirty="0">
                <a:solidFill>
                  <a:schemeClr val="dk1"/>
                </a:solidFill>
                <a:latin typeface="Calibri"/>
                <a:ea typeface="Calibri"/>
                <a:cs typeface="Calibri"/>
                <a:sym typeface="Calibri"/>
              </a:rPr>
              <a:t>Emphasis that </a:t>
            </a:r>
            <a:r>
              <a:rPr lang="en-US" sz="1400" b="1" dirty="0">
                <a:solidFill>
                  <a:schemeClr val="dk1"/>
                </a:solidFill>
                <a:latin typeface="Calibri"/>
                <a:ea typeface="Calibri"/>
                <a:cs typeface="Calibri"/>
                <a:sym typeface="Calibri"/>
              </a:rPr>
              <a:t>PwC Network</a:t>
            </a:r>
            <a:r>
              <a:rPr lang="en-US" sz="1400" dirty="0">
                <a:solidFill>
                  <a:schemeClr val="dk1"/>
                </a:solidFill>
                <a:latin typeface="Calibri"/>
                <a:ea typeface="Calibri"/>
                <a:cs typeface="Calibri"/>
                <a:sym typeface="Calibri"/>
              </a:rPr>
              <a:t> operates based on same standards, methodology and procedures (which ease international transfers within the network)</a:t>
            </a:r>
          </a:p>
          <a:p>
            <a:pPr marL="0" lvl="0" indent="0" algn="l" rtl="0">
              <a:lnSpc>
                <a:spcPct val="100000"/>
              </a:lnSpc>
              <a:spcBef>
                <a:spcPts val="0"/>
              </a:spcBef>
              <a:spcAft>
                <a:spcPts val="0"/>
              </a:spcAft>
              <a:buClr>
                <a:schemeClr val="dk1"/>
              </a:buClr>
              <a:buSzPts val="1100"/>
              <a:buFont typeface="Arial"/>
              <a:buNone/>
            </a:pPr>
            <a:endParaRPr lang="en-US" sz="1400" dirty="0">
              <a:solidFill>
                <a:schemeClr val="dk1"/>
              </a:solidFill>
              <a:latin typeface="Calibri"/>
              <a:ea typeface="Calibri"/>
              <a:cs typeface="Calibri"/>
              <a:sym typeface="Calibri"/>
            </a:endParaRPr>
          </a:p>
          <a:p>
            <a:pPr marL="0" lvl="0" indent="0" algn="l" rtl="0">
              <a:lnSpc>
                <a:spcPct val="100000"/>
              </a:lnSpc>
              <a:spcBef>
                <a:spcPts val="0"/>
              </a:spcBef>
              <a:spcAft>
                <a:spcPts val="0"/>
              </a:spcAft>
              <a:buSzPts val="1100"/>
              <a:buNone/>
            </a:pPr>
            <a:r>
              <a:rPr lang="en-US" i="1" dirty="0"/>
              <a:t>Explain to the audience that in case of marketing:</a:t>
            </a:r>
            <a:br>
              <a:rPr lang="en-US" dirty="0"/>
            </a:br>
            <a:r>
              <a:rPr lang="en-US" sz="1200" b="0" i="0" u="none" strike="noStrike" cap="none" dirty="0">
                <a:solidFill>
                  <a:srgbClr val="000000"/>
                </a:solidFill>
                <a:latin typeface="Arial"/>
                <a:ea typeface="Arial"/>
                <a:cs typeface="Arial"/>
                <a:sym typeface="Arial"/>
              </a:rPr>
              <a:t>It is the firm's policy that PwC should be associated only with documents which have been prepared by the firm and for which the firm is responsible. The PwC brand or logo should be presented only on the face of PwC prepared documents e.g.  reports to those charged with governance and reports to management. E.g. financial statements irrespective of who prints and formats them are client documents and as such </a:t>
            </a:r>
            <a:r>
              <a:rPr lang="en-US" sz="1200" b="1" i="0" u="none" strike="noStrike" cap="none" dirty="0">
                <a:solidFill>
                  <a:srgbClr val="000000"/>
                </a:solidFill>
                <a:latin typeface="Arial"/>
                <a:ea typeface="Arial"/>
                <a:cs typeface="Arial"/>
                <a:sym typeface="Arial"/>
              </a:rPr>
              <a:t>are not PwC prepared documents</a:t>
            </a:r>
            <a:r>
              <a:rPr lang="en-US" sz="1200" b="0" i="0" u="none" strike="noStrike" cap="none" dirty="0">
                <a:solidFill>
                  <a:srgbClr val="000000"/>
                </a:solidFill>
                <a:latin typeface="Arial"/>
                <a:ea typeface="Arial"/>
                <a:cs typeface="Arial"/>
                <a:sym typeface="Arial"/>
              </a:rPr>
              <a:t>. </a:t>
            </a:r>
          </a:p>
          <a:p>
            <a:pPr marL="0" lvl="0" indent="0" algn="l" rtl="0">
              <a:lnSpc>
                <a:spcPct val="100000"/>
              </a:lnSpc>
              <a:spcBef>
                <a:spcPts val="0"/>
              </a:spcBef>
              <a:spcAft>
                <a:spcPts val="0"/>
              </a:spcAft>
              <a:buSzPts val="1100"/>
              <a:buNone/>
            </a:pPr>
            <a:r>
              <a:rPr lang="en-US" sz="1200" b="0" i="0" u="none" strike="noStrike" cap="none" dirty="0">
                <a:solidFill>
                  <a:srgbClr val="000000"/>
                </a:solidFill>
                <a:latin typeface="Arial"/>
                <a:ea typeface="Arial"/>
                <a:cs typeface="Arial"/>
                <a:sym typeface="Arial"/>
              </a:rPr>
              <a:t>Therefore, from an independence and co-branding policy perspective,</a:t>
            </a:r>
            <a:r>
              <a:rPr lang="en-US" sz="1200" b="0" i="0" u="sng" strike="noStrike" cap="none" dirty="0">
                <a:solidFill>
                  <a:srgbClr val="000000"/>
                </a:solidFill>
                <a:latin typeface="Arial"/>
                <a:ea typeface="Arial"/>
                <a:cs typeface="Arial"/>
                <a:sym typeface="Arial"/>
              </a:rPr>
              <a:t> </a:t>
            </a:r>
            <a:r>
              <a:rPr lang="en-US" sz="1200" b="1" i="0" u="sng" strike="noStrike" cap="none" dirty="0">
                <a:solidFill>
                  <a:srgbClr val="000000"/>
                </a:solidFill>
                <a:latin typeface="Arial"/>
                <a:ea typeface="Arial"/>
                <a:cs typeface="Arial"/>
                <a:sym typeface="Arial"/>
              </a:rPr>
              <a:t>financial statements (other than our attached audit opinion) or other client's documents, including any related covers should be free of the PwC brand and logo. </a:t>
            </a:r>
          </a:p>
          <a:p>
            <a:pPr marL="0" lvl="0" indent="0" algn="l" rtl="0">
              <a:lnSpc>
                <a:spcPct val="100000"/>
              </a:lnSpc>
              <a:spcBef>
                <a:spcPts val="0"/>
              </a:spcBef>
              <a:spcAft>
                <a:spcPts val="0"/>
              </a:spcAft>
              <a:buSzPts val="1100"/>
              <a:buNone/>
            </a:pPr>
            <a:endParaRPr lang="en-US" sz="1200" b="1" i="0" u="sng" strike="noStrike" cap="none" dirty="0">
              <a:solidFill>
                <a:srgbClr val="000000"/>
              </a:solidFill>
              <a:latin typeface="Arial"/>
              <a:ea typeface="Arial"/>
              <a:cs typeface="Arial"/>
              <a:sym typeface="Arial"/>
            </a:endParaRPr>
          </a:p>
          <a:p>
            <a:pPr marL="0" lvl="0" indent="0" algn="l" rtl="0">
              <a:lnSpc>
                <a:spcPct val="100000"/>
              </a:lnSpc>
              <a:spcBef>
                <a:spcPts val="0"/>
              </a:spcBef>
              <a:spcAft>
                <a:spcPts val="0"/>
              </a:spcAft>
              <a:buSzPts val="1100"/>
              <a:buNone/>
            </a:pPr>
            <a:r>
              <a:rPr lang="en-US" sz="1200" b="1" i="0" u="sng" strike="noStrike" cap="none" dirty="0">
                <a:solidFill>
                  <a:srgbClr val="000000"/>
                </a:solidFill>
                <a:latin typeface="Arial"/>
                <a:ea typeface="Arial"/>
                <a:cs typeface="Arial"/>
                <a:sym typeface="Arial"/>
              </a:rPr>
              <a:t>Practical implication of PwC structure:</a:t>
            </a:r>
            <a:endParaRPr lang="en-US" dirty="0"/>
          </a:p>
          <a:p>
            <a:pPr marL="0" lvl="0" indent="0" algn="l" rtl="0">
              <a:lnSpc>
                <a:spcPct val="100000"/>
              </a:lnSpc>
              <a:spcBef>
                <a:spcPts val="0"/>
              </a:spcBef>
              <a:spcAft>
                <a:spcPts val="0"/>
              </a:spcAft>
              <a:buSzPts val="1100"/>
              <a:buNone/>
            </a:pPr>
            <a:endParaRPr lang="en-US" sz="1200" b="1" i="0" u="sng" strike="noStrike" cap="none" dirty="0">
              <a:solidFill>
                <a:srgbClr val="000000"/>
              </a:solidFill>
              <a:latin typeface="Arial"/>
              <a:ea typeface="Arial"/>
              <a:cs typeface="Arial"/>
              <a:sym typeface="Arial"/>
            </a:endParaRPr>
          </a:p>
          <a:p>
            <a:pPr marL="0" lvl="0" indent="0" algn="l" rtl="0">
              <a:lnSpc>
                <a:spcPct val="100000"/>
              </a:lnSpc>
              <a:spcBef>
                <a:spcPts val="0"/>
              </a:spcBef>
              <a:spcAft>
                <a:spcPts val="0"/>
              </a:spcAft>
              <a:buSzPts val="1100"/>
              <a:buNone/>
            </a:pPr>
            <a:r>
              <a:rPr lang="en-US" sz="1200" b="0" i="0" u="none" strike="noStrike" cap="none" dirty="0">
                <a:solidFill>
                  <a:srgbClr val="000000"/>
                </a:solidFill>
                <a:latin typeface="Arial"/>
                <a:ea typeface="Arial"/>
                <a:cs typeface="Arial"/>
                <a:sym typeface="Arial"/>
              </a:rPr>
              <a:t>Most important is to know in which PwC Firm you are employed! This fact should be reflected on your business card and in your mail signature. If you work on a project within other </a:t>
            </a:r>
            <a:r>
              <a:rPr lang="en-US" sz="1200" b="0" i="0" u="none" strike="noStrike" cap="none" dirty="0" err="1">
                <a:solidFill>
                  <a:srgbClr val="000000"/>
                </a:solidFill>
                <a:latin typeface="Arial"/>
                <a:ea typeface="Arial"/>
                <a:cs typeface="Arial"/>
                <a:sym typeface="Arial"/>
              </a:rPr>
              <a:t>LoS</a:t>
            </a:r>
            <a:r>
              <a:rPr lang="en-US" sz="1200" b="0" i="0" u="none" strike="noStrike" cap="none" dirty="0">
                <a:solidFill>
                  <a:srgbClr val="000000"/>
                </a:solidFill>
                <a:latin typeface="Arial"/>
                <a:ea typeface="Arial"/>
                <a:cs typeface="Arial"/>
                <a:sym typeface="Arial"/>
              </a:rPr>
              <a:t>, please discuss with the team whether it is appropriate to contact client directly as it may impose that other PwC </a:t>
            </a:r>
            <a:r>
              <a:rPr lang="en-US" dirty="0"/>
              <a:t>firms</a:t>
            </a:r>
            <a:r>
              <a:rPr lang="en-US" sz="1200" b="0" i="0" u="none" strike="noStrike" cap="none" dirty="0">
                <a:solidFill>
                  <a:srgbClr val="000000"/>
                </a:solidFill>
                <a:latin typeface="Arial"/>
                <a:ea typeface="Arial"/>
                <a:cs typeface="Arial"/>
                <a:sym typeface="Arial"/>
              </a:rPr>
              <a:t> are involved in project delivery than are contracted.</a:t>
            </a:r>
            <a:endParaRPr lang="en-US" dirty="0"/>
          </a:p>
          <a:p>
            <a:pPr marL="0" lvl="0" indent="0" algn="l" rtl="0">
              <a:lnSpc>
                <a:spcPct val="100000"/>
              </a:lnSpc>
              <a:spcBef>
                <a:spcPts val="0"/>
              </a:spcBef>
              <a:spcAft>
                <a:spcPts val="0"/>
              </a:spcAft>
              <a:buSzPts val="1100"/>
              <a:buNone/>
            </a:pPr>
            <a:endParaRPr lang="en-US" sz="1200" b="0" i="0" u="none" strike="noStrike" cap="none" dirty="0">
              <a:solidFill>
                <a:srgbClr val="000000"/>
              </a:solidFill>
              <a:latin typeface="Arial"/>
              <a:ea typeface="Arial"/>
              <a:cs typeface="Arial"/>
              <a:sym typeface="Arial"/>
            </a:endParaRPr>
          </a:p>
          <a:p>
            <a:pPr marL="0" lvl="0" indent="0" algn="l" rtl="0">
              <a:lnSpc>
                <a:spcPct val="100000"/>
              </a:lnSpc>
              <a:spcBef>
                <a:spcPts val="0"/>
              </a:spcBef>
              <a:spcAft>
                <a:spcPts val="0"/>
              </a:spcAft>
              <a:buSzPts val="1100"/>
              <a:buNone/>
            </a:pPr>
            <a:endParaRPr lang="en-US" b="1" dirty="0"/>
          </a:p>
        </p:txBody>
      </p:sp>
      <p:sp>
        <p:nvSpPr>
          <p:cNvPr id="4" name="Slide Number Placeholder 3"/>
          <p:cNvSpPr>
            <a:spLocks noGrp="1"/>
          </p:cNvSpPr>
          <p:nvPr>
            <p:ph type="sldNum" sz="quarter" idx="5"/>
          </p:nvPr>
        </p:nvSpPr>
        <p:spPr/>
        <p:txBody>
          <a:bodyPr/>
          <a:lstStyle/>
          <a:p>
            <a:fld id="{8338F507-FFAD-4585-99E0-9DC17883AD4F}" type="slidenum">
              <a:rPr lang="en-US" smtClean="0"/>
              <a:pPr/>
              <a:t>10</a:t>
            </a:fld>
            <a:endParaRPr lang="en-US"/>
          </a:p>
        </p:txBody>
      </p:sp>
    </p:spTree>
    <p:extLst>
      <p:ext uri="{BB962C8B-B14F-4D97-AF65-F5344CB8AC3E}">
        <p14:creationId xmlns:p14="http://schemas.microsoft.com/office/powerpoint/2010/main" val="230955736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rtl="0">
              <a:lnSpc>
                <a:spcPct val="100000"/>
              </a:lnSpc>
              <a:spcBef>
                <a:spcPts val="0"/>
              </a:spcBef>
              <a:spcAft>
                <a:spcPts val="0"/>
              </a:spcAft>
              <a:buSzPts val="1100"/>
              <a:buNone/>
            </a:pPr>
            <a:r>
              <a:rPr lang="en-US" sz="1400" b="1" dirty="0">
                <a:solidFill>
                  <a:schemeClr val="dk1"/>
                </a:solidFill>
                <a:latin typeface="Calibri"/>
                <a:ea typeface="Calibri"/>
                <a:cs typeface="Calibri"/>
                <a:sym typeface="Calibri"/>
              </a:rPr>
              <a:t>[Tailor this slide to reflect specific territory requirements –</a:t>
            </a:r>
            <a:r>
              <a:rPr lang="en-US" sz="1400" dirty="0">
                <a:solidFill>
                  <a:schemeClr val="dk1"/>
                </a:solidFill>
                <a:latin typeface="Calibri"/>
                <a:ea typeface="Calibri"/>
                <a:cs typeface="Calibri"/>
                <a:sym typeface="Calibri"/>
              </a:rPr>
              <a:t> if there aren’t any -&gt; please refer to Global PwC rules – </a:t>
            </a:r>
            <a:r>
              <a:rPr lang="en-US" sz="1400" b="1" dirty="0" err="1">
                <a:solidFill>
                  <a:schemeClr val="dk1"/>
                </a:solidFill>
                <a:latin typeface="Calibri"/>
                <a:ea typeface="Calibri"/>
                <a:cs typeface="Calibri"/>
                <a:sym typeface="Calibri"/>
              </a:rPr>
              <a:t>Matrisk</a:t>
            </a:r>
            <a:r>
              <a:rPr lang="en-US" sz="1400" b="1" dirty="0">
                <a:solidFill>
                  <a:schemeClr val="dk1"/>
                </a:solidFill>
                <a:latin typeface="Calibri"/>
                <a:ea typeface="Calibri"/>
                <a:cs typeface="Calibri"/>
                <a:sym typeface="Calibri"/>
              </a:rPr>
              <a:t> AML Policy (section 20)]</a:t>
            </a:r>
            <a:br>
              <a:rPr lang="en-US" sz="1400" b="1" dirty="0">
                <a:solidFill>
                  <a:schemeClr val="dk1"/>
                </a:solidFill>
                <a:latin typeface="Calibri"/>
                <a:ea typeface="Calibri"/>
                <a:cs typeface="Calibri"/>
                <a:sym typeface="Calibri"/>
              </a:rPr>
            </a:br>
            <a:endParaRPr lang="en-US" sz="1400" b="1" dirty="0">
              <a:solidFill>
                <a:schemeClr val="dk1"/>
              </a:solidFill>
              <a:latin typeface="Calibri"/>
              <a:ea typeface="Calibri"/>
              <a:cs typeface="Calibri"/>
              <a:sym typeface="Calibri"/>
            </a:endParaRPr>
          </a:p>
          <a:p>
            <a:pPr marL="0" lvl="0" indent="0" algn="l" rtl="0">
              <a:lnSpc>
                <a:spcPct val="100000"/>
              </a:lnSpc>
              <a:spcBef>
                <a:spcPts val="0"/>
              </a:spcBef>
              <a:spcAft>
                <a:spcPts val="0"/>
              </a:spcAft>
              <a:buSzPts val="1100"/>
              <a:buNone/>
            </a:pPr>
            <a:r>
              <a:rPr lang="en-US" sz="1400" b="1" dirty="0">
                <a:solidFill>
                  <a:schemeClr val="dk1"/>
                </a:solidFill>
                <a:latin typeface="Calibri"/>
                <a:ea typeface="Calibri"/>
                <a:cs typeface="Calibri"/>
                <a:sym typeface="Calibri"/>
              </a:rPr>
              <a:t>THE IMPORTANCE OF AML PROCEDURES RESULTS FROM THE BASIC ASSUMPTION THAT WE DO NOT WANT TO WORK WITH/FOR CLIENTS INVOLVED IN MONEY LAUNDERING ACTIVITIES. </a:t>
            </a:r>
          </a:p>
          <a:p>
            <a:pPr marL="0" lvl="0" indent="0" algn="l" rtl="0">
              <a:lnSpc>
                <a:spcPct val="100000"/>
              </a:lnSpc>
              <a:spcBef>
                <a:spcPts val="0"/>
              </a:spcBef>
              <a:spcAft>
                <a:spcPts val="0"/>
              </a:spcAft>
              <a:buSzPts val="1100"/>
              <a:buNone/>
            </a:pPr>
            <a:endParaRPr lang="en-US" sz="1400" b="1" dirty="0">
              <a:solidFill>
                <a:schemeClr val="dk1"/>
              </a:solidFill>
              <a:latin typeface="Calibri"/>
              <a:ea typeface="Calibri"/>
              <a:cs typeface="Calibri"/>
              <a:sym typeface="Calibri"/>
            </a:endParaRPr>
          </a:p>
          <a:p>
            <a:pPr marL="0" lvl="0" indent="0" algn="l" rtl="0">
              <a:lnSpc>
                <a:spcPct val="100000"/>
              </a:lnSpc>
              <a:spcBef>
                <a:spcPts val="0"/>
              </a:spcBef>
              <a:spcAft>
                <a:spcPts val="0"/>
              </a:spcAft>
              <a:buSzPts val="1100"/>
              <a:buNone/>
            </a:pPr>
            <a:r>
              <a:rPr lang="en-US" sz="1400" b="1" dirty="0">
                <a:solidFill>
                  <a:schemeClr val="dk1"/>
                </a:solidFill>
                <a:latin typeface="Calibri"/>
                <a:ea typeface="Calibri"/>
                <a:cs typeface="Calibri"/>
                <a:sym typeface="Calibri"/>
              </a:rPr>
              <a:t>Ask the audience to define money laundering:</a:t>
            </a:r>
            <a:endParaRPr lang="en-US" dirty="0"/>
          </a:p>
          <a:p>
            <a:pPr marL="0" lvl="0" indent="0" algn="l" rtl="0">
              <a:lnSpc>
                <a:spcPct val="100000"/>
              </a:lnSpc>
              <a:spcBef>
                <a:spcPts val="0"/>
              </a:spcBef>
              <a:spcAft>
                <a:spcPts val="0"/>
              </a:spcAft>
              <a:buSzPts val="1100"/>
              <a:buNone/>
            </a:pPr>
            <a:r>
              <a:rPr lang="en-US" sz="1200" b="0" i="1" u="none" strike="noStrike" cap="none" dirty="0">
                <a:solidFill>
                  <a:srgbClr val="000000"/>
                </a:solidFill>
                <a:latin typeface="Arial"/>
                <a:ea typeface="Arial"/>
                <a:cs typeface="Arial"/>
                <a:sym typeface="Arial"/>
              </a:rPr>
              <a:t>Money laundering is the </a:t>
            </a:r>
            <a:r>
              <a:rPr lang="en-US" sz="1200" b="0" i="1" u="none" strike="noStrike" cap="none" dirty="0" err="1">
                <a:solidFill>
                  <a:srgbClr val="000000"/>
                </a:solidFill>
                <a:latin typeface="Arial"/>
                <a:ea typeface="Arial"/>
                <a:cs typeface="Arial"/>
                <a:sym typeface="Arial"/>
              </a:rPr>
              <a:t>funnelling</a:t>
            </a:r>
            <a:r>
              <a:rPr lang="en-US" sz="1200" b="0" i="1" u="none" strike="noStrike" cap="none" dirty="0">
                <a:solidFill>
                  <a:srgbClr val="000000"/>
                </a:solidFill>
                <a:latin typeface="Arial"/>
                <a:ea typeface="Arial"/>
                <a:cs typeface="Arial"/>
                <a:sym typeface="Arial"/>
              </a:rPr>
              <a:t> of cash or other funds generated from illegal activities through legitimate financial institutions or businesses so as to conceal the source of the funds or to make it appear that the source of the funds is, in fact, legitimate. Money laundering is a global problem, which, like the illegal activities underlying it, seldom respects local, national or international borders</a:t>
            </a:r>
            <a:endParaRPr lang="en-US" sz="1400" b="1" i="1" dirty="0">
              <a:solidFill>
                <a:schemeClr val="dk1"/>
              </a:solidFill>
              <a:latin typeface="Calibri"/>
              <a:ea typeface="Calibri"/>
              <a:cs typeface="Calibri"/>
              <a:sym typeface="Calibri"/>
            </a:endParaRPr>
          </a:p>
          <a:p>
            <a:pPr marL="0" lvl="0" indent="0" algn="l" rtl="0">
              <a:lnSpc>
                <a:spcPct val="100000"/>
              </a:lnSpc>
              <a:spcBef>
                <a:spcPts val="0"/>
              </a:spcBef>
              <a:spcAft>
                <a:spcPts val="0"/>
              </a:spcAft>
              <a:buSzPts val="1100"/>
              <a:buNone/>
            </a:pPr>
            <a:endParaRPr lang="en-US" sz="1400" b="1" dirty="0">
              <a:solidFill>
                <a:schemeClr val="dk1"/>
              </a:solidFill>
              <a:latin typeface="Calibri"/>
              <a:ea typeface="Calibri"/>
              <a:cs typeface="Calibri"/>
              <a:sym typeface="Calibri"/>
            </a:endParaRPr>
          </a:p>
          <a:p>
            <a:pPr marL="0" lvl="0" indent="0" algn="l" rtl="0">
              <a:lnSpc>
                <a:spcPct val="100000"/>
              </a:lnSpc>
              <a:spcBef>
                <a:spcPts val="0"/>
              </a:spcBef>
              <a:spcAft>
                <a:spcPts val="0"/>
              </a:spcAft>
              <a:buSzPts val="1100"/>
              <a:buNone/>
            </a:pPr>
            <a:r>
              <a:rPr lang="en-US" sz="1200" b="1" i="0" u="none" strike="noStrike" cap="none" dirty="0">
                <a:solidFill>
                  <a:srgbClr val="000000"/>
                </a:solidFill>
                <a:latin typeface="Arial"/>
                <a:ea typeface="Arial"/>
                <a:cs typeface="Arial"/>
                <a:sym typeface="Arial"/>
              </a:rPr>
              <a:t>Tell audience why </a:t>
            </a:r>
            <a:endParaRPr lang="en-US" dirty="0"/>
          </a:p>
          <a:p>
            <a:pPr marL="0" lvl="0" indent="0" algn="l" rtl="0">
              <a:lnSpc>
                <a:spcPct val="100000"/>
              </a:lnSpc>
              <a:spcBef>
                <a:spcPts val="0"/>
              </a:spcBef>
              <a:spcAft>
                <a:spcPts val="0"/>
              </a:spcAft>
              <a:buSzPts val="1100"/>
              <a:buNone/>
            </a:pPr>
            <a:r>
              <a:rPr lang="en-US" sz="1200" b="0" i="0" u="none" strike="noStrike" cap="none" dirty="0">
                <a:solidFill>
                  <a:srgbClr val="000000"/>
                </a:solidFill>
                <a:latin typeface="Arial"/>
                <a:ea typeface="Arial"/>
                <a:cs typeface="Arial"/>
                <a:sym typeface="Arial"/>
              </a:rPr>
              <a:t>PwC firms provide a wide range of financial and business advisory services, and there is, therefore, a risk that PwC firms and their individuals may inadvertently become directly or indirectly involved in actual or potential money laundering activities. Therefore, all PwC member firms must have procedures for preventing and reporting money laundering. </a:t>
            </a:r>
            <a:endParaRPr lang="en-US" sz="1400" b="0" dirty="0">
              <a:solidFill>
                <a:schemeClr val="dk1"/>
              </a:solidFill>
              <a:latin typeface="Calibri"/>
              <a:ea typeface="Calibri"/>
              <a:cs typeface="Calibri"/>
              <a:sym typeface="Calibri"/>
            </a:endParaRPr>
          </a:p>
          <a:p>
            <a:pPr marL="0" lvl="0" indent="0" algn="l" rtl="0">
              <a:lnSpc>
                <a:spcPct val="100000"/>
              </a:lnSpc>
              <a:spcBef>
                <a:spcPts val="0"/>
              </a:spcBef>
              <a:spcAft>
                <a:spcPts val="0"/>
              </a:spcAft>
              <a:buSzPts val="1100"/>
              <a:buNone/>
            </a:pPr>
            <a:endParaRPr lang="en-US" sz="1400" b="0" dirty="0">
              <a:solidFill>
                <a:schemeClr val="dk1"/>
              </a:solidFill>
              <a:latin typeface="Calibri"/>
              <a:ea typeface="Calibri"/>
              <a:cs typeface="Calibri"/>
              <a:sym typeface="Calibri"/>
            </a:endParaRPr>
          </a:p>
          <a:p>
            <a:pPr marL="0" lvl="0" indent="0" algn="l" rtl="0">
              <a:lnSpc>
                <a:spcPct val="100000"/>
              </a:lnSpc>
              <a:spcBef>
                <a:spcPts val="0"/>
              </a:spcBef>
              <a:spcAft>
                <a:spcPts val="0"/>
              </a:spcAft>
              <a:buSzPts val="1100"/>
              <a:buNone/>
            </a:pPr>
            <a:r>
              <a:rPr lang="en-US" sz="1400" b="1" i="1" dirty="0">
                <a:solidFill>
                  <a:schemeClr val="dk1"/>
                </a:solidFill>
                <a:latin typeface="Calibri"/>
                <a:ea typeface="Calibri"/>
                <a:cs typeface="Calibri"/>
                <a:sym typeface="Calibri"/>
              </a:rPr>
              <a:t>Remember to tell the audience important points in regards due to AML policy:</a:t>
            </a:r>
            <a:endParaRPr lang="en-US" dirty="0"/>
          </a:p>
          <a:p>
            <a:pPr marL="0" lvl="0" indent="0" algn="l" rtl="0">
              <a:lnSpc>
                <a:spcPct val="100000"/>
              </a:lnSpc>
              <a:spcBef>
                <a:spcPts val="0"/>
              </a:spcBef>
              <a:spcAft>
                <a:spcPts val="0"/>
              </a:spcAft>
              <a:buSzPts val="1100"/>
              <a:buNone/>
            </a:pPr>
            <a:endParaRPr lang="en-US" sz="1400" b="0" dirty="0">
              <a:solidFill>
                <a:schemeClr val="dk1"/>
              </a:solidFill>
              <a:latin typeface="Calibri"/>
              <a:ea typeface="Calibri"/>
              <a:cs typeface="Calibri"/>
              <a:sym typeface="Calibri"/>
            </a:endParaRPr>
          </a:p>
          <a:p>
            <a:pPr marL="457200" lvl="0" indent="-298450" algn="l" rtl="0">
              <a:lnSpc>
                <a:spcPct val="100000"/>
              </a:lnSpc>
              <a:spcBef>
                <a:spcPts val="0"/>
              </a:spcBef>
              <a:spcAft>
                <a:spcPts val="0"/>
              </a:spcAft>
              <a:buSzPts val="1100"/>
              <a:buChar char="●"/>
            </a:pPr>
            <a:r>
              <a:rPr lang="en-US" sz="1200" b="0" i="0" u="none" strike="noStrike" cap="none" dirty="0">
                <a:solidFill>
                  <a:srgbClr val="000000"/>
                </a:solidFill>
                <a:latin typeface="Arial"/>
                <a:ea typeface="Arial"/>
                <a:cs typeface="Arial"/>
                <a:sym typeface="Arial"/>
              </a:rPr>
              <a:t>Do not provide any service, or enter into any business relationship, that could constitute you or your firm being involved in direct or indirect money laundering activities </a:t>
            </a:r>
          </a:p>
          <a:p>
            <a:pPr marL="457200" lvl="0" indent="-298450" algn="l" rtl="0">
              <a:lnSpc>
                <a:spcPct val="100000"/>
              </a:lnSpc>
              <a:spcBef>
                <a:spcPts val="0"/>
              </a:spcBef>
              <a:spcAft>
                <a:spcPts val="0"/>
              </a:spcAft>
              <a:buSzPts val="1100"/>
              <a:buChar char="●"/>
            </a:pPr>
            <a:r>
              <a:rPr lang="en-US" sz="1200" b="0" i="0" u="none" strike="noStrike" cap="none" dirty="0">
                <a:solidFill>
                  <a:srgbClr val="000000"/>
                </a:solidFill>
                <a:latin typeface="Arial"/>
                <a:ea typeface="Arial"/>
                <a:cs typeface="Arial"/>
                <a:sym typeface="Arial"/>
              </a:rPr>
              <a:t>Establish your client’s identity (including the identity of any ultimate beneficial owners) in accordance with your firm’s policy</a:t>
            </a:r>
          </a:p>
          <a:p>
            <a:pPr marL="457200" lvl="0" indent="-298450" algn="l" rtl="0">
              <a:lnSpc>
                <a:spcPct val="100000"/>
              </a:lnSpc>
              <a:spcBef>
                <a:spcPts val="0"/>
              </a:spcBef>
              <a:spcAft>
                <a:spcPts val="0"/>
              </a:spcAft>
              <a:buSzPts val="1100"/>
              <a:buChar char="●"/>
            </a:pPr>
            <a:r>
              <a:rPr lang="en-US" sz="1200" b="0" i="0" u="none" strike="noStrike" cap="none" dirty="0">
                <a:solidFill>
                  <a:srgbClr val="000000"/>
                </a:solidFill>
                <a:latin typeface="Arial"/>
                <a:ea typeface="Arial"/>
                <a:cs typeface="Arial"/>
                <a:sym typeface="Arial"/>
              </a:rPr>
              <a:t>Report all knowledge or suspicion of money laundering to your firm’s nominated individual in accordance with your firm's reporting procedures  </a:t>
            </a:r>
            <a:endParaRPr lang="en-US" dirty="0"/>
          </a:p>
          <a:p>
            <a:pPr marL="457200" lvl="0" indent="-298450" algn="l" rtl="0">
              <a:lnSpc>
                <a:spcPct val="100000"/>
              </a:lnSpc>
              <a:spcBef>
                <a:spcPts val="0"/>
              </a:spcBef>
              <a:spcAft>
                <a:spcPts val="0"/>
              </a:spcAft>
              <a:buSzPts val="1100"/>
              <a:buChar char="●"/>
            </a:pPr>
            <a:r>
              <a:rPr lang="en-US" sz="1200" b="0" i="0" u="none" strike="noStrike" cap="none" dirty="0">
                <a:solidFill>
                  <a:srgbClr val="000000"/>
                </a:solidFill>
                <a:latin typeface="Arial"/>
                <a:ea typeface="Arial"/>
                <a:cs typeface="Arial"/>
                <a:sym typeface="Arial"/>
              </a:rPr>
              <a:t>When referring or sub-contracting work to other PwC member firms, provide assistance to those firms in order to enable them to satisfy their own anti-money laundering procedures </a:t>
            </a:r>
            <a:endParaRPr lang="en-US" dirty="0"/>
          </a:p>
          <a:p>
            <a:pPr marL="0" lvl="0" indent="0" algn="l" rtl="0">
              <a:lnSpc>
                <a:spcPct val="100000"/>
              </a:lnSpc>
              <a:spcBef>
                <a:spcPts val="0"/>
              </a:spcBef>
              <a:spcAft>
                <a:spcPts val="0"/>
              </a:spcAft>
              <a:buSzPts val="1100"/>
              <a:buNone/>
            </a:pPr>
            <a:endParaRPr lang="en-US" sz="1400" b="0" dirty="0">
              <a:solidFill>
                <a:schemeClr val="dk1"/>
              </a:solidFill>
              <a:latin typeface="Calibri"/>
              <a:ea typeface="Calibri"/>
              <a:cs typeface="Calibri"/>
              <a:sym typeface="Calibri"/>
            </a:endParaRPr>
          </a:p>
          <a:p>
            <a:pPr marL="0" lvl="0" indent="0" algn="l" rtl="0">
              <a:lnSpc>
                <a:spcPct val="100000"/>
              </a:lnSpc>
              <a:spcBef>
                <a:spcPts val="0"/>
              </a:spcBef>
              <a:spcAft>
                <a:spcPts val="0"/>
              </a:spcAft>
              <a:buSzPts val="1100"/>
              <a:buNone/>
            </a:pPr>
            <a:endParaRPr lang="en-US" sz="1400" b="1" dirty="0">
              <a:solidFill>
                <a:schemeClr val="dk1"/>
              </a:solidFill>
              <a:latin typeface="Calibri"/>
              <a:ea typeface="Calibri"/>
              <a:cs typeface="Calibri"/>
              <a:sym typeface="Calibri"/>
            </a:endParaRPr>
          </a:p>
          <a:p>
            <a:pPr marL="0" lvl="0" indent="0" algn="l" rtl="0">
              <a:lnSpc>
                <a:spcPct val="100000"/>
              </a:lnSpc>
              <a:spcBef>
                <a:spcPts val="0"/>
              </a:spcBef>
              <a:spcAft>
                <a:spcPts val="0"/>
              </a:spcAft>
              <a:buSzPts val="1100"/>
              <a:buNone/>
            </a:pPr>
            <a:r>
              <a:rPr lang="en-US" sz="1200" b="0" i="0" u="none" strike="noStrike" cap="none" dirty="0">
                <a:solidFill>
                  <a:srgbClr val="000000"/>
                </a:solidFill>
                <a:latin typeface="Arial"/>
                <a:ea typeface="Arial"/>
                <a:cs typeface="Arial"/>
                <a:sym typeface="Arial"/>
              </a:rPr>
              <a:t>The Risk Management standard on anti-money laundering requires all PwC Member firms to assign responsibility for compliance with the standard to a relevant individual at a sufficient level of seniority, and implement procedures for their partners and staff to inform this individual of any knowledge or suspicion of money laundering encountered during the course of client work.</a:t>
            </a:r>
          </a:p>
          <a:p>
            <a:pPr marL="0" lvl="0" indent="0" algn="l" rtl="0">
              <a:lnSpc>
                <a:spcPct val="100000"/>
              </a:lnSpc>
              <a:spcBef>
                <a:spcPts val="0"/>
              </a:spcBef>
              <a:spcAft>
                <a:spcPts val="0"/>
              </a:spcAft>
              <a:buSzPts val="1100"/>
              <a:buNone/>
            </a:pPr>
            <a:endParaRPr lang="en-US" sz="12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100"/>
              <a:buFont typeface="Arial"/>
              <a:buNone/>
            </a:pPr>
            <a:r>
              <a:rPr lang="en-US" sz="1200" b="0" i="0" u="none" strike="noStrike" cap="none" dirty="0">
                <a:solidFill>
                  <a:srgbClr val="FF0000"/>
                </a:solidFill>
                <a:latin typeface="Arial"/>
                <a:ea typeface="Arial"/>
                <a:cs typeface="Arial"/>
                <a:sym typeface="Arial"/>
              </a:rPr>
              <a:t>Describe how the process is set up in your territory - </a:t>
            </a:r>
            <a:r>
              <a:rPr lang="en-US" sz="1200" b="1" i="0" u="none" strike="noStrike" cap="none" dirty="0">
                <a:solidFill>
                  <a:srgbClr val="FF0000"/>
                </a:solidFill>
                <a:latin typeface="Arial"/>
                <a:ea typeface="Arial"/>
                <a:cs typeface="Arial"/>
                <a:sym typeface="Arial"/>
              </a:rPr>
              <a:t>[</a:t>
            </a:r>
            <a:r>
              <a:rPr lang="en-US" sz="1200" b="1" i="0" dirty="0">
                <a:solidFill>
                  <a:srgbClr val="FF0000"/>
                </a:solidFill>
                <a:latin typeface="Calibri"/>
                <a:ea typeface="Calibri"/>
                <a:cs typeface="Calibri"/>
                <a:sym typeface="Calibri"/>
              </a:rPr>
              <a:t>Tailor this part to reflect specific territory requirements]</a:t>
            </a:r>
            <a:endParaRPr lang="en-US" sz="1200" b="0" i="0" u="none" strike="noStrike" cap="none" dirty="0">
              <a:solidFill>
                <a:srgbClr val="FF0000"/>
              </a:solidFill>
              <a:latin typeface="Arial"/>
              <a:ea typeface="Arial"/>
              <a:cs typeface="Arial"/>
              <a:sym typeface="Arial"/>
            </a:endParaRPr>
          </a:p>
          <a:p>
            <a:pPr marL="0" lvl="0" indent="0" algn="l" rtl="0">
              <a:lnSpc>
                <a:spcPct val="100000"/>
              </a:lnSpc>
              <a:spcBef>
                <a:spcPts val="0"/>
              </a:spcBef>
              <a:spcAft>
                <a:spcPts val="0"/>
              </a:spcAft>
              <a:buSzPts val="1100"/>
              <a:buNone/>
            </a:pPr>
            <a:endParaRPr lang="en-US" sz="1200" b="1" i="1" u="none" strike="noStrike" cap="none" dirty="0">
              <a:solidFill>
                <a:srgbClr val="FF0000"/>
              </a:solidFill>
              <a:latin typeface="Arial"/>
              <a:ea typeface="Arial"/>
              <a:cs typeface="Arial"/>
              <a:sym typeface="Arial"/>
            </a:endParaRPr>
          </a:p>
          <a:p>
            <a:pPr marL="171450" lvl="0" indent="-171450" algn="l" rtl="0">
              <a:lnSpc>
                <a:spcPct val="100000"/>
              </a:lnSpc>
              <a:spcBef>
                <a:spcPts val="0"/>
              </a:spcBef>
              <a:spcAft>
                <a:spcPts val="0"/>
              </a:spcAft>
              <a:buSzPts val="1100"/>
              <a:buFont typeface="Arial"/>
              <a:buChar char="-"/>
            </a:pPr>
            <a:r>
              <a:rPr lang="en-US" sz="1200" b="0" i="0" u="none" strike="noStrike" cap="none" dirty="0">
                <a:solidFill>
                  <a:srgbClr val="FF0000"/>
                </a:solidFill>
                <a:latin typeface="Arial"/>
                <a:ea typeface="Arial"/>
                <a:cs typeface="Arial"/>
                <a:sym typeface="Arial"/>
              </a:rPr>
              <a:t>Required procedures/documents  to be done at the client acceptance/</a:t>
            </a:r>
            <a:r>
              <a:rPr lang="en-US" dirty="0">
                <a:solidFill>
                  <a:srgbClr val="FF0000"/>
                </a:solidFill>
              </a:rPr>
              <a:t>continuance</a:t>
            </a:r>
            <a:r>
              <a:rPr lang="en-US" sz="1200" b="0" i="0" u="none" strike="noStrike" cap="none" dirty="0">
                <a:solidFill>
                  <a:srgbClr val="FF0000"/>
                </a:solidFill>
                <a:latin typeface="Arial"/>
                <a:ea typeface="Arial"/>
                <a:cs typeface="Arial"/>
                <a:sym typeface="Arial"/>
              </a:rPr>
              <a:t> stage.</a:t>
            </a:r>
            <a:endParaRPr lang="en-US" dirty="0"/>
          </a:p>
          <a:p>
            <a:pPr marL="171450" lvl="0" indent="-171450" algn="l" rtl="0">
              <a:lnSpc>
                <a:spcPct val="100000"/>
              </a:lnSpc>
              <a:spcBef>
                <a:spcPts val="0"/>
              </a:spcBef>
              <a:spcAft>
                <a:spcPts val="0"/>
              </a:spcAft>
              <a:buSzPts val="1100"/>
              <a:buFont typeface="Arial"/>
              <a:buChar char="-"/>
            </a:pPr>
            <a:r>
              <a:rPr lang="en-US" sz="1200" b="0" i="0" u="none" strike="noStrike" cap="none" dirty="0">
                <a:solidFill>
                  <a:srgbClr val="FF0000"/>
                </a:solidFill>
                <a:latin typeface="Arial"/>
                <a:ea typeface="Arial"/>
                <a:cs typeface="Arial"/>
                <a:sym typeface="Arial"/>
              </a:rPr>
              <a:t>Persons responsible for AML procedures in your territory</a:t>
            </a:r>
          </a:p>
          <a:p>
            <a:pPr marL="171450" lvl="0" indent="-171450" algn="l" rtl="0">
              <a:lnSpc>
                <a:spcPct val="100000"/>
              </a:lnSpc>
              <a:spcBef>
                <a:spcPts val="0"/>
              </a:spcBef>
              <a:spcAft>
                <a:spcPts val="0"/>
              </a:spcAft>
              <a:buSzPts val="1100"/>
              <a:buFont typeface="Arial"/>
              <a:buChar char="-"/>
            </a:pPr>
            <a:r>
              <a:rPr lang="en-US" sz="1200" b="0" i="0" u="none" strike="noStrike" cap="none" dirty="0">
                <a:solidFill>
                  <a:srgbClr val="FF0000"/>
                </a:solidFill>
                <a:latin typeface="Arial"/>
                <a:ea typeface="Arial"/>
                <a:cs typeface="Arial"/>
                <a:sym typeface="Arial"/>
              </a:rPr>
              <a:t>Tools used in AML procedures in your territory (checklist, database, etc.)</a:t>
            </a:r>
            <a:endParaRPr lang="en-US" dirty="0"/>
          </a:p>
          <a:p>
            <a:pPr marL="171450" lvl="0" indent="-101600" algn="l" rtl="0">
              <a:lnSpc>
                <a:spcPct val="100000"/>
              </a:lnSpc>
              <a:spcBef>
                <a:spcPts val="0"/>
              </a:spcBef>
              <a:spcAft>
                <a:spcPts val="0"/>
              </a:spcAft>
              <a:buSzPts val="1100"/>
              <a:buFont typeface="Arial"/>
              <a:buNone/>
            </a:pPr>
            <a:endParaRPr lang="en-US" sz="1200" b="0" i="0" u="none" strike="noStrike" cap="none" dirty="0">
              <a:solidFill>
                <a:srgbClr val="000000"/>
              </a:solidFill>
              <a:latin typeface="Arial"/>
              <a:ea typeface="Arial"/>
              <a:cs typeface="Arial"/>
              <a:sym typeface="Arial"/>
            </a:endParaRPr>
          </a:p>
          <a:p>
            <a:pPr marL="171450" lvl="0" indent="-101600" algn="l" rtl="0">
              <a:lnSpc>
                <a:spcPct val="100000"/>
              </a:lnSpc>
              <a:spcBef>
                <a:spcPts val="0"/>
              </a:spcBef>
              <a:spcAft>
                <a:spcPts val="0"/>
              </a:spcAft>
              <a:buSzPts val="1100"/>
              <a:buFont typeface="Arial"/>
              <a:buNone/>
            </a:pPr>
            <a:endParaRPr lang="en-US" sz="1400" b="1" dirty="0">
              <a:solidFill>
                <a:schemeClr val="dk1"/>
              </a:solidFill>
              <a:latin typeface="Calibri"/>
              <a:ea typeface="Calibri"/>
              <a:cs typeface="Calibri"/>
              <a:sym typeface="Calibri"/>
            </a:endParaRPr>
          </a:p>
          <a:p>
            <a:pPr marL="0" lvl="0" indent="0" algn="l" rtl="0">
              <a:lnSpc>
                <a:spcPct val="100000"/>
              </a:lnSpc>
              <a:spcBef>
                <a:spcPts val="0"/>
              </a:spcBef>
              <a:spcAft>
                <a:spcPts val="0"/>
              </a:spcAft>
              <a:buSzPts val="1100"/>
              <a:buNone/>
            </a:pPr>
            <a:endParaRPr lang="en-US" dirty="0"/>
          </a:p>
        </p:txBody>
      </p:sp>
      <p:sp>
        <p:nvSpPr>
          <p:cNvPr id="4" name="Slide Number Placeholder 3"/>
          <p:cNvSpPr>
            <a:spLocks noGrp="1"/>
          </p:cNvSpPr>
          <p:nvPr>
            <p:ph type="sldNum" sz="quarter" idx="5"/>
          </p:nvPr>
        </p:nvSpPr>
        <p:spPr/>
        <p:txBody>
          <a:bodyPr/>
          <a:lstStyle/>
          <a:p>
            <a:fld id="{8338F507-FFAD-4585-99E0-9DC17883AD4F}" type="slidenum">
              <a:rPr lang="en-US" smtClean="0"/>
              <a:pPr/>
              <a:t>11</a:t>
            </a:fld>
            <a:endParaRPr lang="en-US"/>
          </a:p>
        </p:txBody>
      </p:sp>
    </p:spTree>
    <p:extLst>
      <p:ext uri="{BB962C8B-B14F-4D97-AF65-F5344CB8AC3E}">
        <p14:creationId xmlns:p14="http://schemas.microsoft.com/office/powerpoint/2010/main" val="313232746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rtl="0">
              <a:lnSpc>
                <a:spcPct val="100000"/>
              </a:lnSpc>
              <a:spcBef>
                <a:spcPts val="0"/>
              </a:spcBef>
              <a:spcAft>
                <a:spcPts val="0"/>
              </a:spcAft>
              <a:buClr>
                <a:schemeClr val="dk1"/>
              </a:buClr>
              <a:buSzPts val="1200"/>
              <a:buFont typeface="Calibri"/>
              <a:buNone/>
            </a:pPr>
            <a:r>
              <a:rPr lang="en-US" sz="1200" b="1" dirty="0">
                <a:solidFill>
                  <a:schemeClr val="dk1"/>
                </a:solidFill>
                <a:latin typeface="Calibri"/>
                <a:ea typeface="Calibri"/>
                <a:cs typeface="Calibri"/>
                <a:sym typeface="Calibri"/>
              </a:rPr>
              <a:t>THIS SLIDE IS A KIND OF SUMMARY (CHECKLIST) OF IMPORTANT TOPICS FOR RISK MANAGEMENT PRESENTATION!</a:t>
            </a:r>
            <a:endParaRPr lang="en-US" dirty="0"/>
          </a:p>
          <a:p>
            <a:pPr marL="0" lvl="0" indent="0" algn="l" rtl="0">
              <a:lnSpc>
                <a:spcPct val="100000"/>
              </a:lnSpc>
              <a:spcBef>
                <a:spcPts val="0"/>
              </a:spcBef>
              <a:spcAft>
                <a:spcPts val="0"/>
              </a:spcAft>
              <a:buClr>
                <a:schemeClr val="dk1"/>
              </a:buClr>
              <a:buSzPts val="1200"/>
              <a:buFont typeface="Calibri"/>
              <a:buNone/>
            </a:pPr>
            <a:r>
              <a:rPr lang="en-US" sz="1200" b="1" dirty="0">
                <a:solidFill>
                  <a:schemeClr val="dk1"/>
                </a:solidFill>
                <a:latin typeface="Calibri"/>
                <a:ea typeface="Calibri"/>
                <a:cs typeface="Calibri"/>
                <a:sym typeface="Calibri"/>
              </a:rPr>
              <a:t>IF POINTS 3-6 DID NOT APPEARED EARLIER THEN SPEND SOME TIME TO DISCUSS THEM WITH THE AUDIENCE.</a:t>
            </a:r>
          </a:p>
          <a:p>
            <a:pPr marL="0" lvl="0" indent="0" algn="l" rtl="0">
              <a:lnSpc>
                <a:spcPct val="100000"/>
              </a:lnSpc>
              <a:spcBef>
                <a:spcPts val="0"/>
              </a:spcBef>
              <a:spcAft>
                <a:spcPts val="0"/>
              </a:spcAft>
              <a:buClr>
                <a:schemeClr val="dk1"/>
              </a:buClr>
              <a:buSzPts val="1200"/>
              <a:buFont typeface="Calibri"/>
              <a:buNone/>
            </a:pPr>
            <a:endParaRPr lang="en-US" sz="1200" dirty="0">
              <a:solidFill>
                <a:schemeClr val="dk1"/>
              </a:solidFill>
              <a:latin typeface="Calibri"/>
              <a:ea typeface="Calibri"/>
              <a:cs typeface="Calibri"/>
              <a:sym typeface="Calibri"/>
            </a:endParaRPr>
          </a:p>
          <a:p>
            <a:pPr marL="0" lvl="0" indent="0" algn="l" rtl="0">
              <a:lnSpc>
                <a:spcPct val="100000"/>
              </a:lnSpc>
              <a:spcBef>
                <a:spcPts val="0"/>
              </a:spcBef>
              <a:spcAft>
                <a:spcPts val="0"/>
              </a:spcAft>
              <a:buClr>
                <a:schemeClr val="dk1"/>
              </a:buClr>
              <a:buSzPts val="1200"/>
              <a:buFont typeface="Calibri"/>
              <a:buNone/>
            </a:pPr>
            <a:endParaRPr lang="en-US" sz="1200" dirty="0">
              <a:solidFill>
                <a:schemeClr val="dk1"/>
              </a:solidFill>
              <a:latin typeface="Calibri"/>
              <a:ea typeface="Calibri"/>
              <a:cs typeface="Calibri"/>
              <a:sym typeface="Calibri"/>
            </a:endParaRPr>
          </a:p>
          <a:p>
            <a:pPr marL="0" lvl="0" indent="0" algn="l" rtl="0">
              <a:lnSpc>
                <a:spcPct val="100000"/>
              </a:lnSpc>
              <a:spcBef>
                <a:spcPts val="0"/>
              </a:spcBef>
              <a:spcAft>
                <a:spcPts val="0"/>
              </a:spcAft>
              <a:buClr>
                <a:schemeClr val="dk1"/>
              </a:buClr>
              <a:buSzPts val="1200"/>
              <a:buFont typeface="Calibri"/>
              <a:buNone/>
            </a:pPr>
            <a:endParaRPr lang="en-US" sz="1200" dirty="0">
              <a:solidFill>
                <a:schemeClr val="dk1"/>
              </a:solidFill>
              <a:latin typeface="Calibri"/>
              <a:ea typeface="Calibri"/>
              <a:cs typeface="Calibri"/>
              <a:sym typeface="Calibri"/>
            </a:endParaRPr>
          </a:p>
          <a:p>
            <a:pPr marL="228600" lvl="0" indent="-228600" algn="l" rtl="0">
              <a:lnSpc>
                <a:spcPct val="100000"/>
              </a:lnSpc>
              <a:spcBef>
                <a:spcPts val="0"/>
              </a:spcBef>
              <a:spcAft>
                <a:spcPts val="0"/>
              </a:spcAft>
              <a:buClr>
                <a:schemeClr val="dk1"/>
              </a:buClr>
              <a:buSzPts val="1200"/>
              <a:buFont typeface="Calibri"/>
              <a:buAutoNum type="arabicParenR"/>
            </a:pPr>
            <a:r>
              <a:rPr lang="en-US" sz="1200" dirty="0">
                <a:solidFill>
                  <a:schemeClr val="dk1"/>
                </a:solidFill>
                <a:latin typeface="Calibri"/>
                <a:ea typeface="Calibri"/>
                <a:cs typeface="Calibri"/>
                <a:sym typeface="Calibri"/>
              </a:rPr>
              <a:t>Specify that </a:t>
            </a:r>
            <a:r>
              <a:rPr lang="en-US" sz="1200" b="1" dirty="0">
                <a:solidFill>
                  <a:schemeClr val="dk1"/>
                </a:solidFill>
                <a:latin typeface="Calibri"/>
                <a:ea typeface="Calibri"/>
                <a:cs typeface="Calibri"/>
                <a:sym typeface="Calibri"/>
              </a:rPr>
              <a:t>A&amp;C</a:t>
            </a:r>
            <a:r>
              <a:rPr lang="en-US" sz="1200" dirty="0">
                <a:solidFill>
                  <a:schemeClr val="dk1"/>
                </a:solidFill>
                <a:latin typeface="Calibri"/>
                <a:ea typeface="Calibri"/>
                <a:cs typeface="Calibri"/>
                <a:sym typeface="Calibri"/>
              </a:rPr>
              <a:t> are used for Audit work and </a:t>
            </a:r>
            <a:r>
              <a:rPr lang="en-US" sz="1200" b="1" dirty="0">
                <a:solidFill>
                  <a:schemeClr val="dk1"/>
                </a:solidFill>
                <a:latin typeface="Calibri"/>
                <a:ea typeface="Calibri"/>
                <a:cs typeface="Calibri"/>
                <a:sym typeface="Calibri"/>
              </a:rPr>
              <a:t>affirm </a:t>
            </a:r>
            <a:r>
              <a:rPr lang="en-US" sz="1200" dirty="0">
                <a:solidFill>
                  <a:schemeClr val="dk1"/>
                </a:solidFill>
                <a:latin typeface="Calibri"/>
                <a:ea typeface="Calibri"/>
                <a:cs typeface="Calibri"/>
                <a:sym typeface="Calibri"/>
              </a:rPr>
              <a:t>for other type of services.</a:t>
            </a:r>
          </a:p>
          <a:p>
            <a:pPr marL="228600" lvl="0" indent="-228600" algn="l" rtl="0">
              <a:lnSpc>
                <a:spcPct val="100000"/>
              </a:lnSpc>
              <a:spcBef>
                <a:spcPts val="0"/>
              </a:spcBef>
              <a:spcAft>
                <a:spcPts val="0"/>
              </a:spcAft>
              <a:buClr>
                <a:schemeClr val="dk1"/>
              </a:buClr>
              <a:buSzPts val="1200"/>
              <a:buFont typeface="Calibri"/>
              <a:buAutoNum type="arabicParenR"/>
            </a:pPr>
            <a:r>
              <a:rPr lang="en-US" sz="1200" dirty="0">
                <a:solidFill>
                  <a:schemeClr val="dk1"/>
                </a:solidFill>
                <a:latin typeface="Calibri"/>
                <a:ea typeface="Calibri"/>
                <a:cs typeface="Calibri"/>
                <a:sym typeface="Calibri"/>
              </a:rPr>
              <a:t>Emphasis importance of using proper, current template, applicable to the scope of the work.  One more time direct participants to section 27 of </a:t>
            </a:r>
            <a:r>
              <a:rPr lang="en-US" sz="1200" dirty="0" err="1">
                <a:solidFill>
                  <a:schemeClr val="dk1"/>
                </a:solidFill>
                <a:latin typeface="Calibri"/>
                <a:ea typeface="Calibri"/>
                <a:cs typeface="Calibri"/>
                <a:sym typeface="Calibri"/>
              </a:rPr>
              <a:t>Matrisk</a:t>
            </a:r>
            <a:r>
              <a:rPr lang="en-US" sz="1200" dirty="0">
                <a:solidFill>
                  <a:schemeClr val="dk1"/>
                </a:solidFill>
                <a:latin typeface="Calibri"/>
                <a:ea typeface="Calibri"/>
                <a:cs typeface="Calibri"/>
                <a:sym typeface="Calibri"/>
              </a:rPr>
              <a:t>, where they can find newest contracts templates.</a:t>
            </a:r>
          </a:p>
          <a:p>
            <a:pPr marL="228600" lvl="0" indent="-228600" algn="l" rtl="0">
              <a:lnSpc>
                <a:spcPct val="100000"/>
              </a:lnSpc>
              <a:spcBef>
                <a:spcPts val="0"/>
              </a:spcBef>
              <a:spcAft>
                <a:spcPts val="0"/>
              </a:spcAft>
              <a:buClr>
                <a:schemeClr val="dk1"/>
              </a:buClr>
              <a:buSzPts val="1200"/>
              <a:buFont typeface="Calibri"/>
              <a:buAutoNum type="arabicParenR"/>
            </a:pPr>
            <a:r>
              <a:rPr lang="en-US" sz="1200" dirty="0">
                <a:solidFill>
                  <a:schemeClr val="dk1"/>
                </a:solidFill>
                <a:latin typeface="Calibri"/>
                <a:ea typeface="Calibri"/>
                <a:cs typeface="Calibri"/>
                <a:sym typeface="Calibri"/>
              </a:rPr>
              <a:t>Briefly discuss with participants who is </a:t>
            </a:r>
            <a:r>
              <a:rPr lang="en-US" sz="1200" dirty="0" err="1">
                <a:solidFill>
                  <a:schemeClr val="dk1"/>
                </a:solidFill>
                <a:latin typeface="Calibri"/>
                <a:ea typeface="Calibri"/>
                <a:cs typeface="Calibri"/>
                <a:sym typeface="Calibri"/>
              </a:rPr>
              <a:t>authorised</a:t>
            </a:r>
            <a:r>
              <a:rPr lang="en-US" sz="1200" dirty="0">
                <a:solidFill>
                  <a:schemeClr val="dk1"/>
                </a:solidFill>
                <a:latin typeface="Calibri"/>
                <a:ea typeface="Calibri"/>
                <a:cs typeface="Calibri"/>
                <a:sym typeface="Calibri"/>
              </a:rPr>
              <a:t> to commit PwC and sign formal reports – </a:t>
            </a:r>
            <a:r>
              <a:rPr lang="en-US" sz="1200" b="1" dirty="0">
                <a:solidFill>
                  <a:schemeClr val="dk1"/>
                </a:solidFill>
                <a:latin typeface="Calibri"/>
                <a:ea typeface="Calibri"/>
                <a:cs typeface="Calibri"/>
                <a:sym typeface="Calibri"/>
              </a:rPr>
              <a:t>only Partners and </a:t>
            </a:r>
            <a:r>
              <a:rPr lang="en-US" sz="1200" b="1" dirty="0" err="1">
                <a:solidFill>
                  <a:schemeClr val="dk1"/>
                </a:solidFill>
                <a:latin typeface="Calibri"/>
                <a:ea typeface="Calibri"/>
                <a:cs typeface="Calibri"/>
                <a:sym typeface="Calibri"/>
              </a:rPr>
              <a:t>authorised</a:t>
            </a:r>
            <a:r>
              <a:rPr lang="en-US" sz="1200" b="1" dirty="0">
                <a:solidFill>
                  <a:schemeClr val="dk1"/>
                </a:solidFill>
                <a:latin typeface="Calibri"/>
                <a:ea typeface="Calibri"/>
                <a:cs typeface="Calibri"/>
                <a:sym typeface="Calibri"/>
              </a:rPr>
              <a:t> Directors, who supervise projects</a:t>
            </a:r>
          </a:p>
          <a:p>
            <a:pPr marL="228600" lvl="0" indent="-228600" algn="l" rtl="0">
              <a:lnSpc>
                <a:spcPct val="100000"/>
              </a:lnSpc>
              <a:spcBef>
                <a:spcPts val="0"/>
              </a:spcBef>
              <a:spcAft>
                <a:spcPts val="0"/>
              </a:spcAft>
              <a:buClr>
                <a:schemeClr val="dk1"/>
              </a:buClr>
              <a:buSzPts val="1200"/>
              <a:buFont typeface="Calibri"/>
              <a:buAutoNum type="arabicParenR"/>
            </a:pPr>
            <a:r>
              <a:rPr lang="en-US" sz="1200" dirty="0">
                <a:solidFill>
                  <a:schemeClr val="dk1"/>
                </a:solidFill>
                <a:latin typeface="Calibri"/>
                <a:ea typeface="Calibri"/>
                <a:cs typeface="Calibri"/>
                <a:sym typeface="Calibri"/>
              </a:rPr>
              <a:t>Put emphasis on the fact that sensitive data as i.e. – financial data, information about client’s strategy are confidential and </a:t>
            </a:r>
            <a:r>
              <a:rPr lang="en-US" sz="1200" b="1" dirty="0">
                <a:solidFill>
                  <a:schemeClr val="dk1"/>
                </a:solidFill>
                <a:latin typeface="Calibri"/>
                <a:ea typeface="Calibri"/>
                <a:cs typeface="Calibri"/>
                <a:sym typeface="Calibri"/>
              </a:rPr>
              <a:t>can not</a:t>
            </a:r>
            <a:r>
              <a:rPr lang="en-US" sz="1200" dirty="0">
                <a:solidFill>
                  <a:schemeClr val="dk1"/>
                </a:solidFill>
                <a:latin typeface="Calibri"/>
                <a:ea typeface="Calibri"/>
                <a:cs typeface="Calibri"/>
                <a:sym typeface="Calibri"/>
              </a:rPr>
              <a:t> be shared outside the engagement team and especially with people outside the firm. In case of doubts people should seek out the advice of more experienced team members (and always use common sense)</a:t>
            </a:r>
            <a:endParaRPr lang="en-US" dirty="0"/>
          </a:p>
          <a:p>
            <a:pPr marL="228600" lvl="0" indent="-228600" algn="l" rtl="0">
              <a:lnSpc>
                <a:spcPct val="100000"/>
              </a:lnSpc>
              <a:spcBef>
                <a:spcPts val="0"/>
              </a:spcBef>
              <a:spcAft>
                <a:spcPts val="0"/>
              </a:spcAft>
              <a:buClr>
                <a:schemeClr val="dk1"/>
              </a:buClr>
              <a:buSzPts val="1200"/>
              <a:buFont typeface="Calibri"/>
              <a:buAutoNum type="arabicParenR"/>
            </a:pPr>
            <a:r>
              <a:rPr lang="en-US" sz="1200" dirty="0">
                <a:solidFill>
                  <a:schemeClr val="dk1"/>
                </a:solidFill>
                <a:latin typeface="Calibri"/>
                <a:ea typeface="Calibri"/>
                <a:cs typeface="Calibri"/>
                <a:sym typeface="Calibri"/>
              </a:rPr>
              <a:t>Document your work according to PwC requirements – please remember that our documentation may be our best proof of quality of our work in case of TPM/litigation and/or other external/internal reviews. Please note that our documentation is kept for long time (according to specific retention rules)</a:t>
            </a:r>
          </a:p>
          <a:p>
            <a:pPr marL="228600" lvl="0" indent="-228600" algn="l" rtl="0">
              <a:lnSpc>
                <a:spcPct val="100000"/>
              </a:lnSpc>
              <a:spcBef>
                <a:spcPts val="0"/>
              </a:spcBef>
              <a:spcAft>
                <a:spcPts val="0"/>
              </a:spcAft>
              <a:buClr>
                <a:schemeClr val="dk1"/>
              </a:buClr>
              <a:buSzPts val="1200"/>
              <a:buFont typeface="Calibri"/>
              <a:buAutoNum type="arabicParenR"/>
            </a:pPr>
            <a:r>
              <a:rPr lang="en-US" sz="1200" dirty="0">
                <a:solidFill>
                  <a:schemeClr val="dk1"/>
                </a:solidFill>
                <a:latin typeface="Calibri"/>
                <a:ea typeface="Calibri"/>
                <a:cs typeface="Calibri"/>
                <a:sym typeface="Calibri"/>
              </a:rPr>
              <a:t> Consultations – specify for the participants importance of support teams/departments – repeat main rm/independence/regulatory contacts in your territory [slide 3]</a:t>
            </a:r>
            <a:endParaRPr lang="en-US" dirty="0"/>
          </a:p>
          <a:p>
            <a:pPr marL="228600" lvl="0" indent="-152400" algn="l" rtl="0">
              <a:lnSpc>
                <a:spcPct val="100000"/>
              </a:lnSpc>
              <a:spcBef>
                <a:spcPts val="0"/>
              </a:spcBef>
              <a:spcAft>
                <a:spcPts val="0"/>
              </a:spcAft>
              <a:buClr>
                <a:schemeClr val="dk1"/>
              </a:buClr>
              <a:buSzPts val="1200"/>
              <a:buFont typeface="Calibri"/>
              <a:buNone/>
            </a:pPr>
            <a:endParaRPr lang="en-US" sz="1200" dirty="0">
              <a:solidFill>
                <a:schemeClr val="dk1"/>
              </a:solidFill>
              <a:latin typeface="Calibri"/>
              <a:ea typeface="Calibri"/>
              <a:cs typeface="Calibri"/>
              <a:sym typeface="Calibri"/>
            </a:endParaRPr>
          </a:p>
          <a:p>
            <a:pPr marL="0" lvl="0" indent="0" algn="l" rtl="0">
              <a:lnSpc>
                <a:spcPct val="100000"/>
              </a:lnSpc>
              <a:spcBef>
                <a:spcPts val="0"/>
              </a:spcBef>
              <a:spcAft>
                <a:spcPts val="0"/>
              </a:spcAft>
              <a:buClr>
                <a:schemeClr val="dk1"/>
              </a:buClr>
              <a:buSzPts val="1200"/>
              <a:buFont typeface="Calibri"/>
              <a:buNone/>
            </a:pPr>
            <a:r>
              <a:rPr lang="en-US" sz="1200" b="1" dirty="0">
                <a:solidFill>
                  <a:schemeClr val="dk1"/>
                </a:solidFill>
                <a:latin typeface="Calibri"/>
                <a:ea typeface="Calibri"/>
                <a:cs typeface="Calibri"/>
                <a:sym typeface="Calibri"/>
              </a:rPr>
              <a:t>WHEN IN DOUBTS WE ENCOURAGE YOU TO SEEK OUT ADVICE FROM THOSE WHO MAY HAVE EXPERIENCE IN THE SUBJECT.</a:t>
            </a:r>
          </a:p>
          <a:p>
            <a:pPr marL="228600" lvl="0" indent="-152400" algn="l" rtl="0">
              <a:lnSpc>
                <a:spcPct val="100000"/>
              </a:lnSpc>
              <a:spcBef>
                <a:spcPts val="0"/>
              </a:spcBef>
              <a:spcAft>
                <a:spcPts val="0"/>
              </a:spcAft>
              <a:buClr>
                <a:schemeClr val="dk1"/>
              </a:buClr>
              <a:buSzPts val="1200"/>
              <a:buFont typeface="Calibri"/>
              <a:buNone/>
            </a:pPr>
            <a:endParaRPr lang="en-US" sz="1200" dirty="0">
              <a:solidFill>
                <a:schemeClr val="dk1"/>
              </a:solidFill>
              <a:latin typeface="Calibri"/>
              <a:ea typeface="Calibri"/>
              <a:cs typeface="Calibri"/>
              <a:sym typeface="Calibri"/>
            </a:endParaRPr>
          </a:p>
          <a:p>
            <a:pPr marL="0" lvl="0" indent="0" algn="l" rtl="0">
              <a:lnSpc>
                <a:spcPct val="100000"/>
              </a:lnSpc>
              <a:spcBef>
                <a:spcPts val="0"/>
              </a:spcBef>
              <a:spcAft>
                <a:spcPts val="0"/>
              </a:spcAft>
              <a:buSzPts val="1100"/>
              <a:buNone/>
            </a:pPr>
            <a:endParaRPr lang="en-US" dirty="0"/>
          </a:p>
        </p:txBody>
      </p:sp>
      <p:sp>
        <p:nvSpPr>
          <p:cNvPr id="4" name="Slide Number Placeholder 3"/>
          <p:cNvSpPr>
            <a:spLocks noGrp="1"/>
          </p:cNvSpPr>
          <p:nvPr>
            <p:ph type="sldNum" sz="quarter" idx="5"/>
          </p:nvPr>
        </p:nvSpPr>
        <p:spPr/>
        <p:txBody>
          <a:bodyPr/>
          <a:lstStyle/>
          <a:p>
            <a:fld id="{8338F507-FFAD-4585-99E0-9DC17883AD4F}" type="slidenum">
              <a:rPr lang="en-US" smtClean="0"/>
              <a:pPr/>
              <a:t>12</a:t>
            </a:fld>
            <a:endParaRPr lang="en-US"/>
          </a:p>
        </p:txBody>
      </p:sp>
    </p:spTree>
    <p:extLst>
      <p:ext uri="{BB962C8B-B14F-4D97-AF65-F5344CB8AC3E}">
        <p14:creationId xmlns:p14="http://schemas.microsoft.com/office/powerpoint/2010/main" val="287882777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338F507-FFAD-4585-99E0-9DC17883AD4F}" type="slidenum">
              <a:rPr lang="en-US" smtClean="0"/>
              <a:t>14</a:t>
            </a:fld>
            <a:endParaRPr lang="en-US"/>
          </a:p>
        </p:txBody>
      </p:sp>
    </p:spTree>
    <p:extLst>
      <p:ext uri="{BB962C8B-B14F-4D97-AF65-F5344CB8AC3E}">
        <p14:creationId xmlns:p14="http://schemas.microsoft.com/office/powerpoint/2010/main" val="2458220479"/>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99.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100.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2.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117.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2.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26385865-AC61-A495-F399-61E2BED383E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6284"/>
          </a:xfrm>
          <a:prstGeom prst="rect">
            <a:avLst/>
          </a:prstGeom>
        </p:spPr>
      </p:pic>
      <p:sp>
        <p:nvSpPr>
          <p:cNvPr id="2" name="Title 1">
            <a:extLst>
              <a:ext uri="{FF2B5EF4-FFF2-40B4-BE49-F238E27FC236}">
                <a16:creationId xmlns:a16="http://schemas.microsoft.com/office/drawing/2014/main" id="{5AEF2F32-23D2-85EF-3071-5C6939DCE4A4}"/>
              </a:ext>
            </a:extLst>
          </p:cNvPr>
          <p:cNvSpPr>
            <a:spLocks noGrp="1"/>
          </p:cNvSpPr>
          <p:nvPr>
            <p:ph type="ctrTitle"/>
          </p:nvPr>
        </p:nvSpPr>
        <p:spPr>
          <a:xfrm>
            <a:off x="406364" y="1950115"/>
            <a:ext cx="5637249" cy="1828800"/>
          </a:xfrm>
        </p:spPr>
        <p:txBody>
          <a:bodyPr anchor="t" anchorCtr="0"/>
          <a:lstStyle>
            <a:lvl1pPr algn="l">
              <a:lnSpc>
                <a:spcPct val="80000"/>
              </a:lnSpc>
              <a:spcBef>
                <a:spcPts val="1400"/>
              </a:spcBef>
              <a:defRPr sz="4800" b="0"/>
            </a:lvl1pPr>
          </a:lstStyle>
          <a:p>
            <a:r>
              <a:rPr lang="en-GB"/>
              <a:t>Click to edit Master title style</a:t>
            </a:r>
            <a:endParaRPr lang="en-US"/>
          </a:p>
        </p:txBody>
      </p:sp>
      <p:sp>
        <p:nvSpPr>
          <p:cNvPr id="5" name="Subtitle 2">
            <a:extLst>
              <a:ext uri="{FF2B5EF4-FFF2-40B4-BE49-F238E27FC236}">
                <a16:creationId xmlns:a16="http://schemas.microsoft.com/office/drawing/2014/main" id="{98AB6ED3-C5F6-877C-DAED-BEF7F304594B}"/>
              </a:ext>
            </a:extLst>
          </p:cNvPr>
          <p:cNvSpPr>
            <a:spLocks noGrp="1"/>
          </p:cNvSpPr>
          <p:nvPr>
            <p:ph type="subTitle" idx="1" hasCustomPrompt="1"/>
          </p:nvPr>
        </p:nvSpPr>
        <p:spPr>
          <a:xfrm>
            <a:off x="406363" y="6058947"/>
            <a:ext cx="4684447" cy="453228"/>
          </a:xfrm>
          <a:prstGeom prst="rect">
            <a:avLst/>
          </a:prstGeom>
        </p:spPr>
        <p:txBody>
          <a:bodyPr/>
          <a:lstStyle>
            <a:lvl1pPr marL="0" indent="0" algn="l">
              <a:lnSpc>
                <a:spcPct val="100000"/>
              </a:lnSpc>
              <a:spcBef>
                <a:spcPts val="100"/>
              </a:spcBef>
              <a:spcAft>
                <a:spcPts val="0"/>
              </a:spcAft>
              <a:buNone/>
              <a:defRPr sz="1400" b="0"/>
            </a:lvl1pPr>
            <a:lvl2pPr marL="0" indent="0" algn="l">
              <a:lnSpc>
                <a:spcPct val="100000"/>
              </a:lnSpc>
              <a:spcBef>
                <a:spcPts val="100"/>
              </a:spcBef>
              <a:buNone/>
              <a:defRPr sz="1400" b="1">
                <a:latin typeface="+mn-lt"/>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subtitle style</a:t>
            </a:r>
          </a:p>
        </p:txBody>
      </p:sp>
      <p:pic>
        <p:nvPicPr>
          <p:cNvPr id="14" name="Graphic 13">
            <a:extLst>
              <a:ext uri="{FF2B5EF4-FFF2-40B4-BE49-F238E27FC236}">
                <a16:creationId xmlns:a16="http://schemas.microsoft.com/office/drawing/2014/main" id="{FB11A3AB-4A69-E082-016E-71E34537136A}"/>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403391" y="400050"/>
            <a:ext cx="1064007" cy="517902"/>
          </a:xfrm>
          <a:prstGeom prst="rect">
            <a:avLst/>
          </a:prstGeom>
        </p:spPr>
      </p:pic>
      <p:pic>
        <p:nvPicPr>
          <p:cNvPr id="8" name="Picture 7">
            <a:extLst>
              <a:ext uri="{FF2B5EF4-FFF2-40B4-BE49-F238E27FC236}">
                <a16:creationId xmlns:a16="http://schemas.microsoft.com/office/drawing/2014/main" id="{66376474-8301-A324-FA7C-51F05EE9BC3D}"/>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4238625" y="2975252"/>
            <a:ext cx="7562850" cy="1593576"/>
          </a:xfrm>
          <a:prstGeom prst="rect">
            <a:avLst/>
          </a:prstGeom>
        </p:spPr>
      </p:pic>
    </p:spTree>
    <p:extLst>
      <p:ext uri="{BB962C8B-B14F-4D97-AF65-F5344CB8AC3E}">
        <p14:creationId xmlns:p14="http://schemas.microsoft.com/office/powerpoint/2010/main" val="3247743465"/>
      </p:ext>
    </p:extLst>
  </p:cSld>
  <p:clrMapOvr>
    <a:masterClrMapping/>
  </p:clrMapOvr>
  <p:extLst>
    <p:ext uri="{DCECCB84-F9BA-43D5-87BE-67443E8EF086}">
      <p15:sldGuideLst xmlns:p15="http://schemas.microsoft.com/office/powerpoint/2012/main">
        <p15:guide id="9" orient="horz" pos="216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Slide Image">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5E0745CB-2FF7-A852-6865-A8F426EE1202}"/>
              </a:ext>
            </a:extLst>
          </p:cNvPr>
          <p:cNvSpPr>
            <a:spLocks noGrp="1"/>
          </p:cNvSpPr>
          <p:nvPr>
            <p:ph type="pic" sz="quarter" idx="10" hasCustomPrompt="1"/>
          </p:nvPr>
        </p:nvSpPr>
        <p:spPr>
          <a:xfrm>
            <a:off x="0" y="0"/>
            <a:ext cx="12192000" cy="6858000"/>
          </a:xfrm>
          <a:prstGeom prst="rect">
            <a:avLst/>
          </a:prstGeom>
          <a:solidFill>
            <a:schemeClr val="bg2"/>
          </a:solidFill>
        </p:spPr>
        <p:txBody>
          <a:bodyPr anchor="ctr"/>
          <a:lstStyle>
            <a:lvl1pPr algn="ctr">
              <a:defRPr/>
            </a:lvl1pPr>
          </a:lstStyle>
          <a:p>
            <a:r>
              <a:rPr lang="en-US"/>
              <a:t>Click icon to add cover image</a:t>
            </a:r>
          </a:p>
          <a:p>
            <a:endParaRPr lang="en-US"/>
          </a:p>
        </p:txBody>
      </p:sp>
      <p:sp>
        <p:nvSpPr>
          <p:cNvPr id="2" name="Title 1">
            <a:extLst>
              <a:ext uri="{FF2B5EF4-FFF2-40B4-BE49-F238E27FC236}">
                <a16:creationId xmlns:a16="http://schemas.microsoft.com/office/drawing/2014/main" id="{5AEF2F32-23D2-85EF-3071-5C6939DCE4A4}"/>
              </a:ext>
            </a:extLst>
          </p:cNvPr>
          <p:cNvSpPr>
            <a:spLocks noGrp="1"/>
          </p:cNvSpPr>
          <p:nvPr>
            <p:ph type="ctrTitle"/>
          </p:nvPr>
        </p:nvSpPr>
        <p:spPr>
          <a:xfrm>
            <a:off x="406364" y="1950115"/>
            <a:ext cx="5637249" cy="1828800"/>
          </a:xfrm>
        </p:spPr>
        <p:txBody>
          <a:bodyPr anchor="t" anchorCtr="0"/>
          <a:lstStyle>
            <a:lvl1pPr algn="l">
              <a:lnSpc>
                <a:spcPct val="80000"/>
              </a:lnSpc>
              <a:spcBef>
                <a:spcPts val="1400"/>
              </a:spcBef>
              <a:defRPr sz="4800" b="0"/>
            </a:lvl1pPr>
          </a:lstStyle>
          <a:p>
            <a:r>
              <a:rPr lang="en-GB"/>
              <a:t>Click to edit Master title style</a:t>
            </a:r>
            <a:endParaRPr lang="en-US"/>
          </a:p>
        </p:txBody>
      </p:sp>
      <p:sp>
        <p:nvSpPr>
          <p:cNvPr id="5" name="Subtitle 2">
            <a:extLst>
              <a:ext uri="{FF2B5EF4-FFF2-40B4-BE49-F238E27FC236}">
                <a16:creationId xmlns:a16="http://schemas.microsoft.com/office/drawing/2014/main" id="{98AB6ED3-C5F6-877C-DAED-BEF7F304594B}"/>
              </a:ext>
            </a:extLst>
          </p:cNvPr>
          <p:cNvSpPr>
            <a:spLocks noGrp="1"/>
          </p:cNvSpPr>
          <p:nvPr>
            <p:ph type="subTitle" idx="1" hasCustomPrompt="1"/>
          </p:nvPr>
        </p:nvSpPr>
        <p:spPr>
          <a:xfrm>
            <a:off x="403188" y="6057540"/>
            <a:ext cx="4684447" cy="453228"/>
          </a:xfrm>
          <a:prstGeom prst="rect">
            <a:avLst/>
          </a:prstGeom>
        </p:spPr>
        <p:txBody>
          <a:bodyPr/>
          <a:lstStyle>
            <a:lvl1pPr marL="0" indent="0" algn="l">
              <a:lnSpc>
                <a:spcPct val="100000"/>
              </a:lnSpc>
              <a:spcBef>
                <a:spcPts val="100"/>
              </a:spcBef>
              <a:spcAft>
                <a:spcPts val="0"/>
              </a:spcAft>
              <a:buNone/>
              <a:defRPr sz="1400" b="0"/>
            </a:lvl1pPr>
            <a:lvl2pPr marL="0" indent="0" algn="l">
              <a:lnSpc>
                <a:spcPct val="100000"/>
              </a:lnSpc>
              <a:spcBef>
                <a:spcPts val="100"/>
              </a:spcBef>
              <a:buNone/>
              <a:defRPr sz="1400" b="1">
                <a:latin typeface="+mn-lt"/>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subtitle style</a:t>
            </a:r>
          </a:p>
        </p:txBody>
      </p:sp>
      <p:pic>
        <p:nvPicPr>
          <p:cNvPr id="14" name="Graphic 13">
            <a:extLst>
              <a:ext uri="{FF2B5EF4-FFF2-40B4-BE49-F238E27FC236}">
                <a16:creationId xmlns:a16="http://schemas.microsoft.com/office/drawing/2014/main" id="{FB11A3AB-4A69-E082-016E-71E34537136A}"/>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03391" y="400050"/>
            <a:ext cx="1064007" cy="517902"/>
          </a:xfrm>
          <a:prstGeom prst="rect">
            <a:avLst/>
          </a:prstGeom>
        </p:spPr>
      </p:pic>
    </p:spTree>
    <p:extLst>
      <p:ext uri="{BB962C8B-B14F-4D97-AF65-F5344CB8AC3E}">
        <p14:creationId xmlns:p14="http://schemas.microsoft.com/office/powerpoint/2010/main" val="4009505983"/>
      </p:ext>
    </p:extLst>
  </p:cSld>
  <p:clrMapOvr>
    <a:masterClrMapping/>
  </p:clrMapOvr>
  <p:extLst>
    <p:ext uri="{DCECCB84-F9BA-43D5-87BE-67443E8EF086}">
      <p15:sldGuideLst xmlns:p15="http://schemas.microsoft.com/office/powerpoint/2012/main">
        <p15:guide id="9" orient="horz" pos="216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9E03C5ED-E0DF-61C8-7A95-440C9FF7F1FA}"/>
              </a:ext>
            </a:extLst>
          </p:cNvPr>
          <p:cNvSpPr>
            <a:spLocks noGrp="1"/>
          </p:cNvSpPr>
          <p:nvPr>
            <p:ph type="title"/>
          </p:nvPr>
        </p:nvSpPr>
        <p:spPr>
          <a:xfrm>
            <a:off x="405698" y="4003373"/>
            <a:ext cx="4680652" cy="1298448"/>
          </a:xfrm>
        </p:spPr>
        <p:txBody>
          <a:bodyPr/>
          <a:lstStyle>
            <a:lvl1pPr>
              <a:defRPr sz="4000"/>
            </a:lvl1pPr>
          </a:lstStyle>
          <a:p>
            <a:r>
              <a:rPr lang="en-GB"/>
              <a:t>Click to edit Master title style</a:t>
            </a:r>
            <a:endParaRPr lang="en-US"/>
          </a:p>
        </p:txBody>
      </p:sp>
      <p:sp>
        <p:nvSpPr>
          <p:cNvPr id="9" name="Content Placeholder 8">
            <a:extLst>
              <a:ext uri="{FF2B5EF4-FFF2-40B4-BE49-F238E27FC236}">
                <a16:creationId xmlns:a16="http://schemas.microsoft.com/office/drawing/2014/main" id="{AC7CEB63-9B36-E4A1-E80A-B2DC695745FF}"/>
              </a:ext>
            </a:extLst>
          </p:cNvPr>
          <p:cNvSpPr>
            <a:spLocks noGrp="1"/>
          </p:cNvSpPr>
          <p:nvPr>
            <p:ph sz="quarter" idx="10"/>
          </p:nvPr>
        </p:nvSpPr>
        <p:spPr>
          <a:xfrm>
            <a:off x="6163261" y="405398"/>
            <a:ext cx="5638214" cy="3597975"/>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Date Placeholder 4">
            <a:extLst>
              <a:ext uri="{FF2B5EF4-FFF2-40B4-BE49-F238E27FC236}">
                <a16:creationId xmlns:a16="http://schemas.microsoft.com/office/drawing/2014/main" id="{E360F0E8-7444-AC05-13B4-40ECCF48D04E}"/>
              </a:ext>
            </a:extLst>
          </p:cNvPr>
          <p:cNvSpPr>
            <a:spLocks noGrp="1"/>
          </p:cNvSpPr>
          <p:nvPr>
            <p:ph type="dt" sz="half" idx="11"/>
          </p:nvPr>
        </p:nvSpPr>
        <p:spPr>
          <a:xfrm>
            <a:off x="5265850" y="7056786"/>
            <a:ext cx="2743200" cy="161583"/>
          </a:xfrm>
          <a:prstGeom prst="rect">
            <a:avLst/>
          </a:prstGeom>
        </p:spPr>
        <p:txBody>
          <a:bodyPr/>
          <a:lstStyle/>
          <a:p>
            <a:endParaRPr lang="en-US"/>
          </a:p>
        </p:txBody>
      </p:sp>
      <p:sp>
        <p:nvSpPr>
          <p:cNvPr id="6" name="Footer Placeholder 5">
            <a:extLst>
              <a:ext uri="{FF2B5EF4-FFF2-40B4-BE49-F238E27FC236}">
                <a16:creationId xmlns:a16="http://schemas.microsoft.com/office/drawing/2014/main" id="{1B543FB9-4CB3-C9E6-636B-A5F1CEB9E0A6}"/>
              </a:ext>
            </a:extLst>
          </p:cNvPr>
          <p:cNvSpPr>
            <a:spLocks noGrp="1"/>
          </p:cNvSpPr>
          <p:nvPr>
            <p:ph type="ftr" sz="quarter" idx="12"/>
          </p:nvPr>
        </p:nvSpPr>
        <p:spPr/>
        <p:txBody>
          <a:bodyPr/>
          <a:lstStyle/>
          <a:p>
            <a:r>
              <a:rPr lang="en-US"/>
              <a:t>PwC Risk Management</a:t>
            </a:r>
          </a:p>
        </p:txBody>
      </p:sp>
      <p:sp>
        <p:nvSpPr>
          <p:cNvPr id="8" name="Slide Number Placeholder 7">
            <a:extLst>
              <a:ext uri="{FF2B5EF4-FFF2-40B4-BE49-F238E27FC236}">
                <a16:creationId xmlns:a16="http://schemas.microsoft.com/office/drawing/2014/main" id="{CE5BEE6F-2499-4ECB-C61E-BE4C14B8DA4D}"/>
              </a:ext>
            </a:extLst>
          </p:cNvPr>
          <p:cNvSpPr>
            <a:spLocks noGrp="1"/>
          </p:cNvSpPr>
          <p:nvPr>
            <p:ph type="sldNum" sz="quarter" idx="13"/>
          </p:nvPr>
        </p:nvSpPr>
        <p:spPr/>
        <p:txBody>
          <a:bodyPr/>
          <a:lstStyle/>
          <a:p>
            <a:fld id="{3E6AC032-1535-134B-A583-D5E1DDD0D167}" type="slidenum">
              <a:rPr lang="en-US" smtClean="0"/>
              <a:pPr/>
              <a:t>‹#›</a:t>
            </a:fld>
            <a:endParaRPr lang="en-US"/>
          </a:p>
        </p:txBody>
      </p:sp>
    </p:spTree>
    <p:extLst>
      <p:ext uri="{BB962C8B-B14F-4D97-AF65-F5344CB8AC3E}">
        <p14:creationId xmlns:p14="http://schemas.microsoft.com/office/powerpoint/2010/main" val="113222135"/>
      </p:ext>
    </p:extLst>
  </p:cSld>
  <p:clrMapOvr>
    <a:masterClrMapping/>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2">
    <p:spTree>
      <p:nvGrpSpPr>
        <p:cNvPr id="1" name=""/>
        <p:cNvGrpSpPr/>
        <p:nvPr/>
      </p:nvGrpSpPr>
      <p:grpSpPr>
        <a:xfrm>
          <a:off x="0" y="0"/>
          <a:ext cx="0" cy="0"/>
          <a:chOff x="0" y="0"/>
          <a:chExt cx="0" cy="0"/>
        </a:xfrm>
      </p:grpSpPr>
      <p:sp>
        <p:nvSpPr>
          <p:cNvPr id="9" name="Title Placeholder 1">
            <a:extLst>
              <a:ext uri="{FF2B5EF4-FFF2-40B4-BE49-F238E27FC236}">
                <a16:creationId xmlns:a16="http://schemas.microsoft.com/office/drawing/2014/main" id="{0FCB0834-B748-0F65-C02A-23EC83C03DC2}"/>
              </a:ext>
            </a:extLst>
          </p:cNvPr>
          <p:cNvSpPr>
            <a:spLocks noGrp="1"/>
          </p:cNvSpPr>
          <p:nvPr>
            <p:ph type="title"/>
          </p:nvPr>
        </p:nvSpPr>
        <p:spPr>
          <a:xfrm>
            <a:off x="407071" y="4008317"/>
            <a:ext cx="4791992" cy="1416172"/>
          </a:xfrm>
          <a:prstGeom prst="rect">
            <a:avLst/>
          </a:prstGeom>
        </p:spPr>
        <p:txBody>
          <a:bodyPr vert="horz" lIns="0" tIns="0" rIns="0" bIns="0" rtlCol="0" anchor="t" anchorCtr="0">
            <a:noAutofit/>
          </a:bodyPr>
          <a:lstStyle/>
          <a:p>
            <a:r>
              <a:rPr lang="en-GB"/>
              <a:t>Click to edit Master title style</a:t>
            </a:r>
            <a:endParaRPr lang="en-US"/>
          </a:p>
        </p:txBody>
      </p:sp>
      <p:sp>
        <p:nvSpPr>
          <p:cNvPr id="6" name="Content Placeholder 5">
            <a:extLst>
              <a:ext uri="{FF2B5EF4-FFF2-40B4-BE49-F238E27FC236}">
                <a16:creationId xmlns:a16="http://schemas.microsoft.com/office/drawing/2014/main" id="{1AE89857-A48D-DB54-0C83-9542D0FE4967}"/>
              </a:ext>
            </a:extLst>
          </p:cNvPr>
          <p:cNvSpPr>
            <a:spLocks noGrp="1"/>
          </p:cNvSpPr>
          <p:nvPr>
            <p:ph sz="quarter" idx="10"/>
          </p:nvPr>
        </p:nvSpPr>
        <p:spPr>
          <a:xfrm>
            <a:off x="6163260" y="405398"/>
            <a:ext cx="5638767" cy="3602919"/>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3" name="Date Placeholder 2">
            <a:extLst>
              <a:ext uri="{FF2B5EF4-FFF2-40B4-BE49-F238E27FC236}">
                <a16:creationId xmlns:a16="http://schemas.microsoft.com/office/drawing/2014/main" id="{4143353E-8F92-9978-B620-8DC702147724}"/>
              </a:ext>
            </a:extLst>
          </p:cNvPr>
          <p:cNvSpPr>
            <a:spLocks noGrp="1"/>
          </p:cNvSpPr>
          <p:nvPr>
            <p:ph type="dt" sz="half" idx="11"/>
          </p:nvPr>
        </p:nvSpPr>
        <p:spPr>
          <a:xfrm>
            <a:off x="5265850" y="7056786"/>
            <a:ext cx="2743200" cy="161583"/>
          </a:xfrm>
          <a:prstGeom prst="rect">
            <a:avLst/>
          </a:prstGeom>
        </p:spPr>
        <p:txBody>
          <a:bodyPr/>
          <a:lstStyle/>
          <a:p>
            <a:endParaRPr lang="en-US"/>
          </a:p>
        </p:txBody>
      </p:sp>
      <p:sp>
        <p:nvSpPr>
          <p:cNvPr id="7" name="Footer Placeholder 6">
            <a:extLst>
              <a:ext uri="{FF2B5EF4-FFF2-40B4-BE49-F238E27FC236}">
                <a16:creationId xmlns:a16="http://schemas.microsoft.com/office/drawing/2014/main" id="{1936C75A-66D0-A39E-B9F7-7397E12FAD93}"/>
              </a:ext>
            </a:extLst>
          </p:cNvPr>
          <p:cNvSpPr>
            <a:spLocks noGrp="1"/>
          </p:cNvSpPr>
          <p:nvPr>
            <p:ph type="ftr" sz="quarter" idx="12"/>
          </p:nvPr>
        </p:nvSpPr>
        <p:spPr/>
        <p:txBody>
          <a:bodyPr/>
          <a:lstStyle/>
          <a:p>
            <a:r>
              <a:rPr lang="en-US"/>
              <a:t>PwC Risk Management</a:t>
            </a:r>
          </a:p>
        </p:txBody>
      </p:sp>
      <p:sp>
        <p:nvSpPr>
          <p:cNvPr id="8" name="Slide Number Placeholder 7">
            <a:extLst>
              <a:ext uri="{FF2B5EF4-FFF2-40B4-BE49-F238E27FC236}">
                <a16:creationId xmlns:a16="http://schemas.microsoft.com/office/drawing/2014/main" id="{98D53065-33B7-0423-342B-2D0B8AC1FC09}"/>
              </a:ext>
            </a:extLst>
          </p:cNvPr>
          <p:cNvSpPr>
            <a:spLocks noGrp="1"/>
          </p:cNvSpPr>
          <p:nvPr>
            <p:ph type="sldNum" sz="quarter" idx="13"/>
          </p:nvPr>
        </p:nvSpPr>
        <p:spPr/>
        <p:txBody>
          <a:bodyPr/>
          <a:lstStyle/>
          <a:p>
            <a:fld id="{3E6AC032-1535-134B-A583-D5E1DDD0D167}" type="slidenum">
              <a:rPr lang="en-US" smtClean="0"/>
              <a:pPr/>
              <a:t>‹#›</a:t>
            </a:fld>
            <a:endParaRPr lang="en-US"/>
          </a:p>
        </p:txBody>
      </p:sp>
    </p:spTree>
    <p:extLst>
      <p:ext uri="{BB962C8B-B14F-4D97-AF65-F5344CB8AC3E}">
        <p14:creationId xmlns:p14="http://schemas.microsoft.com/office/powerpoint/2010/main" val="3187978668"/>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3">
    <p:spTree>
      <p:nvGrpSpPr>
        <p:cNvPr id="1" name=""/>
        <p:cNvGrpSpPr/>
        <p:nvPr/>
      </p:nvGrpSpPr>
      <p:grpSpPr>
        <a:xfrm>
          <a:off x="0" y="0"/>
          <a:ext cx="0" cy="0"/>
          <a:chOff x="0" y="0"/>
          <a:chExt cx="0" cy="0"/>
        </a:xfrm>
      </p:grpSpPr>
      <p:sp>
        <p:nvSpPr>
          <p:cNvPr id="9" name="Title Placeholder 1">
            <a:extLst>
              <a:ext uri="{FF2B5EF4-FFF2-40B4-BE49-F238E27FC236}">
                <a16:creationId xmlns:a16="http://schemas.microsoft.com/office/drawing/2014/main" id="{0FCB0834-B748-0F65-C02A-23EC83C03DC2}"/>
              </a:ext>
            </a:extLst>
          </p:cNvPr>
          <p:cNvSpPr>
            <a:spLocks noGrp="1"/>
          </p:cNvSpPr>
          <p:nvPr>
            <p:ph type="title"/>
          </p:nvPr>
        </p:nvSpPr>
        <p:spPr>
          <a:xfrm>
            <a:off x="402128" y="4003373"/>
            <a:ext cx="4801396" cy="1425575"/>
          </a:xfrm>
          <a:prstGeom prst="rect">
            <a:avLst/>
          </a:prstGeom>
        </p:spPr>
        <p:txBody>
          <a:bodyPr vert="horz" lIns="0" tIns="0" rIns="0" bIns="0" rtlCol="0" anchor="t" anchorCtr="0">
            <a:noAutofit/>
          </a:bodyPr>
          <a:lstStyle/>
          <a:p>
            <a:r>
              <a:rPr lang="en-GB"/>
              <a:t>Click to edit Master title style</a:t>
            </a:r>
            <a:endParaRPr lang="en-US"/>
          </a:p>
        </p:txBody>
      </p:sp>
      <p:sp>
        <p:nvSpPr>
          <p:cNvPr id="6" name="Content Placeholder 5">
            <a:extLst>
              <a:ext uri="{FF2B5EF4-FFF2-40B4-BE49-F238E27FC236}">
                <a16:creationId xmlns:a16="http://schemas.microsoft.com/office/drawing/2014/main" id="{965AE161-4C3E-4191-87D7-9E2A30FBEF87}"/>
              </a:ext>
            </a:extLst>
          </p:cNvPr>
          <p:cNvSpPr>
            <a:spLocks noGrp="1"/>
          </p:cNvSpPr>
          <p:nvPr>
            <p:ph sz="quarter" idx="10"/>
          </p:nvPr>
        </p:nvSpPr>
        <p:spPr>
          <a:xfrm>
            <a:off x="6163260" y="405398"/>
            <a:ext cx="5638215" cy="3597975"/>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3" name="Date Placeholder 2">
            <a:extLst>
              <a:ext uri="{FF2B5EF4-FFF2-40B4-BE49-F238E27FC236}">
                <a16:creationId xmlns:a16="http://schemas.microsoft.com/office/drawing/2014/main" id="{8BEC63E8-5961-AE2C-96A9-B014632150DD}"/>
              </a:ext>
            </a:extLst>
          </p:cNvPr>
          <p:cNvSpPr>
            <a:spLocks noGrp="1"/>
          </p:cNvSpPr>
          <p:nvPr>
            <p:ph type="dt" sz="half" idx="11"/>
          </p:nvPr>
        </p:nvSpPr>
        <p:spPr>
          <a:xfrm>
            <a:off x="5265850" y="7056786"/>
            <a:ext cx="2743200" cy="161583"/>
          </a:xfrm>
          <a:prstGeom prst="rect">
            <a:avLst/>
          </a:prstGeom>
        </p:spPr>
        <p:txBody>
          <a:bodyPr/>
          <a:lstStyle/>
          <a:p>
            <a:endParaRPr lang="en-US"/>
          </a:p>
        </p:txBody>
      </p:sp>
      <p:sp>
        <p:nvSpPr>
          <p:cNvPr id="7" name="Footer Placeholder 6">
            <a:extLst>
              <a:ext uri="{FF2B5EF4-FFF2-40B4-BE49-F238E27FC236}">
                <a16:creationId xmlns:a16="http://schemas.microsoft.com/office/drawing/2014/main" id="{FA188744-7C74-DDE7-E800-B8E562F0B43B}"/>
              </a:ext>
            </a:extLst>
          </p:cNvPr>
          <p:cNvSpPr>
            <a:spLocks noGrp="1"/>
          </p:cNvSpPr>
          <p:nvPr>
            <p:ph type="ftr" sz="quarter" idx="12"/>
          </p:nvPr>
        </p:nvSpPr>
        <p:spPr/>
        <p:txBody>
          <a:bodyPr/>
          <a:lstStyle/>
          <a:p>
            <a:r>
              <a:rPr lang="en-US"/>
              <a:t>PwC Risk Management</a:t>
            </a:r>
          </a:p>
        </p:txBody>
      </p:sp>
      <p:sp>
        <p:nvSpPr>
          <p:cNvPr id="8" name="Slide Number Placeholder 7">
            <a:extLst>
              <a:ext uri="{FF2B5EF4-FFF2-40B4-BE49-F238E27FC236}">
                <a16:creationId xmlns:a16="http://schemas.microsoft.com/office/drawing/2014/main" id="{35AD73AC-E04C-A280-C7A2-C15455BA4085}"/>
              </a:ext>
            </a:extLst>
          </p:cNvPr>
          <p:cNvSpPr>
            <a:spLocks noGrp="1"/>
          </p:cNvSpPr>
          <p:nvPr>
            <p:ph type="sldNum" sz="quarter" idx="13"/>
          </p:nvPr>
        </p:nvSpPr>
        <p:spPr/>
        <p:txBody>
          <a:bodyPr/>
          <a:lstStyle/>
          <a:p>
            <a:fld id="{3E6AC032-1535-134B-A583-D5E1DDD0D167}" type="slidenum">
              <a:rPr lang="en-US" smtClean="0"/>
              <a:pPr/>
              <a:t>‹#›</a:t>
            </a:fld>
            <a:endParaRPr lang="en-US"/>
          </a:p>
        </p:txBody>
      </p:sp>
    </p:spTree>
    <p:extLst>
      <p:ext uri="{BB962C8B-B14F-4D97-AF65-F5344CB8AC3E}">
        <p14:creationId xmlns:p14="http://schemas.microsoft.com/office/powerpoint/2010/main" val="1192721858"/>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Content 4">
    <p:spTree>
      <p:nvGrpSpPr>
        <p:cNvPr id="1" name=""/>
        <p:cNvGrpSpPr/>
        <p:nvPr/>
      </p:nvGrpSpPr>
      <p:grpSpPr>
        <a:xfrm>
          <a:off x="0" y="0"/>
          <a:ext cx="0" cy="0"/>
          <a:chOff x="0" y="0"/>
          <a:chExt cx="0" cy="0"/>
        </a:xfrm>
      </p:grpSpPr>
      <p:sp>
        <p:nvSpPr>
          <p:cNvPr id="9" name="Title Placeholder 1">
            <a:extLst>
              <a:ext uri="{FF2B5EF4-FFF2-40B4-BE49-F238E27FC236}">
                <a16:creationId xmlns:a16="http://schemas.microsoft.com/office/drawing/2014/main" id="{0FCB0834-B748-0F65-C02A-23EC83C03DC2}"/>
              </a:ext>
            </a:extLst>
          </p:cNvPr>
          <p:cNvSpPr>
            <a:spLocks noGrp="1"/>
          </p:cNvSpPr>
          <p:nvPr>
            <p:ph type="title"/>
          </p:nvPr>
        </p:nvSpPr>
        <p:spPr>
          <a:xfrm>
            <a:off x="402128" y="4003373"/>
            <a:ext cx="4801396" cy="1425575"/>
          </a:xfrm>
          <a:prstGeom prst="rect">
            <a:avLst/>
          </a:prstGeom>
        </p:spPr>
        <p:txBody>
          <a:bodyPr vert="horz" lIns="0" tIns="0" rIns="0" bIns="0" rtlCol="0" anchor="t" anchorCtr="0">
            <a:noAutofit/>
          </a:bodyPr>
          <a:lstStyle/>
          <a:p>
            <a:r>
              <a:rPr lang="en-GB"/>
              <a:t>Click to edit Master title style</a:t>
            </a:r>
            <a:endParaRPr lang="en-US"/>
          </a:p>
        </p:txBody>
      </p:sp>
      <p:sp>
        <p:nvSpPr>
          <p:cNvPr id="6" name="Content Placeholder 5">
            <a:extLst>
              <a:ext uri="{FF2B5EF4-FFF2-40B4-BE49-F238E27FC236}">
                <a16:creationId xmlns:a16="http://schemas.microsoft.com/office/drawing/2014/main" id="{6A626008-A72B-9C9B-87CE-5ED14678FB07}"/>
              </a:ext>
            </a:extLst>
          </p:cNvPr>
          <p:cNvSpPr>
            <a:spLocks noGrp="1"/>
          </p:cNvSpPr>
          <p:nvPr>
            <p:ph sz="quarter" idx="10"/>
          </p:nvPr>
        </p:nvSpPr>
        <p:spPr>
          <a:xfrm>
            <a:off x="6163260" y="405398"/>
            <a:ext cx="5638767" cy="3593515"/>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3" name="Date Placeholder 2">
            <a:extLst>
              <a:ext uri="{FF2B5EF4-FFF2-40B4-BE49-F238E27FC236}">
                <a16:creationId xmlns:a16="http://schemas.microsoft.com/office/drawing/2014/main" id="{EC30961C-4A45-9DEC-5C06-6F00EC93070C}"/>
              </a:ext>
            </a:extLst>
          </p:cNvPr>
          <p:cNvSpPr>
            <a:spLocks noGrp="1"/>
          </p:cNvSpPr>
          <p:nvPr>
            <p:ph type="dt" sz="half" idx="11"/>
          </p:nvPr>
        </p:nvSpPr>
        <p:spPr>
          <a:xfrm>
            <a:off x="5265850" y="7056786"/>
            <a:ext cx="2743200" cy="161583"/>
          </a:xfrm>
          <a:prstGeom prst="rect">
            <a:avLst/>
          </a:prstGeom>
        </p:spPr>
        <p:txBody>
          <a:bodyPr/>
          <a:lstStyle/>
          <a:p>
            <a:endParaRPr lang="en-US"/>
          </a:p>
        </p:txBody>
      </p:sp>
      <p:sp>
        <p:nvSpPr>
          <p:cNvPr id="7" name="Footer Placeholder 6">
            <a:extLst>
              <a:ext uri="{FF2B5EF4-FFF2-40B4-BE49-F238E27FC236}">
                <a16:creationId xmlns:a16="http://schemas.microsoft.com/office/drawing/2014/main" id="{989E7DB8-B6F3-BDCB-243E-6D36A494ABD5}"/>
              </a:ext>
            </a:extLst>
          </p:cNvPr>
          <p:cNvSpPr>
            <a:spLocks noGrp="1"/>
          </p:cNvSpPr>
          <p:nvPr>
            <p:ph type="ftr" sz="quarter" idx="12"/>
          </p:nvPr>
        </p:nvSpPr>
        <p:spPr/>
        <p:txBody>
          <a:bodyPr/>
          <a:lstStyle/>
          <a:p>
            <a:r>
              <a:rPr lang="en-US"/>
              <a:t>PwC Risk Management</a:t>
            </a:r>
          </a:p>
        </p:txBody>
      </p:sp>
      <p:sp>
        <p:nvSpPr>
          <p:cNvPr id="8" name="Slide Number Placeholder 7">
            <a:extLst>
              <a:ext uri="{FF2B5EF4-FFF2-40B4-BE49-F238E27FC236}">
                <a16:creationId xmlns:a16="http://schemas.microsoft.com/office/drawing/2014/main" id="{477F82A2-C8D2-84F2-BDF2-ECDF55D758A4}"/>
              </a:ext>
            </a:extLst>
          </p:cNvPr>
          <p:cNvSpPr>
            <a:spLocks noGrp="1"/>
          </p:cNvSpPr>
          <p:nvPr>
            <p:ph type="sldNum" sz="quarter" idx="13"/>
          </p:nvPr>
        </p:nvSpPr>
        <p:spPr/>
        <p:txBody>
          <a:bodyPr/>
          <a:lstStyle/>
          <a:p>
            <a:fld id="{3E6AC032-1535-134B-A583-D5E1DDD0D167}" type="slidenum">
              <a:rPr lang="en-US" smtClean="0"/>
              <a:pPr/>
              <a:t>‹#›</a:t>
            </a:fld>
            <a:endParaRPr lang="en-US"/>
          </a:p>
        </p:txBody>
      </p:sp>
    </p:spTree>
    <p:extLst>
      <p:ext uri="{BB962C8B-B14F-4D97-AF65-F5344CB8AC3E}">
        <p14:creationId xmlns:p14="http://schemas.microsoft.com/office/powerpoint/2010/main" val="1387695422"/>
      </p:ext>
    </p:extLst>
  </p:cSld>
  <p:clrMapOvr>
    <a:masterClrMapping/>
  </p:clrMapOvr>
  <p:extLst>
    <p:ext uri="{DCECCB84-F9BA-43D5-87BE-67443E8EF086}">
      <p15:sldGuideLst xmlns:p15="http://schemas.microsoft.com/office/powerpoint/2012/main"/>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Content 5">
    <p:spTree>
      <p:nvGrpSpPr>
        <p:cNvPr id="1" name=""/>
        <p:cNvGrpSpPr/>
        <p:nvPr/>
      </p:nvGrpSpPr>
      <p:grpSpPr>
        <a:xfrm>
          <a:off x="0" y="0"/>
          <a:ext cx="0" cy="0"/>
          <a:chOff x="0" y="0"/>
          <a:chExt cx="0" cy="0"/>
        </a:xfrm>
      </p:grpSpPr>
      <p:sp>
        <p:nvSpPr>
          <p:cNvPr id="9" name="Title Placeholder 1">
            <a:extLst>
              <a:ext uri="{FF2B5EF4-FFF2-40B4-BE49-F238E27FC236}">
                <a16:creationId xmlns:a16="http://schemas.microsoft.com/office/drawing/2014/main" id="{0FCB0834-B748-0F65-C02A-23EC83C03DC2}"/>
              </a:ext>
            </a:extLst>
          </p:cNvPr>
          <p:cNvSpPr>
            <a:spLocks noGrp="1"/>
          </p:cNvSpPr>
          <p:nvPr>
            <p:ph type="title"/>
          </p:nvPr>
        </p:nvSpPr>
        <p:spPr>
          <a:xfrm>
            <a:off x="402127" y="4003373"/>
            <a:ext cx="3840957" cy="1425575"/>
          </a:xfrm>
          <a:prstGeom prst="rect">
            <a:avLst/>
          </a:prstGeom>
        </p:spPr>
        <p:txBody>
          <a:bodyPr vert="horz" lIns="0" tIns="0" rIns="0" bIns="0" rtlCol="0" anchor="t" anchorCtr="0">
            <a:noAutofit/>
          </a:bodyPr>
          <a:lstStyle/>
          <a:p>
            <a:r>
              <a:rPr lang="en-GB"/>
              <a:t>Click to edit Master title style</a:t>
            </a:r>
            <a:endParaRPr lang="en-US"/>
          </a:p>
        </p:txBody>
      </p:sp>
      <p:sp>
        <p:nvSpPr>
          <p:cNvPr id="6" name="Content Placeholder 5">
            <a:extLst>
              <a:ext uri="{FF2B5EF4-FFF2-40B4-BE49-F238E27FC236}">
                <a16:creationId xmlns:a16="http://schemas.microsoft.com/office/drawing/2014/main" id="{FD227041-E9DC-98BB-04D1-2512170C5B31}"/>
              </a:ext>
            </a:extLst>
          </p:cNvPr>
          <p:cNvSpPr>
            <a:spLocks noGrp="1"/>
          </p:cNvSpPr>
          <p:nvPr>
            <p:ph sz="quarter" idx="10"/>
          </p:nvPr>
        </p:nvSpPr>
        <p:spPr>
          <a:xfrm>
            <a:off x="5204409" y="405397"/>
            <a:ext cx="6597065" cy="3593515"/>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3" name="Date Placeholder 2">
            <a:extLst>
              <a:ext uri="{FF2B5EF4-FFF2-40B4-BE49-F238E27FC236}">
                <a16:creationId xmlns:a16="http://schemas.microsoft.com/office/drawing/2014/main" id="{7A90783E-E537-4776-C513-BBB49D3BC16A}"/>
              </a:ext>
            </a:extLst>
          </p:cNvPr>
          <p:cNvSpPr>
            <a:spLocks noGrp="1"/>
          </p:cNvSpPr>
          <p:nvPr>
            <p:ph type="dt" sz="half" idx="11"/>
          </p:nvPr>
        </p:nvSpPr>
        <p:spPr>
          <a:xfrm>
            <a:off x="5265850" y="7056786"/>
            <a:ext cx="2743200" cy="161583"/>
          </a:xfrm>
          <a:prstGeom prst="rect">
            <a:avLst/>
          </a:prstGeom>
        </p:spPr>
        <p:txBody>
          <a:bodyPr/>
          <a:lstStyle/>
          <a:p>
            <a:endParaRPr lang="en-US"/>
          </a:p>
        </p:txBody>
      </p:sp>
      <p:sp>
        <p:nvSpPr>
          <p:cNvPr id="7" name="Footer Placeholder 6">
            <a:extLst>
              <a:ext uri="{FF2B5EF4-FFF2-40B4-BE49-F238E27FC236}">
                <a16:creationId xmlns:a16="http://schemas.microsoft.com/office/drawing/2014/main" id="{0148491C-B8CF-A728-38F3-47D2136DC749}"/>
              </a:ext>
            </a:extLst>
          </p:cNvPr>
          <p:cNvSpPr>
            <a:spLocks noGrp="1"/>
          </p:cNvSpPr>
          <p:nvPr>
            <p:ph type="ftr" sz="quarter" idx="12"/>
          </p:nvPr>
        </p:nvSpPr>
        <p:spPr/>
        <p:txBody>
          <a:bodyPr/>
          <a:lstStyle/>
          <a:p>
            <a:r>
              <a:rPr lang="en-US"/>
              <a:t>PwC Risk Management</a:t>
            </a:r>
          </a:p>
        </p:txBody>
      </p:sp>
      <p:sp>
        <p:nvSpPr>
          <p:cNvPr id="8" name="Slide Number Placeholder 7">
            <a:extLst>
              <a:ext uri="{FF2B5EF4-FFF2-40B4-BE49-F238E27FC236}">
                <a16:creationId xmlns:a16="http://schemas.microsoft.com/office/drawing/2014/main" id="{65E4F957-E04C-CFB4-569E-E4CA4CCFA2E7}"/>
              </a:ext>
            </a:extLst>
          </p:cNvPr>
          <p:cNvSpPr>
            <a:spLocks noGrp="1"/>
          </p:cNvSpPr>
          <p:nvPr>
            <p:ph type="sldNum" sz="quarter" idx="13"/>
          </p:nvPr>
        </p:nvSpPr>
        <p:spPr/>
        <p:txBody>
          <a:bodyPr/>
          <a:lstStyle/>
          <a:p>
            <a:fld id="{3E6AC032-1535-134B-A583-D5E1DDD0D167}" type="slidenum">
              <a:rPr lang="en-US" smtClean="0"/>
              <a:pPr/>
              <a:t>‹#›</a:t>
            </a:fld>
            <a:endParaRPr lang="en-US"/>
          </a:p>
        </p:txBody>
      </p:sp>
    </p:spTree>
    <p:extLst>
      <p:ext uri="{BB962C8B-B14F-4D97-AF65-F5344CB8AC3E}">
        <p14:creationId xmlns:p14="http://schemas.microsoft.com/office/powerpoint/2010/main" val="524380309"/>
      </p:ext>
    </p:extLst>
  </p:cSld>
  <p:clrMapOvr>
    <a:masterClrMapping/>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Content_bio1">
    <p:spTree>
      <p:nvGrpSpPr>
        <p:cNvPr id="1" name=""/>
        <p:cNvGrpSpPr/>
        <p:nvPr/>
      </p:nvGrpSpPr>
      <p:grpSpPr>
        <a:xfrm>
          <a:off x="0" y="0"/>
          <a:ext cx="0" cy="0"/>
          <a:chOff x="0" y="0"/>
          <a:chExt cx="0" cy="0"/>
        </a:xfrm>
      </p:grpSpPr>
      <p:sp>
        <p:nvSpPr>
          <p:cNvPr id="9" name="Title Placeholder 1">
            <a:extLst>
              <a:ext uri="{FF2B5EF4-FFF2-40B4-BE49-F238E27FC236}">
                <a16:creationId xmlns:a16="http://schemas.microsoft.com/office/drawing/2014/main" id="{0FCB0834-B748-0F65-C02A-23EC83C03DC2}"/>
              </a:ext>
            </a:extLst>
          </p:cNvPr>
          <p:cNvSpPr>
            <a:spLocks noGrp="1"/>
          </p:cNvSpPr>
          <p:nvPr>
            <p:ph type="title"/>
          </p:nvPr>
        </p:nvSpPr>
        <p:spPr>
          <a:xfrm>
            <a:off x="402127" y="4003373"/>
            <a:ext cx="3840957" cy="1425575"/>
          </a:xfrm>
          <a:prstGeom prst="rect">
            <a:avLst/>
          </a:prstGeom>
        </p:spPr>
        <p:txBody>
          <a:bodyPr vert="horz" lIns="0" tIns="0" rIns="0" bIns="0" rtlCol="0" anchor="t" anchorCtr="0">
            <a:noAutofit/>
          </a:bodyPr>
          <a:lstStyle>
            <a:lvl1pPr>
              <a:defRPr sz="3600"/>
            </a:lvl1pPr>
          </a:lstStyle>
          <a:p>
            <a:r>
              <a:rPr lang="en-GB"/>
              <a:t>Click to edit Master title style</a:t>
            </a:r>
            <a:endParaRPr lang="en-US"/>
          </a:p>
        </p:txBody>
      </p:sp>
      <p:sp>
        <p:nvSpPr>
          <p:cNvPr id="6" name="Content Placeholder 5">
            <a:extLst>
              <a:ext uri="{FF2B5EF4-FFF2-40B4-BE49-F238E27FC236}">
                <a16:creationId xmlns:a16="http://schemas.microsoft.com/office/drawing/2014/main" id="{FD227041-E9DC-98BB-04D1-2512170C5B31}"/>
              </a:ext>
            </a:extLst>
          </p:cNvPr>
          <p:cNvSpPr>
            <a:spLocks noGrp="1"/>
          </p:cNvSpPr>
          <p:nvPr>
            <p:ph sz="quarter" idx="10" hasCustomPrompt="1"/>
          </p:nvPr>
        </p:nvSpPr>
        <p:spPr>
          <a:xfrm>
            <a:off x="6157913" y="405398"/>
            <a:ext cx="5643561" cy="3079165"/>
          </a:xfrm>
        </p:spPr>
        <p:txBody>
          <a:bodyPr/>
          <a:lstStyle>
            <a:lvl2pPr>
              <a:defRPr sz="1600"/>
            </a:lvl2pPr>
          </a:lstStyle>
          <a:p>
            <a:pPr lvl="1"/>
            <a:r>
              <a:rPr lang="en-GB"/>
              <a:t>Second level</a:t>
            </a:r>
          </a:p>
        </p:txBody>
      </p:sp>
      <p:sp>
        <p:nvSpPr>
          <p:cNvPr id="7" name="Content Placeholder 6">
            <a:extLst>
              <a:ext uri="{FF2B5EF4-FFF2-40B4-BE49-F238E27FC236}">
                <a16:creationId xmlns:a16="http://schemas.microsoft.com/office/drawing/2014/main" id="{B46EC276-3627-6ED3-ACC7-6D690C9922B3}"/>
              </a:ext>
            </a:extLst>
          </p:cNvPr>
          <p:cNvSpPr>
            <a:spLocks noGrp="1"/>
          </p:cNvSpPr>
          <p:nvPr>
            <p:ph sz="quarter" idx="11"/>
          </p:nvPr>
        </p:nvSpPr>
        <p:spPr>
          <a:xfrm>
            <a:off x="8083549" y="5139323"/>
            <a:ext cx="3723271" cy="800100"/>
          </a:xfrm>
        </p:spPr>
        <p:txBody>
          <a:bodyPr anchor="b" anchorCtr="0"/>
          <a:lstStyle/>
          <a:p>
            <a:pPr lvl="0"/>
            <a:r>
              <a:rPr lang="en-GB"/>
              <a:t>Click to edit Master text styles</a:t>
            </a:r>
          </a:p>
          <a:p>
            <a:pPr lvl="1"/>
            <a:r>
              <a:rPr lang="en-GB"/>
              <a:t>Second level</a:t>
            </a:r>
          </a:p>
        </p:txBody>
      </p:sp>
      <p:sp>
        <p:nvSpPr>
          <p:cNvPr id="10" name="Picture Placeholder 9">
            <a:extLst>
              <a:ext uri="{FF2B5EF4-FFF2-40B4-BE49-F238E27FC236}">
                <a16:creationId xmlns:a16="http://schemas.microsoft.com/office/drawing/2014/main" id="{E54573B6-45C7-9732-9BBF-56F180D537C0}"/>
              </a:ext>
            </a:extLst>
          </p:cNvPr>
          <p:cNvSpPr>
            <a:spLocks noGrp="1"/>
          </p:cNvSpPr>
          <p:nvPr>
            <p:ph type="pic" sz="quarter" idx="12"/>
          </p:nvPr>
        </p:nvSpPr>
        <p:spPr>
          <a:xfrm>
            <a:off x="6168607" y="4151313"/>
            <a:ext cx="1454150" cy="1787525"/>
          </a:xfrm>
        </p:spPr>
        <p:txBody>
          <a:bodyPr/>
          <a:lstStyle/>
          <a:p>
            <a:endParaRPr lang="en-GB"/>
          </a:p>
        </p:txBody>
      </p:sp>
      <p:sp>
        <p:nvSpPr>
          <p:cNvPr id="12" name="Footer Placeholder 11">
            <a:extLst>
              <a:ext uri="{FF2B5EF4-FFF2-40B4-BE49-F238E27FC236}">
                <a16:creationId xmlns:a16="http://schemas.microsoft.com/office/drawing/2014/main" id="{EE5F59E5-3BCA-20EA-D3B3-B0654D078B11}"/>
              </a:ext>
            </a:extLst>
          </p:cNvPr>
          <p:cNvSpPr>
            <a:spLocks noGrp="1"/>
          </p:cNvSpPr>
          <p:nvPr>
            <p:ph type="ftr" sz="quarter" idx="13"/>
          </p:nvPr>
        </p:nvSpPr>
        <p:spPr/>
        <p:txBody>
          <a:bodyPr/>
          <a:lstStyle/>
          <a:p>
            <a:r>
              <a:rPr lang="en-US"/>
              <a:t>PwC Risk Management</a:t>
            </a:r>
          </a:p>
        </p:txBody>
      </p:sp>
      <p:sp>
        <p:nvSpPr>
          <p:cNvPr id="13" name="Slide Number Placeholder 12">
            <a:extLst>
              <a:ext uri="{FF2B5EF4-FFF2-40B4-BE49-F238E27FC236}">
                <a16:creationId xmlns:a16="http://schemas.microsoft.com/office/drawing/2014/main" id="{DCC591AE-859C-530C-6837-BFB4DC8D4B9D}"/>
              </a:ext>
            </a:extLst>
          </p:cNvPr>
          <p:cNvSpPr>
            <a:spLocks noGrp="1"/>
          </p:cNvSpPr>
          <p:nvPr>
            <p:ph type="sldNum" sz="quarter" idx="14"/>
          </p:nvPr>
        </p:nvSpPr>
        <p:spPr/>
        <p:txBody>
          <a:bodyPr/>
          <a:lstStyle/>
          <a:p>
            <a:fld id="{3E6AC032-1535-134B-A583-D5E1DDD0D167}" type="slidenum">
              <a:rPr lang="en-US" smtClean="0"/>
              <a:pPr/>
              <a:t>‹#›</a:t>
            </a:fld>
            <a:endParaRPr lang="en-US"/>
          </a:p>
        </p:txBody>
      </p:sp>
    </p:spTree>
    <p:extLst>
      <p:ext uri="{BB962C8B-B14F-4D97-AF65-F5344CB8AC3E}">
        <p14:creationId xmlns:p14="http://schemas.microsoft.com/office/powerpoint/2010/main" val="2521260997"/>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ection Header">
    <p:bg>
      <p:bgPr>
        <a:solidFill>
          <a:srgbClr val="FFE8D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539E65-4ABC-F7FC-FCE0-B29255497D5B}"/>
              </a:ext>
            </a:extLst>
          </p:cNvPr>
          <p:cNvSpPr>
            <a:spLocks noGrp="1"/>
          </p:cNvSpPr>
          <p:nvPr>
            <p:ph type="title"/>
          </p:nvPr>
        </p:nvSpPr>
        <p:spPr>
          <a:xfrm>
            <a:off x="402232" y="3459958"/>
            <a:ext cx="5645841" cy="2593275"/>
          </a:xfrm>
        </p:spPr>
        <p:txBody>
          <a:bodyPr anchor="b" anchorCtr="0"/>
          <a:lstStyle>
            <a:lvl1pPr>
              <a:lnSpc>
                <a:spcPct val="80000"/>
              </a:lnSpc>
              <a:spcBef>
                <a:spcPts val="1400"/>
              </a:spcBef>
              <a:defRPr sz="4800" b="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B2BDD4AC-270A-4483-7315-655B46AA98C3}"/>
              </a:ext>
            </a:extLst>
          </p:cNvPr>
          <p:cNvSpPr>
            <a:spLocks noGrp="1"/>
          </p:cNvSpPr>
          <p:nvPr>
            <p:ph type="body" idx="1" hasCustomPrompt="1"/>
          </p:nvPr>
        </p:nvSpPr>
        <p:spPr>
          <a:xfrm>
            <a:off x="8193823" y="572408"/>
            <a:ext cx="3462095" cy="4308872"/>
          </a:xfrm>
          <a:prstGeom prst="rect">
            <a:avLst/>
          </a:prstGeom>
        </p:spPr>
        <p:txBody>
          <a:bodyPr wrap="square">
            <a:spAutoFit/>
          </a:bodyPr>
          <a:lstStyle>
            <a:lvl1pPr marL="0" indent="0" algn="r">
              <a:lnSpc>
                <a:spcPct val="80000"/>
              </a:lnSpc>
              <a:spcBef>
                <a:spcPts val="0"/>
              </a:spcBef>
              <a:spcAft>
                <a:spcPts val="0"/>
              </a:spcAft>
              <a:buNone/>
              <a:defRPr sz="35000" b="0" kern="100" spc="-50" baseline="0">
                <a:solidFill>
                  <a:schemeClr val="accent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0</a:t>
            </a:r>
          </a:p>
        </p:txBody>
      </p:sp>
      <p:sp>
        <p:nvSpPr>
          <p:cNvPr id="8" name="Footer Placeholder 7">
            <a:extLst>
              <a:ext uri="{FF2B5EF4-FFF2-40B4-BE49-F238E27FC236}">
                <a16:creationId xmlns:a16="http://schemas.microsoft.com/office/drawing/2014/main" id="{E11568B3-CD5C-D29D-4CF8-E6576255A4F8}"/>
              </a:ext>
            </a:extLst>
          </p:cNvPr>
          <p:cNvSpPr>
            <a:spLocks noGrp="1"/>
          </p:cNvSpPr>
          <p:nvPr>
            <p:ph type="ftr" sz="quarter" idx="11"/>
          </p:nvPr>
        </p:nvSpPr>
        <p:spPr/>
        <p:txBody>
          <a:bodyPr/>
          <a:lstStyle/>
          <a:p>
            <a:r>
              <a:rPr lang="en-US"/>
              <a:t>PwC Risk Management</a:t>
            </a:r>
          </a:p>
        </p:txBody>
      </p:sp>
      <p:sp>
        <p:nvSpPr>
          <p:cNvPr id="9" name="Slide Number Placeholder 8">
            <a:extLst>
              <a:ext uri="{FF2B5EF4-FFF2-40B4-BE49-F238E27FC236}">
                <a16:creationId xmlns:a16="http://schemas.microsoft.com/office/drawing/2014/main" id="{B744D076-19FD-8097-28CA-C07410502BD2}"/>
              </a:ext>
            </a:extLst>
          </p:cNvPr>
          <p:cNvSpPr>
            <a:spLocks noGrp="1"/>
          </p:cNvSpPr>
          <p:nvPr>
            <p:ph type="sldNum" sz="quarter" idx="12"/>
          </p:nvPr>
        </p:nvSpPr>
        <p:spPr/>
        <p:txBody>
          <a:bodyPr/>
          <a:lstStyle/>
          <a:p>
            <a:fld id="{3E6AC032-1535-134B-A583-D5E1DDD0D167}" type="slidenum">
              <a:rPr lang="en-US" smtClean="0"/>
              <a:pPr/>
              <a:t>‹#›</a:t>
            </a:fld>
            <a:endParaRPr lang="en-US"/>
          </a:p>
        </p:txBody>
      </p:sp>
    </p:spTree>
    <p:extLst>
      <p:ext uri="{BB962C8B-B14F-4D97-AF65-F5344CB8AC3E}">
        <p14:creationId xmlns:p14="http://schemas.microsoft.com/office/powerpoint/2010/main" val="514464153"/>
      </p:ext>
    </p:extLst>
  </p:cSld>
  <p:clrMapOvr>
    <a:masterClrMapping/>
  </p:clrMapOvr>
  <p:extLst>
    <p:ext uri="{DCECCB84-F9BA-43D5-87BE-67443E8EF086}">
      <p15:sldGuideLst xmlns:p15="http://schemas.microsoft.com/office/powerpoint/2012/main"/>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Section Header">
    <p:bg>
      <p:bgPr>
        <a:solidFill>
          <a:srgbClr val="FFE8D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539E65-4ABC-F7FC-FCE0-B29255497D5B}"/>
              </a:ext>
            </a:extLst>
          </p:cNvPr>
          <p:cNvSpPr>
            <a:spLocks noGrp="1"/>
          </p:cNvSpPr>
          <p:nvPr>
            <p:ph type="title"/>
          </p:nvPr>
        </p:nvSpPr>
        <p:spPr>
          <a:xfrm>
            <a:off x="402232" y="776988"/>
            <a:ext cx="6601818" cy="2593275"/>
          </a:xfrm>
        </p:spPr>
        <p:txBody>
          <a:bodyPr anchor="b" anchorCtr="0"/>
          <a:lstStyle>
            <a:lvl1pPr>
              <a:lnSpc>
                <a:spcPct val="80000"/>
              </a:lnSpc>
              <a:spcBef>
                <a:spcPts val="1400"/>
              </a:spcBef>
              <a:defRPr sz="4800" b="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B2BDD4AC-270A-4483-7315-655B46AA98C3}"/>
              </a:ext>
            </a:extLst>
          </p:cNvPr>
          <p:cNvSpPr>
            <a:spLocks noGrp="1"/>
          </p:cNvSpPr>
          <p:nvPr>
            <p:ph type="body" idx="1" hasCustomPrompt="1"/>
          </p:nvPr>
        </p:nvSpPr>
        <p:spPr>
          <a:xfrm>
            <a:off x="6157913" y="572408"/>
            <a:ext cx="5498006" cy="4308872"/>
          </a:xfrm>
          <a:prstGeom prst="rect">
            <a:avLst/>
          </a:prstGeom>
        </p:spPr>
        <p:txBody>
          <a:bodyPr wrap="square">
            <a:spAutoFit/>
          </a:bodyPr>
          <a:lstStyle>
            <a:lvl1pPr marL="0" indent="0" algn="r">
              <a:lnSpc>
                <a:spcPct val="80000"/>
              </a:lnSpc>
              <a:spcBef>
                <a:spcPts val="0"/>
              </a:spcBef>
              <a:spcAft>
                <a:spcPts val="0"/>
              </a:spcAft>
              <a:buNone/>
              <a:defRPr sz="35000" b="0" kern="100" spc="-50" baseline="0">
                <a:solidFill>
                  <a:schemeClr val="accent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0</a:t>
            </a:r>
          </a:p>
        </p:txBody>
      </p:sp>
      <p:sp>
        <p:nvSpPr>
          <p:cNvPr id="8" name="Footer Placeholder 7">
            <a:extLst>
              <a:ext uri="{FF2B5EF4-FFF2-40B4-BE49-F238E27FC236}">
                <a16:creationId xmlns:a16="http://schemas.microsoft.com/office/drawing/2014/main" id="{E11568B3-CD5C-D29D-4CF8-E6576255A4F8}"/>
              </a:ext>
            </a:extLst>
          </p:cNvPr>
          <p:cNvSpPr>
            <a:spLocks noGrp="1"/>
          </p:cNvSpPr>
          <p:nvPr>
            <p:ph type="ftr" sz="quarter" idx="11"/>
          </p:nvPr>
        </p:nvSpPr>
        <p:spPr/>
        <p:txBody>
          <a:bodyPr/>
          <a:lstStyle/>
          <a:p>
            <a:r>
              <a:rPr lang="en-US"/>
              <a:t>PwC Risk Management</a:t>
            </a:r>
          </a:p>
        </p:txBody>
      </p:sp>
      <p:sp>
        <p:nvSpPr>
          <p:cNvPr id="9" name="Slide Number Placeholder 8">
            <a:extLst>
              <a:ext uri="{FF2B5EF4-FFF2-40B4-BE49-F238E27FC236}">
                <a16:creationId xmlns:a16="http://schemas.microsoft.com/office/drawing/2014/main" id="{B744D076-19FD-8097-28CA-C07410502BD2}"/>
              </a:ext>
            </a:extLst>
          </p:cNvPr>
          <p:cNvSpPr>
            <a:spLocks noGrp="1"/>
          </p:cNvSpPr>
          <p:nvPr>
            <p:ph type="sldNum" sz="quarter" idx="12"/>
          </p:nvPr>
        </p:nvSpPr>
        <p:spPr/>
        <p:txBody>
          <a:bodyPr/>
          <a:lstStyle/>
          <a:p>
            <a:fld id="{3E6AC032-1535-134B-A583-D5E1DDD0D167}" type="slidenum">
              <a:rPr lang="en-US" smtClean="0"/>
              <a:pPr/>
              <a:t>‹#›</a:t>
            </a:fld>
            <a:endParaRPr lang="en-US"/>
          </a:p>
        </p:txBody>
      </p:sp>
      <p:sp>
        <p:nvSpPr>
          <p:cNvPr id="5" name="Content Placeholder 4">
            <a:extLst>
              <a:ext uri="{FF2B5EF4-FFF2-40B4-BE49-F238E27FC236}">
                <a16:creationId xmlns:a16="http://schemas.microsoft.com/office/drawing/2014/main" id="{DA0A7832-0C82-6A3E-9EE7-89A318C703E6}"/>
              </a:ext>
            </a:extLst>
          </p:cNvPr>
          <p:cNvSpPr>
            <a:spLocks noGrp="1"/>
          </p:cNvSpPr>
          <p:nvPr>
            <p:ph sz="quarter" idx="13"/>
          </p:nvPr>
        </p:nvSpPr>
        <p:spPr>
          <a:xfrm>
            <a:off x="404966" y="3489479"/>
            <a:ext cx="6604000" cy="2325687"/>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Tree>
    <p:extLst>
      <p:ext uri="{BB962C8B-B14F-4D97-AF65-F5344CB8AC3E}">
        <p14:creationId xmlns:p14="http://schemas.microsoft.com/office/powerpoint/2010/main" val="617041276"/>
      </p:ext>
    </p:extLst>
  </p:cSld>
  <p:clrMapOvr>
    <a:masterClrMapping/>
  </p:clrMapOvr>
  <p:extLst>
    <p:ext uri="{DCECCB84-F9BA-43D5-87BE-67443E8EF086}">
      <p15:sldGuideLst xmlns:p15="http://schemas.microsoft.com/office/powerpoint/2012/main"/>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Section Header 2">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2074E594-75BC-BB21-5CB5-2ECACC5760F1}"/>
              </a:ext>
            </a:extLst>
          </p:cNvPr>
          <p:cNvSpPr>
            <a:spLocks noGrp="1"/>
          </p:cNvSpPr>
          <p:nvPr>
            <p:ph type="title"/>
          </p:nvPr>
        </p:nvSpPr>
        <p:spPr>
          <a:xfrm>
            <a:off x="402232" y="3484563"/>
            <a:ext cx="5645841" cy="2568670"/>
          </a:xfrm>
        </p:spPr>
        <p:txBody>
          <a:bodyPr anchor="b" anchorCtr="0"/>
          <a:lstStyle>
            <a:lvl1pPr>
              <a:lnSpc>
                <a:spcPct val="80000"/>
              </a:lnSpc>
              <a:spcBef>
                <a:spcPts val="1400"/>
              </a:spcBef>
              <a:defRPr sz="4800" b="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B2BDD4AC-270A-4483-7315-655B46AA98C3}"/>
              </a:ext>
            </a:extLst>
          </p:cNvPr>
          <p:cNvSpPr>
            <a:spLocks noGrp="1"/>
          </p:cNvSpPr>
          <p:nvPr>
            <p:ph type="body" idx="1" hasCustomPrompt="1"/>
          </p:nvPr>
        </p:nvSpPr>
        <p:spPr>
          <a:xfrm>
            <a:off x="8193823" y="576072"/>
            <a:ext cx="3462095" cy="4308872"/>
          </a:xfrm>
          <a:prstGeom prst="rect">
            <a:avLst/>
          </a:prstGeom>
        </p:spPr>
        <p:txBody>
          <a:bodyPr wrap="square">
            <a:spAutoFit/>
          </a:bodyPr>
          <a:lstStyle>
            <a:lvl1pPr marL="0" indent="0" algn="r">
              <a:lnSpc>
                <a:spcPct val="80000"/>
              </a:lnSpc>
              <a:spcBef>
                <a:spcPts val="0"/>
              </a:spcBef>
              <a:spcAft>
                <a:spcPts val="0"/>
              </a:spcAft>
              <a:buNone/>
              <a:defRPr sz="35000" b="0" kern="100" spc="-50" baseline="0">
                <a:solidFill>
                  <a:schemeClr val="accent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0</a:t>
            </a:r>
          </a:p>
        </p:txBody>
      </p:sp>
      <p:sp>
        <p:nvSpPr>
          <p:cNvPr id="6" name="Slide Number Placeholder 13">
            <a:extLst>
              <a:ext uri="{FF2B5EF4-FFF2-40B4-BE49-F238E27FC236}">
                <a16:creationId xmlns:a16="http://schemas.microsoft.com/office/drawing/2014/main" id="{78D8C702-FC4B-D3F7-8D51-D2B3DFBA1CCE}"/>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
        <p:nvSpPr>
          <p:cNvPr id="4" name="Footer Placeholder 3">
            <a:extLst>
              <a:ext uri="{FF2B5EF4-FFF2-40B4-BE49-F238E27FC236}">
                <a16:creationId xmlns:a16="http://schemas.microsoft.com/office/drawing/2014/main" id="{72F5A39B-A588-7105-6314-91D2E73FDAA0}"/>
              </a:ext>
            </a:extLst>
          </p:cNvPr>
          <p:cNvSpPr>
            <a:spLocks noGrp="1"/>
          </p:cNvSpPr>
          <p:nvPr>
            <p:ph type="ftr" sz="quarter" idx="10"/>
          </p:nvPr>
        </p:nvSpPr>
        <p:spPr/>
        <p:txBody>
          <a:bodyPr/>
          <a:lstStyle/>
          <a:p>
            <a:r>
              <a:rPr lang="en-US"/>
              <a:t>PwC Risk Management</a:t>
            </a:r>
          </a:p>
        </p:txBody>
      </p:sp>
    </p:spTree>
    <p:extLst>
      <p:ext uri="{BB962C8B-B14F-4D97-AF65-F5344CB8AC3E}">
        <p14:creationId xmlns:p14="http://schemas.microsoft.com/office/powerpoint/2010/main" val="886895664"/>
      </p:ext>
    </p:extLst>
  </p:cSld>
  <p:clrMapOvr>
    <a:masterClrMapping/>
  </p:clrMapOvr>
  <p:extLst>
    <p:ext uri="{DCECCB84-F9BA-43D5-87BE-67443E8EF086}">
      <p15:sldGuideLst xmlns:p15="http://schemas.microsoft.com/office/powerpoint/2012/main"/>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Section Header 3">
    <p:spTree>
      <p:nvGrpSpPr>
        <p:cNvPr id="1" name=""/>
        <p:cNvGrpSpPr/>
        <p:nvPr/>
      </p:nvGrpSpPr>
      <p:grpSpPr>
        <a:xfrm>
          <a:off x="0" y="0"/>
          <a:ext cx="0" cy="0"/>
          <a:chOff x="0" y="0"/>
          <a:chExt cx="0" cy="0"/>
        </a:xfrm>
      </p:grpSpPr>
      <p:sp>
        <p:nvSpPr>
          <p:cNvPr id="4" name="Picture Placeholder 14">
            <a:extLst>
              <a:ext uri="{FF2B5EF4-FFF2-40B4-BE49-F238E27FC236}">
                <a16:creationId xmlns:a16="http://schemas.microsoft.com/office/drawing/2014/main" id="{50A2C7B7-9D29-E058-E1D5-11CACA152562}"/>
              </a:ext>
              <a:ext uri="{C183D7F6-B498-43B3-948B-1728B52AA6E4}">
                <adec:decorative xmlns:adec="http://schemas.microsoft.com/office/drawing/2017/decorative" val="1"/>
              </a:ext>
            </a:extLst>
          </p:cNvPr>
          <p:cNvSpPr>
            <a:spLocks noGrp="1"/>
          </p:cNvSpPr>
          <p:nvPr>
            <p:ph type="pic" sz="quarter" idx="10"/>
          </p:nvPr>
        </p:nvSpPr>
        <p:spPr>
          <a:xfrm>
            <a:off x="0" y="0"/>
            <a:ext cx="12188951" cy="6858001"/>
          </a:xfrm>
          <a:prstGeom prst="rect">
            <a:avLst/>
          </a:prstGeom>
          <a:solidFill>
            <a:schemeClr val="bg1">
              <a:lumMod val="85000"/>
            </a:schemeClr>
          </a:solidFill>
        </p:spPr>
        <p:txBody>
          <a:bodyPr tIns="1554480"/>
          <a:lstStyle>
            <a:lvl1pPr algn="ctr">
              <a:defRPr/>
            </a:lvl1pPr>
          </a:lstStyle>
          <a:p>
            <a:r>
              <a:rPr lang="en-GB"/>
              <a:t>Click icon to add picture</a:t>
            </a:r>
            <a:endParaRPr lang="en-US"/>
          </a:p>
        </p:txBody>
      </p:sp>
      <p:sp>
        <p:nvSpPr>
          <p:cNvPr id="2" name="Title 1">
            <a:extLst>
              <a:ext uri="{FF2B5EF4-FFF2-40B4-BE49-F238E27FC236}">
                <a16:creationId xmlns:a16="http://schemas.microsoft.com/office/drawing/2014/main" id="{B4539E65-4ABC-F7FC-FCE0-B29255497D5B}"/>
              </a:ext>
            </a:extLst>
          </p:cNvPr>
          <p:cNvSpPr>
            <a:spLocks noGrp="1"/>
          </p:cNvSpPr>
          <p:nvPr>
            <p:ph type="title"/>
          </p:nvPr>
        </p:nvSpPr>
        <p:spPr>
          <a:xfrm>
            <a:off x="402430" y="3372236"/>
            <a:ext cx="5641183" cy="1414180"/>
          </a:xfrm>
        </p:spPr>
        <p:txBody>
          <a:bodyPr anchor="b"/>
          <a:lstStyle>
            <a:lvl1pPr>
              <a:lnSpc>
                <a:spcPct val="80000"/>
              </a:lnSpc>
              <a:spcBef>
                <a:spcPts val="1400"/>
              </a:spcBef>
              <a:defRPr sz="4800" b="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B2BDD4AC-270A-4483-7315-655B46AA98C3}"/>
              </a:ext>
            </a:extLst>
          </p:cNvPr>
          <p:cNvSpPr>
            <a:spLocks noGrp="1"/>
          </p:cNvSpPr>
          <p:nvPr>
            <p:ph type="body" idx="1" hasCustomPrompt="1"/>
          </p:nvPr>
        </p:nvSpPr>
        <p:spPr>
          <a:xfrm>
            <a:off x="8193823" y="576072"/>
            <a:ext cx="3462095" cy="4308872"/>
          </a:xfrm>
          <a:prstGeom prst="rect">
            <a:avLst/>
          </a:prstGeom>
        </p:spPr>
        <p:txBody>
          <a:bodyPr wrap="square">
            <a:spAutoFit/>
          </a:bodyPr>
          <a:lstStyle>
            <a:lvl1pPr marL="0" indent="0" algn="r">
              <a:lnSpc>
                <a:spcPct val="80000"/>
              </a:lnSpc>
              <a:spcBef>
                <a:spcPts val="0"/>
              </a:spcBef>
              <a:spcAft>
                <a:spcPts val="0"/>
              </a:spcAft>
              <a:buNone/>
              <a:defRPr sz="35000" b="0" kern="100" spc="-50" baseline="0">
                <a:solidFill>
                  <a:schemeClr val="accent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0</a:t>
            </a:r>
          </a:p>
        </p:txBody>
      </p:sp>
      <p:sp>
        <p:nvSpPr>
          <p:cNvPr id="10" name="Text Placeholder 9">
            <a:extLst>
              <a:ext uri="{FF2B5EF4-FFF2-40B4-BE49-F238E27FC236}">
                <a16:creationId xmlns:a16="http://schemas.microsoft.com/office/drawing/2014/main" id="{8BF9F556-4510-F7DD-B333-C401D75BD796}"/>
              </a:ext>
            </a:extLst>
          </p:cNvPr>
          <p:cNvSpPr>
            <a:spLocks noGrp="1"/>
          </p:cNvSpPr>
          <p:nvPr>
            <p:ph type="body" sz="quarter" idx="11"/>
          </p:nvPr>
        </p:nvSpPr>
        <p:spPr>
          <a:xfrm>
            <a:off x="402432" y="5029715"/>
            <a:ext cx="5641182" cy="990083"/>
          </a:xfrm>
          <a:prstGeom prst="rect">
            <a:avLst/>
          </a:prstGeom>
        </p:spPr>
        <p:txBody>
          <a:bodyPr/>
          <a:lstStyle>
            <a:lvl1pPr>
              <a:defRPr sz="1300" b="0">
                <a:latin typeface="+mj-lt"/>
              </a:defRPr>
            </a:lvl1pPr>
          </a:lstStyle>
          <a:p>
            <a:pPr lvl="0"/>
            <a:r>
              <a:rPr lang="en-GB"/>
              <a:t>Click to edit Master text styles</a:t>
            </a:r>
          </a:p>
        </p:txBody>
      </p:sp>
      <p:sp>
        <p:nvSpPr>
          <p:cNvPr id="16" name="Text Placeholder 15">
            <a:extLst>
              <a:ext uri="{FF2B5EF4-FFF2-40B4-BE49-F238E27FC236}">
                <a16:creationId xmlns:a16="http://schemas.microsoft.com/office/drawing/2014/main" id="{AFBC73D5-BBD4-6DEA-ABD4-C7C99DE36B66}"/>
              </a:ext>
            </a:extLst>
          </p:cNvPr>
          <p:cNvSpPr>
            <a:spLocks noGrp="1"/>
          </p:cNvSpPr>
          <p:nvPr>
            <p:ph type="body" sz="quarter" idx="12" hasCustomPrompt="1"/>
          </p:nvPr>
        </p:nvSpPr>
        <p:spPr>
          <a:xfrm>
            <a:off x="394728" y="6501384"/>
            <a:ext cx="365760" cy="161583"/>
          </a:xfrm>
          <a:prstGeom prst="rect">
            <a:avLst/>
          </a:prstGeom>
        </p:spPr>
        <p:txBody>
          <a:bodyPr>
            <a:noAutofit/>
          </a:bodyPr>
          <a:lstStyle>
            <a:lvl1pPr>
              <a:defRPr sz="1050"/>
            </a:lvl1pPr>
          </a:lstStyle>
          <a:p>
            <a:pPr lvl="0"/>
            <a:r>
              <a:rPr lang="en-US"/>
              <a:t>PwC</a:t>
            </a:r>
          </a:p>
        </p:txBody>
      </p:sp>
      <p:sp>
        <p:nvSpPr>
          <p:cNvPr id="8" name="Slide Number Placeholder 13">
            <a:extLst>
              <a:ext uri="{FF2B5EF4-FFF2-40B4-BE49-F238E27FC236}">
                <a16:creationId xmlns:a16="http://schemas.microsoft.com/office/drawing/2014/main" id="{06EDDF0F-F4F8-2669-FD63-410B84DD24E8}"/>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
        <p:nvSpPr>
          <p:cNvPr id="5" name="Footer Placeholder 4">
            <a:extLst>
              <a:ext uri="{FF2B5EF4-FFF2-40B4-BE49-F238E27FC236}">
                <a16:creationId xmlns:a16="http://schemas.microsoft.com/office/drawing/2014/main" id="{48B94445-0B2D-22D7-A429-801CFF143A17}"/>
              </a:ext>
            </a:extLst>
          </p:cNvPr>
          <p:cNvSpPr>
            <a:spLocks noGrp="1"/>
          </p:cNvSpPr>
          <p:nvPr>
            <p:ph type="ftr" sz="quarter" idx="13"/>
          </p:nvPr>
        </p:nvSpPr>
        <p:spPr/>
        <p:txBody>
          <a:bodyPr/>
          <a:lstStyle/>
          <a:p>
            <a:r>
              <a:rPr lang="en-US"/>
              <a:t>PwC Risk Management</a:t>
            </a:r>
          </a:p>
        </p:txBody>
      </p:sp>
    </p:spTree>
    <p:extLst>
      <p:ext uri="{BB962C8B-B14F-4D97-AF65-F5344CB8AC3E}">
        <p14:creationId xmlns:p14="http://schemas.microsoft.com/office/powerpoint/2010/main" val="2855724041"/>
      </p:ext>
    </p:extLst>
  </p:cSld>
  <p:clrMapOvr>
    <a:masterClrMapping/>
  </p:clrMapOvr>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t Photo 1">
    <p:spTree>
      <p:nvGrpSpPr>
        <p:cNvPr id="1" name=""/>
        <p:cNvGrpSpPr/>
        <p:nvPr/>
      </p:nvGrpSpPr>
      <p:grpSpPr>
        <a:xfrm>
          <a:off x="0" y="0"/>
          <a:ext cx="0" cy="0"/>
          <a:chOff x="0" y="0"/>
          <a:chExt cx="0" cy="0"/>
        </a:xfrm>
      </p:grpSpPr>
      <p:sp>
        <p:nvSpPr>
          <p:cNvPr id="8" name="Picture Placeholder 14">
            <a:extLst>
              <a:ext uri="{FF2B5EF4-FFF2-40B4-BE49-F238E27FC236}">
                <a16:creationId xmlns:a16="http://schemas.microsoft.com/office/drawing/2014/main" id="{239A05D4-BAD9-49A7-3229-41686BA7F455}"/>
              </a:ext>
            </a:extLst>
          </p:cNvPr>
          <p:cNvSpPr>
            <a:spLocks noGrp="1"/>
          </p:cNvSpPr>
          <p:nvPr>
            <p:ph type="pic" sz="quarter" idx="11"/>
          </p:nvPr>
        </p:nvSpPr>
        <p:spPr>
          <a:xfrm>
            <a:off x="-1" y="0"/>
            <a:ext cx="7531331" cy="6858000"/>
          </a:xfrm>
          <a:prstGeom prst="rect">
            <a:avLst/>
          </a:prstGeom>
          <a:solidFill>
            <a:schemeClr val="bg2"/>
          </a:solidFill>
        </p:spPr>
        <p:txBody>
          <a:bodyPr tIns="1554480"/>
          <a:lstStyle>
            <a:lvl1pPr algn="ctr">
              <a:defRPr/>
            </a:lvl1pPr>
          </a:lstStyle>
          <a:p>
            <a:r>
              <a:rPr lang="en-GB"/>
              <a:t>Click icon to add picture</a:t>
            </a:r>
            <a:endParaRPr lang="en-US"/>
          </a:p>
        </p:txBody>
      </p:sp>
      <p:sp>
        <p:nvSpPr>
          <p:cNvPr id="4" name="Title 1">
            <a:extLst>
              <a:ext uri="{FF2B5EF4-FFF2-40B4-BE49-F238E27FC236}">
                <a16:creationId xmlns:a16="http://schemas.microsoft.com/office/drawing/2014/main" id="{9E03C5ED-E0DF-61C8-7A95-440C9FF7F1FA}"/>
              </a:ext>
            </a:extLst>
          </p:cNvPr>
          <p:cNvSpPr>
            <a:spLocks noGrp="1"/>
          </p:cNvSpPr>
          <p:nvPr>
            <p:ph type="title"/>
          </p:nvPr>
        </p:nvSpPr>
        <p:spPr>
          <a:xfrm>
            <a:off x="8082142" y="924105"/>
            <a:ext cx="3719885" cy="1933395"/>
          </a:xfrm>
        </p:spPr>
        <p:txBody>
          <a:bodyPr/>
          <a:lstStyle>
            <a:lvl1pPr>
              <a:defRPr sz="4000"/>
            </a:lvl1pPr>
          </a:lstStyle>
          <a:p>
            <a:r>
              <a:rPr lang="en-GB"/>
              <a:t>Click to edit Master title style</a:t>
            </a:r>
            <a:endParaRPr lang="en-US"/>
          </a:p>
        </p:txBody>
      </p:sp>
      <p:sp>
        <p:nvSpPr>
          <p:cNvPr id="9" name="TextBox 8">
            <a:extLst>
              <a:ext uri="{FF2B5EF4-FFF2-40B4-BE49-F238E27FC236}">
                <a16:creationId xmlns:a16="http://schemas.microsoft.com/office/drawing/2014/main" id="{66FD55F7-3664-B826-100E-876C20C01969}"/>
              </a:ext>
            </a:extLst>
          </p:cNvPr>
          <p:cNvSpPr txBox="1"/>
          <p:nvPr userDrawn="1"/>
        </p:nvSpPr>
        <p:spPr>
          <a:xfrm>
            <a:off x="7630559" y="6501384"/>
            <a:ext cx="431483" cy="161583"/>
          </a:xfrm>
          <a:prstGeom prst="rect">
            <a:avLst/>
          </a:prstGeom>
          <a:noFill/>
        </p:spPr>
        <p:txBody>
          <a:bodyPr wrap="square" lIns="0" tIns="0" rIns="0" bIns="0" rtlCol="0">
            <a:spAutoFit/>
          </a:bodyPr>
          <a:lstStyle/>
          <a:p>
            <a:pPr algn="l"/>
            <a:r>
              <a:rPr lang="en-US" sz="1050" b="1">
                <a:solidFill>
                  <a:schemeClr val="tx1"/>
                </a:solidFill>
              </a:rPr>
              <a:t>PwC</a:t>
            </a:r>
          </a:p>
        </p:txBody>
      </p:sp>
      <p:sp>
        <p:nvSpPr>
          <p:cNvPr id="2" name="Slide Number Placeholder 13">
            <a:extLst>
              <a:ext uri="{FF2B5EF4-FFF2-40B4-BE49-F238E27FC236}">
                <a16:creationId xmlns:a16="http://schemas.microsoft.com/office/drawing/2014/main" id="{3BE7552A-3D06-4BDA-8BCC-BB2CCD97B459}"/>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
        <p:nvSpPr>
          <p:cNvPr id="7" name="Content Placeholder 6">
            <a:extLst>
              <a:ext uri="{FF2B5EF4-FFF2-40B4-BE49-F238E27FC236}">
                <a16:creationId xmlns:a16="http://schemas.microsoft.com/office/drawing/2014/main" id="{1290AEA0-2DD8-05ED-5B4C-54DB24C07593}"/>
              </a:ext>
            </a:extLst>
          </p:cNvPr>
          <p:cNvSpPr>
            <a:spLocks noGrp="1"/>
          </p:cNvSpPr>
          <p:nvPr>
            <p:ph sz="quarter" idx="12"/>
          </p:nvPr>
        </p:nvSpPr>
        <p:spPr>
          <a:xfrm>
            <a:off x="8082548" y="2977147"/>
            <a:ext cx="3718928" cy="3075991"/>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3" name="Footer Placeholder 2">
            <a:extLst>
              <a:ext uri="{FF2B5EF4-FFF2-40B4-BE49-F238E27FC236}">
                <a16:creationId xmlns:a16="http://schemas.microsoft.com/office/drawing/2014/main" id="{D6BE53E1-32E9-B04F-C805-F67867E6EBB5}"/>
              </a:ext>
            </a:extLst>
          </p:cNvPr>
          <p:cNvSpPr>
            <a:spLocks noGrp="1"/>
          </p:cNvSpPr>
          <p:nvPr>
            <p:ph type="ftr" sz="quarter" idx="13"/>
          </p:nvPr>
        </p:nvSpPr>
        <p:spPr>
          <a:xfrm>
            <a:off x="8328659" y="6497440"/>
            <a:ext cx="2510791" cy="161583"/>
          </a:xfrm>
        </p:spPr>
        <p:txBody>
          <a:bodyPr/>
          <a:lstStyle/>
          <a:p>
            <a:r>
              <a:rPr lang="en-US"/>
              <a:t>PwC Risk Management</a:t>
            </a:r>
          </a:p>
        </p:txBody>
      </p:sp>
    </p:spTree>
    <p:extLst>
      <p:ext uri="{BB962C8B-B14F-4D97-AF65-F5344CB8AC3E}">
        <p14:creationId xmlns:p14="http://schemas.microsoft.com/office/powerpoint/2010/main" val="2253328374"/>
      </p:ext>
    </p:extLst>
  </p:cSld>
  <p:clrMapOvr>
    <a:masterClrMapping/>
  </p:clrMapOvr>
  <p:extLst>
    <p:ext uri="{DCECCB84-F9BA-43D5-87BE-67443E8EF086}">
      <p15:sldGuideLst xmlns:p15="http://schemas.microsoft.com/office/powerpoint/2012/main"/>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ntent Photo 2">
    <p:spTree>
      <p:nvGrpSpPr>
        <p:cNvPr id="1" name=""/>
        <p:cNvGrpSpPr/>
        <p:nvPr/>
      </p:nvGrpSpPr>
      <p:grpSpPr>
        <a:xfrm>
          <a:off x="0" y="0"/>
          <a:ext cx="0" cy="0"/>
          <a:chOff x="0" y="0"/>
          <a:chExt cx="0" cy="0"/>
        </a:xfrm>
      </p:grpSpPr>
      <p:sp>
        <p:nvSpPr>
          <p:cNvPr id="8" name="Picture Placeholder 14">
            <a:extLst>
              <a:ext uri="{FF2B5EF4-FFF2-40B4-BE49-F238E27FC236}">
                <a16:creationId xmlns:a16="http://schemas.microsoft.com/office/drawing/2014/main" id="{239A05D4-BAD9-49A7-3229-41686BA7F455}"/>
              </a:ext>
            </a:extLst>
          </p:cNvPr>
          <p:cNvSpPr>
            <a:spLocks noGrp="1"/>
          </p:cNvSpPr>
          <p:nvPr>
            <p:ph type="pic" sz="quarter" idx="11"/>
          </p:nvPr>
        </p:nvSpPr>
        <p:spPr>
          <a:xfrm>
            <a:off x="-1" y="0"/>
            <a:ext cx="6620719" cy="6858000"/>
          </a:xfrm>
          <a:prstGeom prst="rect">
            <a:avLst/>
          </a:prstGeom>
          <a:solidFill>
            <a:schemeClr val="bg2"/>
          </a:solidFill>
        </p:spPr>
        <p:txBody>
          <a:bodyPr tIns="1554480"/>
          <a:lstStyle>
            <a:lvl1pPr algn="ctr">
              <a:defRPr/>
            </a:lvl1pPr>
          </a:lstStyle>
          <a:p>
            <a:r>
              <a:rPr lang="en-GB"/>
              <a:t>Click icon to add picture</a:t>
            </a:r>
            <a:endParaRPr lang="en-US"/>
          </a:p>
        </p:txBody>
      </p:sp>
      <p:sp>
        <p:nvSpPr>
          <p:cNvPr id="4" name="Title 1">
            <a:extLst>
              <a:ext uri="{FF2B5EF4-FFF2-40B4-BE49-F238E27FC236}">
                <a16:creationId xmlns:a16="http://schemas.microsoft.com/office/drawing/2014/main" id="{9E03C5ED-E0DF-61C8-7A95-440C9FF7F1FA}"/>
              </a:ext>
            </a:extLst>
          </p:cNvPr>
          <p:cNvSpPr>
            <a:spLocks noGrp="1"/>
          </p:cNvSpPr>
          <p:nvPr>
            <p:ph type="title"/>
          </p:nvPr>
        </p:nvSpPr>
        <p:spPr>
          <a:xfrm>
            <a:off x="7123294" y="924105"/>
            <a:ext cx="4671730" cy="1933395"/>
          </a:xfrm>
        </p:spPr>
        <p:txBody>
          <a:bodyPr/>
          <a:lstStyle>
            <a:lvl1pPr>
              <a:defRPr sz="4000"/>
            </a:lvl1pPr>
          </a:lstStyle>
          <a:p>
            <a:r>
              <a:rPr lang="en-GB"/>
              <a:t>Click to edit Master title style</a:t>
            </a:r>
            <a:endParaRPr lang="en-US"/>
          </a:p>
        </p:txBody>
      </p:sp>
      <p:sp>
        <p:nvSpPr>
          <p:cNvPr id="9" name="TextBox 8">
            <a:extLst>
              <a:ext uri="{FF2B5EF4-FFF2-40B4-BE49-F238E27FC236}">
                <a16:creationId xmlns:a16="http://schemas.microsoft.com/office/drawing/2014/main" id="{66FD55F7-3664-B826-100E-876C20C01969}"/>
              </a:ext>
            </a:extLst>
          </p:cNvPr>
          <p:cNvSpPr txBox="1"/>
          <p:nvPr userDrawn="1"/>
        </p:nvSpPr>
        <p:spPr>
          <a:xfrm>
            <a:off x="7118351" y="6501384"/>
            <a:ext cx="431483" cy="161583"/>
          </a:xfrm>
          <a:prstGeom prst="rect">
            <a:avLst/>
          </a:prstGeom>
          <a:noFill/>
        </p:spPr>
        <p:txBody>
          <a:bodyPr wrap="square" lIns="0" tIns="0" rIns="0" bIns="0" rtlCol="0">
            <a:spAutoFit/>
          </a:bodyPr>
          <a:lstStyle/>
          <a:p>
            <a:pPr algn="l"/>
            <a:r>
              <a:rPr lang="en-US" sz="1050" b="1">
                <a:solidFill>
                  <a:schemeClr val="tx1"/>
                </a:solidFill>
              </a:rPr>
              <a:t>PwC</a:t>
            </a:r>
          </a:p>
        </p:txBody>
      </p:sp>
      <p:sp>
        <p:nvSpPr>
          <p:cNvPr id="2" name="Slide Number Placeholder 13">
            <a:extLst>
              <a:ext uri="{FF2B5EF4-FFF2-40B4-BE49-F238E27FC236}">
                <a16:creationId xmlns:a16="http://schemas.microsoft.com/office/drawing/2014/main" id="{3BE7552A-3D06-4BDA-8BCC-BB2CCD97B459}"/>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
        <p:nvSpPr>
          <p:cNvPr id="7" name="Content Placeholder 6">
            <a:extLst>
              <a:ext uri="{FF2B5EF4-FFF2-40B4-BE49-F238E27FC236}">
                <a16:creationId xmlns:a16="http://schemas.microsoft.com/office/drawing/2014/main" id="{D5A4BFF2-5058-D8EC-29C9-5B71B92282D8}"/>
              </a:ext>
            </a:extLst>
          </p:cNvPr>
          <p:cNvSpPr>
            <a:spLocks noGrp="1"/>
          </p:cNvSpPr>
          <p:nvPr>
            <p:ph sz="quarter" idx="12"/>
          </p:nvPr>
        </p:nvSpPr>
        <p:spPr>
          <a:xfrm>
            <a:off x="7118350" y="2977147"/>
            <a:ext cx="4683677" cy="295674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3" name="Footer Placeholder 2">
            <a:extLst>
              <a:ext uri="{FF2B5EF4-FFF2-40B4-BE49-F238E27FC236}">
                <a16:creationId xmlns:a16="http://schemas.microsoft.com/office/drawing/2014/main" id="{12B92F6B-614B-157C-0DC7-224F81A7410F}"/>
              </a:ext>
            </a:extLst>
          </p:cNvPr>
          <p:cNvSpPr>
            <a:spLocks noGrp="1"/>
          </p:cNvSpPr>
          <p:nvPr>
            <p:ph type="ftr" sz="quarter" idx="13"/>
          </p:nvPr>
        </p:nvSpPr>
        <p:spPr>
          <a:xfrm>
            <a:off x="7824867" y="6497440"/>
            <a:ext cx="3128883" cy="161583"/>
          </a:xfrm>
        </p:spPr>
        <p:txBody>
          <a:bodyPr/>
          <a:lstStyle/>
          <a:p>
            <a:r>
              <a:rPr lang="en-US"/>
              <a:t>PwC Risk Management</a:t>
            </a:r>
          </a:p>
        </p:txBody>
      </p:sp>
    </p:spTree>
    <p:extLst>
      <p:ext uri="{BB962C8B-B14F-4D97-AF65-F5344CB8AC3E}">
        <p14:creationId xmlns:p14="http://schemas.microsoft.com/office/powerpoint/2010/main" val="2270532056"/>
      </p:ext>
    </p:extLst>
  </p:cSld>
  <p:clrMapOvr>
    <a:masterClrMapping/>
  </p:clrMapOvr>
  <p:extLst>
    <p:ext uri="{DCECCB84-F9BA-43D5-87BE-67443E8EF086}">
      <p15:sldGuideLst xmlns:p15="http://schemas.microsoft.com/office/powerpoint/2012/main"/>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tent Photo 3">
    <p:spTree>
      <p:nvGrpSpPr>
        <p:cNvPr id="1" name=""/>
        <p:cNvGrpSpPr/>
        <p:nvPr/>
      </p:nvGrpSpPr>
      <p:grpSpPr>
        <a:xfrm>
          <a:off x="0" y="0"/>
          <a:ext cx="0" cy="0"/>
          <a:chOff x="0" y="0"/>
          <a:chExt cx="0" cy="0"/>
        </a:xfrm>
      </p:grpSpPr>
      <p:sp>
        <p:nvSpPr>
          <p:cNvPr id="8" name="Picture Placeholder 14">
            <a:extLst>
              <a:ext uri="{FF2B5EF4-FFF2-40B4-BE49-F238E27FC236}">
                <a16:creationId xmlns:a16="http://schemas.microsoft.com/office/drawing/2014/main" id="{239A05D4-BAD9-49A7-3229-41686BA7F455}"/>
              </a:ext>
              <a:ext uri="{C183D7F6-B498-43B3-948B-1728B52AA6E4}">
                <adec:decorative xmlns:adec="http://schemas.microsoft.com/office/drawing/2017/decorative" val="1"/>
              </a:ext>
            </a:extLst>
          </p:cNvPr>
          <p:cNvSpPr>
            <a:spLocks noGrp="1"/>
          </p:cNvSpPr>
          <p:nvPr>
            <p:ph type="pic" sz="quarter" idx="11"/>
          </p:nvPr>
        </p:nvSpPr>
        <p:spPr>
          <a:xfrm>
            <a:off x="-2" y="0"/>
            <a:ext cx="5648448" cy="6858000"/>
          </a:xfrm>
          <a:prstGeom prst="rect">
            <a:avLst/>
          </a:prstGeom>
          <a:solidFill>
            <a:schemeClr val="bg2"/>
          </a:solidFill>
        </p:spPr>
        <p:txBody>
          <a:bodyPr tIns="1554480"/>
          <a:lstStyle>
            <a:lvl1pPr algn="ctr">
              <a:defRPr/>
            </a:lvl1pPr>
          </a:lstStyle>
          <a:p>
            <a:r>
              <a:rPr lang="en-GB"/>
              <a:t>Click icon to add picture</a:t>
            </a:r>
            <a:endParaRPr lang="en-US"/>
          </a:p>
        </p:txBody>
      </p:sp>
      <p:sp>
        <p:nvSpPr>
          <p:cNvPr id="4" name="Title 1">
            <a:extLst>
              <a:ext uri="{FF2B5EF4-FFF2-40B4-BE49-F238E27FC236}">
                <a16:creationId xmlns:a16="http://schemas.microsoft.com/office/drawing/2014/main" id="{9E03C5ED-E0DF-61C8-7A95-440C9FF7F1FA}"/>
              </a:ext>
            </a:extLst>
          </p:cNvPr>
          <p:cNvSpPr>
            <a:spLocks noGrp="1"/>
          </p:cNvSpPr>
          <p:nvPr>
            <p:ph type="title"/>
          </p:nvPr>
        </p:nvSpPr>
        <p:spPr>
          <a:xfrm>
            <a:off x="6164545" y="404994"/>
            <a:ext cx="5636930" cy="917574"/>
          </a:xfrm>
        </p:spPr>
        <p:txBody>
          <a:bodyPr/>
          <a:lstStyle>
            <a:lvl1pPr>
              <a:defRPr sz="4000"/>
            </a:lvl1pPr>
          </a:lstStyle>
          <a:p>
            <a:r>
              <a:rPr lang="en-GB"/>
              <a:t>Click to edit Master title style</a:t>
            </a:r>
            <a:endParaRPr lang="en-US"/>
          </a:p>
        </p:txBody>
      </p:sp>
      <p:sp>
        <p:nvSpPr>
          <p:cNvPr id="9" name="TextBox 8">
            <a:extLst>
              <a:ext uri="{FF2B5EF4-FFF2-40B4-BE49-F238E27FC236}">
                <a16:creationId xmlns:a16="http://schemas.microsoft.com/office/drawing/2014/main" id="{66FD55F7-3664-B826-100E-876C20C01969}"/>
              </a:ext>
            </a:extLst>
          </p:cNvPr>
          <p:cNvSpPr txBox="1"/>
          <p:nvPr userDrawn="1"/>
        </p:nvSpPr>
        <p:spPr>
          <a:xfrm>
            <a:off x="6157913" y="6501384"/>
            <a:ext cx="431483" cy="161583"/>
          </a:xfrm>
          <a:prstGeom prst="rect">
            <a:avLst/>
          </a:prstGeom>
          <a:noFill/>
        </p:spPr>
        <p:txBody>
          <a:bodyPr wrap="square" lIns="0" tIns="0" rIns="0" bIns="0" rtlCol="0">
            <a:spAutoFit/>
          </a:bodyPr>
          <a:lstStyle/>
          <a:p>
            <a:pPr algn="l"/>
            <a:r>
              <a:rPr lang="en-US" sz="1050" b="1">
                <a:solidFill>
                  <a:schemeClr val="tx1"/>
                </a:solidFill>
              </a:rPr>
              <a:t>PwC</a:t>
            </a:r>
          </a:p>
        </p:txBody>
      </p:sp>
      <p:sp>
        <p:nvSpPr>
          <p:cNvPr id="2" name="Slide Number Placeholder 13">
            <a:extLst>
              <a:ext uri="{FF2B5EF4-FFF2-40B4-BE49-F238E27FC236}">
                <a16:creationId xmlns:a16="http://schemas.microsoft.com/office/drawing/2014/main" id="{3BE7552A-3D06-4BDA-8BCC-BB2CCD97B459}"/>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
        <p:nvSpPr>
          <p:cNvPr id="7" name="Content Placeholder 6">
            <a:extLst>
              <a:ext uri="{FF2B5EF4-FFF2-40B4-BE49-F238E27FC236}">
                <a16:creationId xmlns:a16="http://schemas.microsoft.com/office/drawing/2014/main" id="{8C95773B-EE31-139A-EA65-0149AC70AD40}"/>
              </a:ext>
            </a:extLst>
          </p:cNvPr>
          <p:cNvSpPr>
            <a:spLocks noGrp="1"/>
          </p:cNvSpPr>
          <p:nvPr>
            <p:ph sz="quarter" idx="12"/>
          </p:nvPr>
        </p:nvSpPr>
        <p:spPr>
          <a:xfrm>
            <a:off x="6164263" y="1951621"/>
            <a:ext cx="5636930" cy="3987217"/>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3" name="Footer Placeholder 2">
            <a:extLst>
              <a:ext uri="{FF2B5EF4-FFF2-40B4-BE49-F238E27FC236}">
                <a16:creationId xmlns:a16="http://schemas.microsoft.com/office/drawing/2014/main" id="{F52B4616-A11B-29D0-23F3-29EB015CEBE3}"/>
              </a:ext>
            </a:extLst>
          </p:cNvPr>
          <p:cNvSpPr>
            <a:spLocks noGrp="1"/>
          </p:cNvSpPr>
          <p:nvPr>
            <p:ph type="ftr" sz="quarter" idx="13"/>
          </p:nvPr>
        </p:nvSpPr>
        <p:spPr>
          <a:xfrm>
            <a:off x="6839902" y="6497440"/>
            <a:ext cx="3999547" cy="161583"/>
          </a:xfrm>
        </p:spPr>
        <p:txBody>
          <a:bodyPr/>
          <a:lstStyle/>
          <a:p>
            <a:r>
              <a:rPr lang="en-US"/>
              <a:t>PwC Risk Management</a:t>
            </a:r>
          </a:p>
        </p:txBody>
      </p:sp>
    </p:spTree>
    <p:extLst>
      <p:ext uri="{BB962C8B-B14F-4D97-AF65-F5344CB8AC3E}">
        <p14:creationId xmlns:p14="http://schemas.microsoft.com/office/powerpoint/2010/main" val="2650743691"/>
      </p:ext>
    </p:extLst>
  </p:cSld>
  <p:clrMapOvr>
    <a:masterClrMapping/>
  </p:clrMapOvr>
  <p:extLst>
    <p:ext uri="{DCECCB84-F9BA-43D5-87BE-67443E8EF086}">
      <p15:sldGuideLst xmlns:p15="http://schemas.microsoft.com/office/powerpoint/2012/main"/>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ntent Photo 4">
    <p:spTree>
      <p:nvGrpSpPr>
        <p:cNvPr id="1" name=""/>
        <p:cNvGrpSpPr/>
        <p:nvPr/>
      </p:nvGrpSpPr>
      <p:grpSpPr>
        <a:xfrm>
          <a:off x="0" y="0"/>
          <a:ext cx="0" cy="0"/>
          <a:chOff x="0" y="0"/>
          <a:chExt cx="0" cy="0"/>
        </a:xfrm>
      </p:grpSpPr>
      <p:sp>
        <p:nvSpPr>
          <p:cNvPr id="8" name="Picture Placeholder 14">
            <a:extLst>
              <a:ext uri="{FF2B5EF4-FFF2-40B4-BE49-F238E27FC236}">
                <a16:creationId xmlns:a16="http://schemas.microsoft.com/office/drawing/2014/main" id="{239A05D4-BAD9-49A7-3229-41686BA7F455}"/>
              </a:ext>
              <a:ext uri="{C183D7F6-B498-43B3-948B-1728B52AA6E4}">
                <adec:decorative xmlns:adec="http://schemas.microsoft.com/office/drawing/2017/decorative" val="1"/>
              </a:ext>
            </a:extLst>
          </p:cNvPr>
          <p:cNvSpPr>
            <a:spLocks noGrp="1"/>
          </p:cNvSpPr>
          <p:nvPr>
            <p:ph type="pic" sz="quarter" idx="11"/>
          </p:nvPr>
        </p:nvSpPr>
        <p:spPr>
          <a:xfrm>
            <a:off x="-2" y="0"/>
            <a:ext cx="4676174" cy="6858000"/>
          </a:xfrm>
          <a:prstGeom prst="rect">
            <a:avLst/>
          </a:prstGeom>
          <a:solidFill>
            <a:schemeClr val="bg2"/>
          </a:solidFill>
        </p:spPr>
        <p:txBody>
          <a:bodyPr tIns="1554480"/>
          <a:lstStyle>
            <a:lvl1pPr algn="ctr">
              <a:defRPr/>
            </a:lvl1pPr>
          </a:lstStyle>
          <a:p>
            <a:r>
              <a:rPr lang="en-GB"/>
              <a:t>Click icon to add picture</a:t>
            </a:r>
            <a:endParaRPr lang="en-US"/>
          </a:p>
        </p:txBody>
      </p:sp>
      <p:sp>
        <p:nvSpPr>
          <p:cNvPr id="4" name="Title 1">
            <a:extLst>
              <a:ext uri="{FF2B5EF4-FFF2-40B4-BE49-F238E27FC236}">
                <a16:creationId xmlns:a16="http://schemas.microsoft.com/office/drawing/2014/main" id="{9E03C5ED-E0DF-61C8-7A95-440C9FF7F1FA}"/>
              </a:ext>
            </a:extLst>
          </p:cNvPr>
          <p:cNvSpPr>
            <a:spLocks noGrp="1"/>
          </p:cNvSpPr>
          <p:nvPr>
            <p:ph type="title"/>
          </p:nvPr>
        </p:nvSpPr>
        <p:spPr>
          <a:xfrm>
            <a:off x="5204006" y="404994"/>
            <a:ext cx="6597469" cy="917574"/>
          </a:xfrm>
        </p:spPr>
        <p:txBody>
          <a:bodyPr/>
          <a:lstStyle>
            <a:lvl1pPr>
              <a:defRPr sz="4000"/>
            </a:lvl1pPr>
          </a:lstStyle>
          <a:p>
            <a:r>
              <a:rPr lang="en-GB"/>
              <a:t>Click to edit Master title style</a:t>
            </a:r>
            <a:endParaRPr lang="en-US"/>
          </a:p>
        </p:txBody>
      </p:sp>
      <p:sp>
        <p:nvSpPr>
          <p:cNvPr id="9" name="TextBox 8">
            <a:extLst>
              <a:ext uri="{FF2B5EF4-FFF2-40B4-BE49-F238E27FC236}">
                <a16:creationId xmlns:a16="http://schemas.microsoft.com/office/drawing/2014/main" id="{66FD55F7-3664-B826-100E-876C20C01969}"/>
              </a:ext>
            </a:extLst>
          </p:cNvPr>
          <p:cNvSpPr txBox="1"/>
          <p:nvPr userDrawn="1"/>
        </p:nvSpPr>
        <p:spPr>
          <a:xfrm>
            <a:off x="5203825" y="6497441"/>
            <a:ext cx="431483" cy="161583"/>
          </a:xfrm>
          <a:prstGeom prst="rect">
            <a:avLst/>
          </a:prstGeom>
          <a:noFill/>
        </p:spPr>
        <p:txBody>
          <a:bodyPr wrap="square" lIns="0" tIns="0" rIns="0" bIns="0" rtlCol="0">
            <a:spAutoFit/>
          </a:bodyPr>
          <a:lstStyle/>
          <a:p>
            <a:pPr algn="l"/>
            <a:r>
              <a:rPr lang="en-US" sz="1050" b="1">
                <a:solidFill>
                  <a:schemeClr val="tx1"/>
                </a:solidFill>
              </a:rPr>
              <a:t>PwC</a:t>
            </a:r>
          </a:p>
        </p:txBody>
      </p:sp>
      <p:sp>
        <p:nvSpPr>
          <p:cNvPr id="6" name="Footer Placeholder 4">
            <a:extLst>
              <a:ext uri="{FF2B5EF4-FFF2-40B4-BE49-F238E27FC236}">
                <a16:creationId xmlns:a16="http://schemas.microsoft.com/office/drawing/2014/main" id="{14885F81-E071-1548-5442-718A5D278509}"/>
              </a:ext>
            </a:extLst>
          </p:cNvPr>
          <p:cNvSpPr>
            <a:spLocks noGrp="1"/>
          </p:cNvSpPr>
          <p:nvPr>
            <p:ph type="ftr" sz="quarter" idx="3"/>
          </p:nvPr>
        </p:nvSpPr>
        <p:spPr>
          <a:xfrm>
            <a:off x="5877003" y="6497441"/>
            <a:ext cx="4472465"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PwC Risk Management</a:t>
            </a:r>
          </a:p>
        </p:txBody>
      </p:sp>
      <p:sp>
        <p:nvSpPr>
          <p:cNvPr id="2" name="Slide Number Placeholder 13">
            <a:extLst>
              <a:ext uri="{FF2B5EF4-FFF2-40B4-BE49-F238E27FC236}">
                <a16:creationId xmlns:a16="http://schemas.microsoft.com/office/drawing/2014/main" id="{3BE7552A-3D06-4BDA-8BCC-BB2CCD97B459}"/>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
        <p:nvSpPr>
          <p:cNvPr id="7" name="Content Placeholder 6">
            <a:extLst>
              <a:ext uri="{FF2B5EF4-FFF2-40B4-BE49-F238E27FC236}">
                <a16:creationId xmlns:a16="http://schemas.microsoft.com/office/drawing/2014/main" id="{F729C797-230D-D818-C159-05052BC80F0A}"/>
              </a:ext>
            </a:extLst>
          </p:cNvPr>
          <p:cNvSpPr>
            <a:spLocks noGrp="1"/>
          </p:cNvSpPr>
          <p:nvPr>
            <p:ph sz="quarter" idx="12"/>
          </p:nvPr>
        </p:nvSpPr>
        <p:spPr>
          <a:xfrm>
            <a:off x="5203825" y="1951623"/>
            <a:ext cx="6597650" cy="4101516"/>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Tree>
    <p:extLst>
      <p:ext uri="{BB962C8B-B14F-4D97-AF65-F5344CB8AC3E}">
        <p14:creationId xmlns:p14="http://schemas.microsoft.com/office/powerpoint/2010/main" val="2175464130"/>
      </p:ext>
    </p:extLst>
  </p:cSld>
  <p:clrMapOvr>
    <a:masterClrMapping/>
  </p:clrMapOvr>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ontent Photo 5">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9E03C5ED-E0DF-61C8-7A95-440C9FF7F1FA}"/>
              </a:ext>
            </a:extLst>
          </p:cNvPr>
          <p:cNvSpPr>
            <a:spLocks noGrp="1"/>
          </p:cNvSpPr>
          <p:nvPr>
            <p:ph type="title"/>
          </p:nvPr>
        </p:nvSpPr>
        <p:spPr>
          <a:xfrm>
            <a:off x="401920" y="404994"/>
            <a:ext cx="4274253" cy="1423806"/>
          </a:xfrm>
        </p:spPr>
        <p:txBody>
          <a:bodyPr/>
          <a:lstStyle>
            <a:lvl1pPr>
              <a:defRPr sz="4000"/>
            </a:lvl1pPr>
          </a:lstStyle>
          <a:p>
            <a:r>
              <a:rPr lang="en-GB"/>
              <a:t>Click to edit Master title style</a:t>
            </a:r>
            <a:endParaRPr lang="en-US"/>
          </a:p>
        </p:txBody>
      </p:sp>
      <p:sp>
        <p:nvSpPr>
          <p:cNvPr id="8" name="Picture Placeholder 14">
            <a:extLst>
              <a:ext uri="{FF2B5EF4-FFF2-40B4-BE49-F238E27FC236}">
                <a16:creationId xmlns:a16="http://schemas.microsoft.com/office/drawing/2014/main" id="{239A05D4-BAD9-49A7-3229-41686BA7F455}"/>
              </a:ext>
              <a:ext uri="{C183D7F6-B498-43B3-948B-1728B52AA6E4}">
                <adec:decorative xmlns:adec="http://schemas.microsoft.com/office/drawing/2017/decorative" val="1"/>
              </a:ext>
            </a:extLst>
          </p:cNvPr>
          <p:cNvSpPr>
            <a:spLocks noGrp="1"/>
          </p:cNvSpPr>
          <p:nvPr>
            <p:ph type="pic" sz="quarter" idx="11"/>
          </p:nvPr>
        </p:nvSpPr>
        <p:spPr>
          <a:xfrm>
            <a:off x="401920" y="1956003"/>
            <a:ext cx="4274253" cy="3982835"/>
          </a:xfrm>
          <a:prstGeom prst="rect">
            <a:avLst/>
          </a:prstGeom>
          <a:solidFill>
            <a:schemeClr val="bg2"/>
          </a:solidFill>
        </p:spPr>
        <p:txBody>
          <a:bodyPr tIns="1554480"/>
          <a:lstStyle>
            <a:lvl1pPr algn="ctr">
              <a:defRPr/>
            </a:lvl1pPr>
          </a:lstStyle>
          <a:p>
            <a:r>
              <a:rPr lang="en-GB"/>
              <a:t>Click icon to add picture</a:t>
            </a:r>
            <a:endParaRPr lang="en-US"/>
          </a:p>
        </p:txBody>
      </p:sp>
      <p:sp>
        <p:nvSpPr>
          <p:cNvPr id="6" name="Footer Placeholder 4">
            <a:extLst>
              <a:ext uri="{FF2B5EF4-FFF2-40B4-BE49-F238E27FC236}">
                <a16:creationId xmlns:a16="http://schemas.microsoft.com/office/drawing/2014/main" id="{E38019E0-279D-A4EC-36F3-E0B1A717FCF6}"/>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PwC Risk Management</a:t>
            </a:r>
          </a:p>
        </p:txBody>
      </p:sp>
      <p:sp>
        <p:nvSpPr>
          <p:cNvPr id="7" name="Slide Number Placeholder 13">
            <a:extLst>
              <a:ext uri="{FF2B5EF4-FFF2-40B4-BE49-F238E27FC236}">
                <a16:creationId xmlns:a16="http://schemas.microsoft.com/office/drawing/2014/main" id="{B8872EE6-00EE-7E3B-FF0A-4031AD0A1F41}"/>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
        <p:nvSpPr>
          <p:cNvPr id="5" name="Content Placeholder 4">
            <a:extLst>
              <a:ext uri="{FF2B5EF4-FFF2-40B4-BE49-F238E27FC236}">
                <a16:creationId xmlns:a16="http://schemas.microsoft.com/office/drawing/2014/main" id="{F7917125-C22B-5914-DA75-0559C490722C}"/>
              </a:ext>
            </a:extLst>
          </p:cNvPr>
          <p:cNvSpPr>
            <a:spLocks noGrp="1"/>
          </p:cNvSpPr>
          <p:nvPr>
            <p:ph sz="quarter" idx="12"/>
          </p:nvPr>
        </p:nvSpPr>
        <p:spPr>
          <a:xfrm>
            <a:off x="5199063" y="404813"/>
            <a:ext cx="6602412" cy="5534025"/>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Tree>
    <p:extLst>
      <p:ext uri="{BB962C8B-B14F-4D97-AF65-F5344CB8AC3E}">
        <p14:creationId xmlns:p14="http://schemas.microsoft.com/office/powerpoint/2010/main" val="1673183549"/>
      </p:ext>
    </p:extLst>
  </p:cSld>
  <p:clrMapOvr>
    <a:masterClrMapping/>
  </p:clrMapOvr>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D36A14-ADD8-5266-1DE1-0BDFE2DFE348}"/>
              </a:ext>
            </a:extLst>
          </p:cNvPr>
          <p:cNvSpPr>
            <a:spLocks noGrp="1"/>
          </p:cNvSpPr>
          <p:nvPr>
            <p:ph type="title"/>
          </p:nvPr>
        </p:nvSpPr>
        <p:spPr>
          <a:xfrm>
            <a:off x="403052" y="2699173"/>
            <a:ext cx="4182718" cy="2492990"/>
          </a:xfrm>
        </p:spPr>
        <p:txBody>
          <a:bodyPr wrap="square" anchor="b" anchorCtr="0">
            <a:spAutoFit/>
          </a:bodyPr>
          <a:lstStyle>
            <a:lvl1pPr>
              <a:defRPr sz="6000" b="0">
                <a:solidFill>
                  <a:schemeClr val="tx1"/>
                </a:solidFill>
              </a:defRPr>
            </a:lvl1pPr>
          </a:lstStyle>
          <a:p>
            <a:r>
              <a:rPr lang="en-GB"/>
              <a:t>Click to edit Master title style</a:t>
            </a:r>
            <a:endParaRPr lang="en-US"/>
          </a:p>
        </p:txBody>
      </p:sp>
      <p:sp>
        <p:nvSpPr>
          <p:cNvPr id="7" name="Table Placeholder 6">
            <a:extLst>
              <a:ext uri="{FF2B5EF4-FFF2-40B4-BE49-F238E27FC236}">
                <a16:creationId xmlns:a16="http://schemas.microsoft.com/office/drawing/2014/main" id="{D73A66C0-F670-A68E-E8AB-864BA888682B}"/>
              </a:ext>
            </a:extLst>
          </p:cNvPr>
          <p:cNvSpPr>
            <a:spLocks noGrp="1"/>
          </p:cNvSpPr>
          <p:nvPr>
            <p:ph type="tbl" sz="quarter" idx="10"/>
          </p:nvPr>
        </p:nvSpPr>
        <p:spPr>
          <a:xfrm>
            <a:off x="5204753" y="808892"/>
            <a:ext cx="6597274" cy="3328416"/>
          </a:xfrm>
          <a:prstGeom prst="rect">
            <a:avLst/>
          </a:prstGeom>
        </p:spPr>
        <p:txBody>
          <a:bodyPr tIns="457200"/>
          <a:lstStyle>
            <a:lvl1pPr algn="ctr">
              <a:defRPr sz="1800"/>
            </a:lvl1pPr>
          </a:lstStyle>
          <a:p>
            <a:r>
              <a:rPr lang="en-GB"/>
              <a:t>Click icon to add table</a:t>
            </a:r>
            <a:endParaRPr lang="en-US"/>
          </a:p>
        </p:txBody>
      </p:sp>
      <p:sp>
        <p:nvSpPr>
          <p:cNvPr id="3" name="Footer Placeholder 4">
            <a:extLst>
              <a:ext uri="{FF2B5EF4-FFF2-40B4-BE49-F238E27FC236}">
                <a16:creationId xmlns:a16="http://schemas.microsoft.com/office/drawing/2014/main" id="{65C0038A-3A68-0DB9-64FC-6F889D75D388}"/>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PwC Risk Management</a:t>
            </a:r>
          </a:p>
        </p:txBody>
      </p:sp>
      <p:sp>
        <p:nvSpPr>
          <p:cNvPr id="6" name="Slide Number Placeholder 13">
            <a:extLst>
              <a:ext uri="{FF2B5EF4-FFF2-40B4-BE49-F238E27FC236}">
                <a16:creationId xmlns:a16="http://schemas.microsoft.com/office/drawing/2014/main" id="{97BC8435-1364-314D-C920-74E9DEDB1E4C}"/>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Tree>
    <p:extLst>
      <p:ext uri="{BB962C8B-B14F-4D97-AF65-F5344CB8AC3E}">
        <p14:creationId xmlns:p14="http://schemas.microsoft.com/office/powerpoint/2010/main" val="1721112712"/>
      </p:ext>
    </p:extLst>
  </p:cSld>
  <p:clrMapOvr>
    <a:masterClrMapping/>
  </p:clrMapOvr>
  <p:extLst>
    <p:ext uri="{DCECCB84-F9BA-43D5-87BE-67443E8EF086}">
      <p15:sldGuideLst xmlns:p15="http://schemas.microsoft.com/office/powerpoint/2012/main"/>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Agenda 2">
    <p:bg>
      <p:bgPr>
        <a:solidFill>
          <a:srgbClr val="FFE8D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D36A14-ADD8-5266-1DE1-0BDFE2DFE348}"/>
              </a:ext>
            </a:extLst>
          </p:cNvPr>
          <p:cNvSpPr>
            <a:spLocks noGrp="1"/>
          </p:cNvSpPr>
          <p:nvPr>
            <p:ph type="title"/>
          </p:nvPr>
        </p:nvSpPr>
        <p:spPr>
          <a:xfrm>
            <a:off x="403052" y="2697480"/>
            <a:ext cx="4182718" cy="2492990"/>
          </a:xfrm>
        </p:spPr>
        <p:txBody>
          <a:bodyPr wrap="square" anchor="b" anchorCtr="0">
            <a:spAutoFit/>
          </a:bodyPr>
          <a:lstStyle>
            <a:lvl1pPr>
              <a:defRPr sz="6000" b="0">
                <a:solidFill>
                  <a:schemeClr val="tx1"/>
                </a:solidFill>
              </a:defRPr>
            </a:lvl1pPr>
          </a:lstStyle>
          <a:p>
            <a:r>
              <a:rPr lang="en-GB"/>
              <a:t>Click to edit Master title style</a:t>
            </a:r>
            <a:endParaRPr lang="en-US"/>
          </a:p>
        </p:txBody>
      </p:sp>
      <p:sp>
        <p:nvSpPr>
          <p:cNvPr id="4" name="Footer Placeholder 4">
            <a:extLst>
              <a:ext uri="{FF2B5EF4-FFF2-40B4-BE49-F238E27FC236}">
                <a16:creationId xmlns:a16="http://schemas.microsoft.com/office/drawing/2014/main" id="{EE189DEE-6989-9A74-BDE8-CA73B91086F4}"/>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PwC Risk Management</a:t>
            </a:r>
          </a:p>
        </p:txBody>
      </p:sp>
      <p:sp>
        <p:nvSpPr>
          <p:cNvPr id="7" name="Slide Number Placeholder 13">
            <a:extLst>
              <a:ext uri="{FF2B5EF4-FFF2-40B4-BE49-F238E27FC236}">
                <a16:creationId xmlns:a16="http://schemas.microsoft.com/office/drawing/2014/main" id="{6DE5500C-FE6E-579B-63C3-09F6ADCF909F}"/>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
        <p:nvSpPr>
          <p:cNvPr id="3" name="Table Placeholder 6">
            <a:extLst>
              <a:ext uri="{FF2B5EF4-FFF2-40B4-BE49-F238E27FC236}">
                <a16:creationId xmlns:a16="http://schemas.microsoft.com/office/drawing/2014/main" id="{20981518-E379-4F77-CAB2-B5B28A3988E7}"/>
              </a:ext>
            </a:extLst>
          </p:cNvPr>
          <p:cNvSpPr>
            <a:spLocks noGrp="1"/>
          </p:cNvSpPr>
          <p:nvPr>
            <p:ph type="tbl" sz="quarter" idx="10"/>
          </p:nvPr>
        </p:nvSpPr>
        <p:spPr>
          <a:xfrm>
            <a:off x="5204753" y="808892"/>
            <a:ext cx="6597274" cy="3328416"/>
          </a:xfrm>
          <a:prstGeom prst="rect">
            <a:avLst/>
          </a:prstGeom>
        </p:spPr>
        <p:txBody>
          <a:bodyPr tIns="457200"/>
          <a:lstStyle>
            <a:lvl1pPr algn="ctr">
              <a:defRPr sz="1800"/>
            </a:lvl1pPr>
          </a:lstStyle>
          <a:p>
            <a:r>
              <a:rPr lang="en-GB"/>
              <a:t>Click icon to add table</a:t>
            </a:r>
            <a:endParaRPr lang="en-US"/>
          </a:p>
        </p:txBody>
      </p:sp>
    </p:spTree>
    <p:extLst>
      <p:ext uri="{BB962C8B-B14F-4D97-AF65-F5344CB8AC3E}">
        <p14:creationId xmlns:p14="http://schemas.microsoft.com/office/powerpoint/2010/main" val="16901287"/>
      </p:ext>
    </p:extLst>
  </p:cSld>
  <p:clrMapOvr>
    <a:masterClrMapping/>
  </p:clrMapOvr>
  <p:extLst>
    <p:ext uri="{DCECCB84-F9BA-43D5-87BE-67443E8EF086}">
      <p15:sldGuideLst xmlns:p15="http://schemas.microsoft.com/office/powerpoint/2012/main"/>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Agenda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D36A14-ADD8-5266-1DE1-0BDFE2DFE348}"/>
              </a:ext>
            </a:extLst>
          </p:cNvPr>
          <p:cNvSpPr>
            <a:spLocks noGrp="1"/>
          </p:cNvSpPr>
          <p:nvPr>
            <p:ph type="title"/>
          </p:nvPr>
        </p:nvSpPr>
        <p:spPr>
          <a:xfrm>
            <a:off x="403052" y="2697480"/>
            <a:ext cx="4182718" cy="2492990"/>
          </a:xfrm>
        </p:spPr>
        <p:txBody>
          <a:bodyPr wrap="square" anchor="b" anchorCtr="0">
            <a:spAutoFit/>
          </a:bodyPr>
          <a:lstStyle>
            <a:lvl1pPr>
              <a:defRPr sz="6000" b="0">
                <a:solidFill>
                  <a:schemeClr val="tx1"/>
                </a:solidFill>
              </a:defRPr>
            </a:lvl1pPr>
          </a:lstStyle>
          <a:p>
            <a:r>
              <a:rPr lang="en-GB"/>
              <a:t>Click to edit Master title style</a:t>
            </a:r>
            <a:endParaRPr lang="en-US"/>
          </a:p>
        </p:txBody>
      </p:sp>
      <p:sp>
        <p:nvSpPr>
          <p:cNvPr id="7" name="Table Placeholder 6">
            <a:extLst>
              <a:ext uri="{FF2B5EF4-FFF2-40B4-BE49-F238E27FC236}">
                <a16:creationId xmlns:a16="http://schemas.microsoft.com/office/drawing/2014/main" id="{D73A66C0-F670-A68E-E8AB-864BA888682B}"/>
              </a:ext>
            </a:extLst>
          </p:cNvPr>
          <p:cNvSpPr>
            <a:spLocks noGrp="1"/>
          </p:cNvSpPr>
          <p:nvPr>
            <p:ph type="tbl" sz="quarter" idx="10"/>
          </p:nvPr>
        </p:nvSpPr>
        <p:spPr>
          <a:xfrm>
            <a:off x="3177702" y="809096"/>
            <a:ext cx="4090962" cy="2675467"/>
          </a:xfrm>
          <a:prstGeom prst="rect">
            <a:avLst/>
          </a:prstGeom>
        </p:spPr>
        <p:txBody>
          <a:bodyPr tIns="457200"/>
          <a:lstStyle>
            <a:lvl1pPr algn="ctr">
              <a:defRPr sz="1800"/>
            </a:lvl1pPr>
          </a:lstStyle>
          <a:p>
            <a:r>
              <a:rPr lang="en-GB"/>
              <a:t>Click icon to add table</a:t>
            </a:r>
            <a:endParaRPr lang="en-US"/>
          </a:p>
        </p:txBody>
      </p:sp>
      <p:sp>
        <p:nvSpPr>
          <p:cNvPr id="6" name="Table Placeholder 6">
            <a:extLst>
              <a:ext uri="{FF2B5EF4-FFF2-40B4-BE49-F238E27FC236}">
                <a16:creationId xmlns:a16="http://schemas.microsoft.com/office/drawing/2014/main" id="{CE0852A2-F289-0299-38DA-54988A9CF403}"/>
              </a:ext>
            </a:extLst>
          </p:cNvPr>
          <p:cNvSpPr>
            <a:spLocks noGrp="1"/>
          </p:cNvSpPr>
          <p:nvPr>
            <p:ph type="tbl" sz="quarter" idx="11"/>
          </p:nvPr>
        </p:nvSpPr>
        <p:spPr>
          <a:xfrm>
            <a:off x="7711066" y="809096"/>
            <a:ext cx="4090962" cy="2675467"/>
          </a:xfrm>
          <a:prstGeom prst="rect">
            <a:avLst/>
          </a:prstGeom>
        </p:spPr>
        <p:txBody>
          <a:bodyPr tIns="457200"/>
          <a:lstStyle>
            <a:lvl1pPr algn="ctr">
              <a:defRPr sz="1800"/>
            </a:lvl1pPr>
          </a:lstStyle>
          <a:p>
            <a:r>
              <a:rPr lang="en-GB"/>
              <a:t>Click icon to add table</a:t>
            </a:r>
            <a:endParaRPr lang="en-US"/>
          </a:p>
        </p:txBody>
      </p:sp>
      <p:sp>
        <p:nvSpPr>
          <p:cNvPr id="3" name="Footer Placeholder 4">
            <a:extLst>
              <a:ext uri="{FF2B5EF4-FFF2-40B4-BE49-F238E27FC236}">
                <a16:creationId xmlns:a16="http://schemas.microsoft.com/office/drawing/2014/main" id="{8D3D9662-5F2D-57D9-7407-78275144A67E}"/>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PwC Risk Management</a:t>
            </a:r>
          </a:p>
        </p:txBody>
      </p:sp>
      <p:sp>
        <p:nvSpPr>
          <p:cNvPr id="8" name="Slide Number Placeholder 13">
            <a:extLst>
              <a:ext uri="{FF2B5EF4-FFF2-40B4-BE49-F238E27FC236}">
                <a16:creationId xmlns:a16="http://schemas.microsoft.com/office/drawing/2014/main" id="{417BEBC1-805D-DD3E-7FB7-E733D35B8EFF}"/>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Tree>
    <p:extLst>
      <p:ext uri="{BB962C8B-B14F-4D97-AF65-F5344CB8AC3E}">
        <p14:creationId xmlns:p14="http://schemas.microsoft.com/office/powerpoint/2010/main" val="1070787557"/>
      </p:ext>
    </p:extLst>
  </p:cSld>
  <p:clrMapOvr>
    <a:masterClrMapping/>
  </p:clrMapOvr>
  <p:extLst>
    <p:ext uri="{DCECCB84-F9BA-43D5-87BE-67443E8EF086}">
      <p15:sldGuideLst xmlns:p15="http://schemas.microsoft.com/office/powerpoint/2012/main"/>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Agenda 4">
    <p:bg>
      <p:bgPr>
        <a:solidFill>
          <a:srgbClr val="FFE8D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D36A14-ADD8-5266-1DE1-0BDFE2DFE348}"/>
              </a:ext>
            </a:extLst>
          </p:cNvPr>
          <p:cNvSpPr>
            <a:spLocks noGrp="1"/>
          </p:cNvSpPr>
          <p:nvPr>
            <p:ph type="title"/>
          </p:nvPr>
        </p:nvSpPr>
        <p:spPr>
          <a:xfrm>
            <a:off x="403052" y="2697480"/>
            <a:ext cx="4182718" cy="2492990"/>
          </a:xfrm>
        </p:spPr>
        <p:txBody>
          <a:bodyPr wrap="square" anchor="b" anchorCtr="0">
            <a:spAutoFit/>
          </a:bodyPr>
          <a:lstStyle>
            <a:lvl1pPr>
              <a:defRPr sz="6000" b="0">
                <a:solidFill>
                  <a:schemeClr val="tx1"/>
                </a:solidFill>
              </a:defRPr>
            </a:lvl1pPr>
          </a:lstStyle>
          <a:p>
            <a:r>
              <a:rPr lang="en-GB"/>
              <a:t>Click to edit Master title style</a:t>
            </a:r>
            <a:endParaRPr lang="en-US"/>
          </a:p>
        </p:txBody>
      </p:sp>
      <p:sp>
        <p:nvSpPr>
          <p:cNvPr id="3" name="Footer Placeholder 4">
            <a:extLst>
              <a:ext uri="{FF2B5EF4-FFF2-40B4-BE49-F238E27FC236}">
                <a16:creationId xmlns:a16="http://schemas.microsoft.com/office/drawing/2014/main" id="{0EEDD237-2AD5-3154-E113-01E98DC0986B}"/>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PwC Risk Management</a:t>
            </a:r>
          </a:p>
        </p:txBody>
      </p:sp>
      <p:sp>
        <p:nvSpPr>
          <p:cNvPr id="8" name="Slide Number Placeholder 13">
            <a:extLst>
              <a:ext uri="{FF2B5EF4-FFF2-40B4-BE49-F238E27FC236}">
                <a16:creationId xmlns:a16="http://schemas.microsoft.com/office/drawing/2014/main" id="{C3079065-EEA7-BD3F-374F-2BD4FA174130}"/>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
        <p:nvSpPr>
          <p:cNvPr id="13" name="Text Placeholder 8">
            <a:extLst>
              <a:ext uri="{FF2B5EF4-FFF2-40B4-BE49-F238E27FC236}">
                <a16:creationId xmlns:a16="http://schemas.microsoft.com/office/drawing/2014/main" id="{D9EB10B1-191A-630B-CAE5-F7CB250CA41E}"/>
              </a:ext>
            </a:extLst>
          </p:cNvPr>
          <p:cNvSpPr>
            <a:spLocks noGrp="1"/>
          </p:cNvSpPr>
          <p:nvPr>
            <p:ph type="body" sz="quarter" idx="12"/>
          </p:nvPr>
        </p:nvSpPr>
        <p:spPr>
          <a:xfrm>
            <a:off x="3286306" y="922518"/>
            <a:ext cx="4093635" cy="2589534"/>
          </a:xfrm>
          <a:prstGeom prst="rect">
            <a:avLst/>
          </a:prstGeom>
        </p:spPr>
        <p:txBody>
          <a:bodyPr lIns="91440"/>
          <a:lstStyle>
            <a:lvl1pPr marL="292608" indent="-573088">
              <a:lnSpc>
                <a:spcPct val="100000"/>
              </a:lnSpc>
              <a:spcBef>
                <a:spcPts val="700"/>
              </a:spcBef>
              <a:spcAft>
                <a:spcPts val="700"/>
              </a:spcAft>
              <a:tabLst/>
              <a:defRPr sz="1800" b="0">
                <a:latin typeface="+mj-lt"/>
              </a:defRPr>
            </a:lvl1pPr>
            <a:lvl2pPr marL="690563" indent="-573088">
              <a:lnSpc>
                <a:spcPct val="100000"/>
              </a:lnSpc>
              <a:spcBef>
                <a:spcPts val="0"/>
              </a:spcBef>
              <a:spcAft>
                <a:spcPts val="0"/>
              </a:spcAft>
              <a:tabLst/>
              <a:defRPr sz="2800"/>
            </a:lvl2pPr>
          </a:lstStyle>
          <a:p>
            <a:pPr lvl="0"/>
            <a:r>
              <a:rPr lang="en-GB"/>
              <a:t>Click to edit Master text styles</a:t>
            </a:r>
          </a:p>
        </p:txBody>
      </p:sp>
      <p:sp>
        <p:nvSpPr>
          <p:cNvPr id="16" name="Text Placeholder 8">
            <a:extLst>
              <a:ext uri="{FF2B5EF4-FFF2-40B4-BE49-F238E27FC236}">
                <a16:creationId xmlns:a16="http://schemas.microsoft.com/office/drawing/2014/main" id="{FB735FB7-5411-F2F1-D974-F773B1B8360F}"/>
              </a:ext>
            </a:extLst>
          </p:cNvPr>
          <p:cNvSpPr>
            <a:spLocks noGrp="1"/>
          </p:cNvSpPr>
          <p:nvPr>
            <p:ph type="body" sz="quarter" idx="13"/>
          </p:nvPr>
        </p:nvSpPr>
        <p:spPr>
          <a:xfrm>
            <a:off x="7708392" y="922518"/>
            <a:ext cx="4093635" cy="2589534"/>
          </a:xfrm>
          <a:prstGeom prst="rect">
            <a:avLst/>
          </a:prstGeom>
        </p:spPr>
        <p:txBody>
          <a:bodyPr lIns="91440"/>
          <a:lstStyle>
            <a:lvl1pPr marL="393192" indent="-676656">
              <a:lnSpc>
                <a:spcPct val="100000"/>
              </a:lnSpc>
              <a:spcBef>
                <a:spcPts val="700"/>
              </a:spcBef>
              <a:spcAft>
                <a:spcPts val="700"/>
              </a:spcAft>
              <a:tabLst>
                <a:tab pos="225425" algn="r"/>
              </a:tabLst>
              <a:defRPr sz="1800" b="0">
                <a:latin typeface="+mj-lt"/>
              </a:defRPr>
            </a:lvl1pPr>
            <a:lvl2pPr marL="690563" indent="-573088">
              <a:lnSpc>
                <a:spcPct val="100000"/>
              </a:lnSpc>
              <a:spcBef>
                <a:spcPts val="0"/>
              </a:spcBef>
              <a:spcAft>
                <a:spcPts val="0"/>
              </a:spcAft>
              <a:tabLst/>
              <a:defRPr sz="2800"/>
            </a:lvl2pPr>
          </a:lstStyle>
          <a:p>
            <a:pPr lvl="0"/>
            <a:r>
              <a:rPr lang="en-GB"/>
              <a:t>Click to edit Master text styles</a:t>
            </a:r>
          </a:p>
        </p:txBody>
      </p:sp>
    </p:spTree>
    <p:extLst>
      <p:ext uri="{BB962C8B-B14F-4D97-AF65-F5344CB8AC3E}">
        <p14:creationId xmlns:p14="http://schemas.microsoft.com/office/powerpoint/2010/main" val="2785854944"/>
      </p:ext>
    </p:extLst>
  </p:cSld>
  <p:clrMapOvr>
    <a:masterClrMapping/>
  </p:clrMapOvr>
  <p:extLst>
    <p:ext uri="{DCECCB84-F9BA-43D5-87BE-67443E8EF086}">
      <p15:sldGuideLst xmlns:p15="http://schemas.microsoft.com/office/powerpoint/2012/main"/>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One Content">
    <p:spTree>
      <p:nvGrpSpPr>
        <p:cNvPr id="1" name=""/>
        <p:cNvGrpSpPr/>
        <p:nvPr/>
      </p:nvGrpSpPr>
      <p:grpSpPr>
        <a:xfrm>
          <a:off x="0" y="0"/>
          <a:ext cx="0" cy="0"/>
          <a:chOff x="0" y="0"/>
          <a:chExt cx="0" cy="0"/>
        </a:xfrm>
      </p:grpSpPr>
      <p:sp>
        <p:nvSpPr>
          <p:cNvPr id="3" name="Footer Placeholder 4">
            <a:extLst>
              <a:ext uri="{FF2B5EF4-FFF2-40B4-BE49-F238E27FC236}">
                <a16:creationId xmlns:a16="http://schemas.microsoft.com/office/drawing/2014/main" id="{4C6EFB28-C390-D7A6-7D24-D312EAB54677}"/>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PwC Risk Management</a:t>
            </a:r>
          </a:p>
        </p:txBody>
      </p:sp>
      <p:sp>
        <p:nvSpPr>
          <p:cNvPr id="6" name="Slide Number Placeholder 13">
            <a:extLst>
              <a:ext uri="{FF2B5EF4-FFF2-40B4-BE49-F238E27FC236}">
                <a16:creationId xmlns:a16="http://schemas.microsoft.com/office/drawing/2014/main" id="{B0DF1CAE-AD0F-3704-E516-EFF052A2880B}"/>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
        <p:nvSpPr>
          <p:cNvPr id="5" name="Content Placeholder 4">
            <a:extLst>
              <a:ext uri="{FF2B5EF4-FFF2-40B4-BE49-F238E27FC236}">
                <a16:creationId xmlns:a16="http://schemas.microsoft.com/office/drawing/2014/main" id="{2DAB21AD-223E-D641-59AC-31DEC3894ABD}"/>
              </a:ext>
            </a:extLst>
          </p:cNvPr>
          <p:cNvSpPr>
            <a:spLocks noGrp="1"/>
          </p:cNvSpPr>
          <p:nvPr>
            <p:ph sz="quarter" idx="10"/>
          </p:nvPr>
        </p:nvSpPr>
        <p:spPr>
          <a:xfrm>
            <a:off x="401638" y="1948448"/>
            <a:ext cx="5635625" cy="4101516"/>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2" name="Title 1">
            <a:extLst>
              <a:ext uri="{FF2B5EF4-FFF2-40B4-BE49-F238E27FC236}">
                <a16:creationId xmlns:a16="http://schemas.microsoft.com/office/drawing/2014/main" id="{3F3CAB3A-9984-16DC-456B-3777BE3A066D}"/>
              </a:ext>
            </a:extLst>
          </p:cNvPr>
          <p:cNvSpPr>
            <a:spLocks noGrp="1"/>
          </p:cNvSpPr>
          <p:nvPr>
            <p:ph type="title"/>
          </p:nvPr>
        </p:nvSpPr>
        <p:spPr/>
        <p:txBody>
          <a:bodyPr/>
          <a:lstStyle/>
          <a:p>
            <a:r>
              <a:rPr lang="en-GB"/>
              <a:t>Click to edit Master title style</a:t>
            </a:r>
          </a:p>
        </p:txBody>
      </p:sp>
    </p:spTree>
    <p:extLst>
      <p:ext uri="{BB962C8B-B14F-4D97-AF65-F5344CB8AC3E}">
        <p14:creationId xmlns:p14="http://schemas.microsoft.com/office/powerpoint/2010/main" val="1040268623"/>
      </p:ext>
    </p:extLst>
  </p:cSld>
  <p:clrMapOvr>
    <a:masterClrMapping/>
  </p:clrMapOvr>
  <p:extLst>
    <p:ext uri="{DCECCB84-F9BA-43D5-87BE-67443E8EF086}">
      <p15:sldGuideLst xmlns:p15="http://schemas.microsoft.com/office/powerpoint/2012/main"/>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1_One Content-sub header">
    <p:spTree>
      <p:nvGrpSpPr>
        <p:cNvPr id="1" name=""/>
        <p:cNvGrpSpPr/>
        <p:nvPr/>
      </p:nvGrpSpPr>
      <p:grpSpPr>
        <a:xfrm>
          <a:off x="0" y="0"/>
          <a:ext cx="0" cy="0"/>
          <a:chOff x="0" y="0"/>
          <a:chExt cx="0" cy="0"/>
        </a:xfrm>
      </p:grpSpPr>
      <p:sp>
        <p:nvSpPr>
          <p:cNvPr id="3" name="Footer Placeholder 4">
            <a:extLst>
              <a:ext uri="{FF2B5EF4-FFF2-40B4-BE49-F238E27FC236}">
                <a16:creationId xmlns:a16="http://schemas.microsoft.com/office/drawing/2014/main" id="{4C6EFB28-C390-D7A6-7D24-D312EAB54677}"/>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PwC Risk Management</a:t>
            </a:r>
          </a:p>
        </p:txBody>
      </p:sp>
      <p:sp>
        <p:nvSpPr>
          <p:cNvPr id="6" name="Slide Number Placeholder 13">
            <a:extLst>
              <a:ext uri="{FF2B5EF4-FFF2-40B4-BE49-F238E27FC236}">
                <a16:creationId xmlns:a16="http://schemas.microsoft.com/office/drawing/2014/main" id="{B0DF1CAE-AD0F-3704-E516-EFF052A2880B}"/>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
        <p:nvSpPr>
          <p:cNvPr id="5" name="Content Placeholder 4">
            <a:extLst>
              <a:ext uri="{FF2B5EF4-FFF2-40B4-BE49-F238E27FC236}">
                <a16:creationId xmlns:a16="http://schemas.microsoft.com/office/drawing/2014/main" id="{2DAB21AD-223E-D641-59AC-31DEC3894ABD}"/>
              </a:ext>
            </a:extLst>
          </p:cNvPr>
          <p:cNvSpPr>
            <a:spLocks noGrp="1"/>
          </p:cNvSpPr>
          <p:nvPr>
            <p:ph sz="quarter" idx="10"/>
          </p:nvPr>
        </p:nvSpPr>
        <p:spPr>
          <a:xfrm>
            <a:off x="401638" y="1948448"/>
            <a:ext cx="5635625" cy="4101516"/>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2" name="Content Placeholder 3">
            <a:extLst>
              <a:ext uri="{FF2B5EF4-FFF2-40B4-BE49-F238E27FC236}">
                <a16:creationId xmlns:a16="http://schemas.microsoft.com/office/drawing/2014/main" id="{9C430B05-F88C-9D25-119A-7671C7967E3D}"/>
              </a:ext>
            </a:extLst>
          </p:cNvPr>
          <p:cNvSpPr>
            <a:spLocks noGrp="1"/>
          </p:cNvSpPr>
          <p:nvPr>
            <p:ph sz="quarter" idx="11"/>
          </p:nvPr>
        </p:nvSpPr>
        <p:spPr>
          <a:xfrm>
            <a:off x="404489" y="920102"/>
            <a:ext cx="11401425" cy="508648"/>
          </a:xfrm>
        </p:spPr>
        <p:txBody>
          <a:bodyPr/>
          <a:lstStyle>
            <a:lvl1pPr>
              <a:spcBef>
                <a:spcPts val="0"/>
              </a:spcBef>
              <a:spcAft>
                <a:spcPts val="0"/>
              </a:spcAft>
              <a:defRPr b="0">
                <a:latin typeface="+mj-lt"/>
              </a:defRPr>
            </a:lvl1pPr>
          </a:lstStyle>
          <a:p>
            <a:pPr lvl="0"/>
            <a:r>
              <a:rPr lang="en-GB"/>
              <a:t>Click to edit Master text styles</a:t>
            </a:r>
          </a:p>
        </p:txBody>
      </p:sp>
      <p:sp>
        <p:nvSpPr>
          <p:cNvPr id="4" name="Title 3">
            <a:extLst>
              <a:ext uri="{FF2B5EF4-FFF2-40B4-BE49-F238E27FC236}">
                <a16:creationId xmlns:a16="http://schemas.microsoft.com/office/drawing/2014/main" id="{C4856D21-042D-B75B-6DE7-C5281B89F44C}"/>
              </a:ext>
            </a:extLst>
          </p:cNvPr>
          <p:cNvSpPr>
            <a:spLocks noGrp="1"/>
          </p:cNvSpPr>
          <p:nvPr>
            <p:ph type="title"/>
          </p:nvPr>
        </p:nvSpPr>
        <p:spPr/>
        <p:txBody>
          <a:bodyPr/>
          <a:lstStyle/>
          <a:p>
            <a:r>
              <a:rPr lang="en-GB"/>
              <a:t>Click to edit Master title style</a:t>
            </a:r>
          </a:p>
        </p:txBody>
      </p:sp>
    </p:spTree>
    <p:extLst>
      <p:ext uri="{BB962C8B-B14F-4D97-AF65-F5344CB8AC3E}">
        <p14:creationId xmlns:p14="http://schemas.microsoft.com/office/powerpoint/2010/main" val="2216633760"/>
      </p:ext>
    </p:extLst>
  </p:cSld>
  <p:clrMapOvr>
    <a:masterClrMapping/>
  </p:clrMapOvr>
  <p:extLst>
    <p:ext uri="{DCECCB84-F9BA-43D5-87BE-67443E8EF086}">
      <p15:sldGuideLst xmlns:p15="http://schemas.microsoft.com/office/powerpoint/2012/main"/>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Footer Placeholder 4">
            <a:extLst>
              <a:ext uri="{FF2B5EF4-FFF2-40B4-BE49-F238E27FC236}">
                <a16:creationId xmlns:a16="http://schemas.microsoft.com/office/drawing/2014/main" id="{FB51044C-932D-8FC3-B3AB-1F32819D3877}"/>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PwC Risk Management</a:t>
            </a:r>
          </a:p>
        </p:txBody>
      </p:sp>
      <p:sp>
        <p:nvSpPr>
          <p:cNvPr id="5" name="Slide Number Placeholder 13">
            <a:extLst>
              <a:ext uri="{FF2B5EF4-FFF2-40B4-BE49-F238E27FC236}">
                <a16:creationId xmlns:a16="http://schemas.microsoft.com/office/drawing/2014/main" id="{A24DD9E3-0BCC-FF96-2B5A-1C600C721A91}"/>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
        <p:nvSpPr>
          <p:cNvPr id="4" name="Content Placeholder 3">
            <a:extLst>
              <a:ext uri="{FF2B5EF4-FFF2-40B4-BE49-F238E27FC236}">
                <a16:creationId xmlns:a16="http://schemas.microsoft.com/office/drawing/2014/main" id="{65D9B8E6-5B56-A80D-E477-0E5D503519C1}"/>
              </a:ext>
            </a:extLst>
          </p:cNvPr>
          <p:cNvSpPr>
            <a:spLocks noGrp="1"/>
          </p:cNvSpPr>
          <p:nvPr>
            <p:ph sz="quarter" idx="11"/>
          </p:nvPr>
        </p:nvSpPr>
        <p:spPr>
          <a:xfrm>
            <a:off x="401638" y="1948447"/>
            <a:ext cx="4678362" cy="3992563"/>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7" name="Content Placeholder 6">
            <a:extLst>
              <a:ext uri="{FF2B5EF4-FFF2-40B4-BE49-F238E27FC236}">
                <a16:creationId xmlns:a16="http://schemas.microsoft.com/office/drawing/2014/main" id="{D7BA4AF4-492C-CC88-5621-8FABFC984025}"/>
              </a:ext>
            </a:extLst>
          </p:cNvPr>
          <p:cNvSpPr>
            <a:spLocks noGrp="1"/>
          </p:cNvSpPr>
          <p:nvPr>
            <p:ph sz="quarter" idx="12"/>
          </p:nvPr>
        </p:nvSpPr>
        <p:spPr>
          <a:xfrm>
            <a:off x="6163261" y="1951622"/>
            <a:ext cx="4678362" cy="3992563"/>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8" name="Title 7">
            <a:extLst>
              <a:ext uri="{FF2B5EF4-FFF2-40B4-BE49-F238E27FC236}">
                <a16:creationId xmlns:a16="http://schemas.microsoft.com/office/drawing/2014/main" id="{9DCE02AD-F797-FE56-9C7A-E64F0679BD63}"/>
              </a:ext>
            </a:extLst>
          </p:cNvPr>
          <p:cNvSpPr>
            <a:spLocks noGrp="1"/>
          </p:cNvSpPr>
          <p:nvPr>
            <p:ph type="title"/>
          </p:nvPr>
        </p:nvSpPr>
        <p:spPr/>
        <p:txBody>
          <a:bodyPr/>
          <a:lstStyle/>
          <a:p>
            <a:r>
              <a:rPr lang="en-GB"/>
              <a:t>Click to edit Master title style</a:t>
            </a:r>
          </a:p>
        </p:txBody>
      </p:sp>
    </p:spTree>
    <p:extLst>
      <p:ext uri="{BB962C8B-B14F-4D97-AF65-F5344CB8AC3E}">
        <p14:creationId xmlns:p14="http://schemas.microsoft.com/office/powerpoint/2010/main" val="3100542946"/>
      </p:ext>
    </p:extLst>
  </p:cSld>
  <p:clrMapOvr>
    <a:masterClrMapping/>
  </p:clrMapOvr>
  <p:extLst>
    <p:ext uri="{DCECCB84-F9BA-43D5-87BE-67443E8EF086}">
      <p15:sldGuideLst xmlns:p15="http://schemas.microsoft.com/office/powerpoint/2012/main"/>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_Two Content-sub header">
    <p:spTree>
      <p:nvGrpSpPr>
        <p:cNvPr id="1" name=""/>
        <p:cNvGrpSpPr/>
        <p:nvPr/>
      </p:nvGrpSpPr>
      <p:grpSpPr>
        <a:xfrm>
          <a:off x="0" y="0"/>
          <a:ext cx="0" cy="0"/>
          <a:chOff x="0" y="0"/>
          <a:chExt cx="0" cy="0"/>
        </a:xfrm>
      </p:grpSpPr>
      <p:sp>
        <p:nvSpPr>
          <p:cNvPr id="3" name="Footer Placeholder 4">
            <a:extLst>
              <a:ext uri="{FF2B5EF4-FFF2-40B4-BE49-F238E27FC236}">
                <a16:creationId xmlns:a16="http://schemas.microsoft.com/office/drawing/2014/main" id="{FB51044C-932D-8FC3-B3AB-1F32819D3877}"/>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PwC Risk Management</a:t>
            </a:r>
          </a:p>
        </p:txBody>
      </p:sp>
      <p:sp>
        <p:nvSpPr>
          <p:cNvPr id="5" name="Slide Number Placeholder 13">
            <a:extLst>
              <a:ext uri="{FF2B5EF4-FFF2-40B4-BE49-F238E27FC236}">
                <a16:creationId xmlns:a16="http://schemas.microsoft.com/office/drawing/2014/main" id="{A24DD9E3-0BCC-FF96-2B5A-1C600C721A91}"/>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
        <p:nvSpPr>
          <p:cNvPr id="4" name="Content Placeholder 3">
            <a:extLst>
              <a:ext uri="{FF2B5EF4-FFF2-40B4-BE49-F238E27FC236}">
                <a16:creationId xmlns:a16="http://schemas.microsoft.com/office/drawing/2014/main" id="{65D9B8E6-5B56-A80D-E477-0E5D503519C1}"/>
              </a:ext>
            </a:extLst>
          </p:cNvPr>
          <p:cNvSpPr>
            <a:spLocks noGrp="1"/>
          </p:cNvSpPr>
          <p:nvPr>
            <p:ph sz="quarter" idx="11"/>
          </p:nvPr>
        </p:nvSpPr>
        <p:spPr>
          <a:xfrm>
            <a:off x="401638" y="1948447"/>
            <a:ext cx="4678362" cy="3992563"/>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7" name="Content Placeholder 6">
            <a:extLst>
              <a:ext uri="{FF2B5EF4-FFF2-40B4-BE49-F238E27FC236}">
                <a16:creationId xmlns:a16="http://schemas.microsoft.com/office/drawing/2014/main" id="{D7BA4AF4-492C-CC88-5621-8FABFC984025}"/>
              </a:ext>
            </a:extLst>
          </p:cNvPr>
          <p:cNvSpPr>
            <a:spLocks noGrp="1"/>
          </p:cNvSpPr>
          <p:nvPr>
            <p:ph sz="quarter" idx="12"/>
          </p:nvPr>
        </p:nvSpPr>
        <p:spPr>
          <a:xfrm>
            <a:off x="6163261" y="1948447"/>
            <a:ext cx="4678362" cy="3992563"/>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2" name="Content Placeholder 3">
            <a:extLst>
              <a:ext uri="{FF2B5EF4-FFF2-40B4-BE49-F238E27FC236}">
                <a16:creationId xmlns:a16="http://schemas.microsoft.com/office/drawing/2014/main" id="{F19614C0-4A4E-93BD-312A-0F3E8998D35F}"/>
              </a:ext>
            </a:extLst>
          </p:cNvPr>
          <p:cNvSpPr>
            <a:spLocks noGrp="1"/>
          </p:cNvSpPr>
          <p:nvPr>
            <p:ph sz="quarter" idx="13"/>
          </p:nvPr>
        </p:nvSpPr>
        <p:spPr>
          <a:xfrm>
            <a:off x="404489" y="920102"/>
            <a:ext cx="11401425" cy="508648"/>
          </a:xfrm>
        </p:spPr>
        <p:txBody>
          <a:bodyPr/>
          <a:lstStyle>
            <a:lvl1pPr>
              <a:spcBef>
                <a:spcPts val="0"/>
              </a:spcBef>
              <a:spcAft>
                <a:spcPts val="0"/>
              </a:spcAft>
              <a:defRPr b="0">
                <a:latin typeface="+mj-lt"/>
              </a:defRPr>
            </a:lvl1pPr>
          </a:lstStyle>
          <a:p>
            <a:pPr lvl="0"/>
            <a:r>
              <a:rPr lang="en-GB"/>
              <a:t>Click to edit Master text styles</a:t>
            </a:r>
          </a:p>
        </p:txBody>
      </p:sp>
      <p:sp>
        <p:nvSpPr>
          <p:cNvPr id="6" name="Title 5">
            <a:extLst>
              <a:ext uri="{FF2B5EF4-FFF2-40B4-BE49-F238E27FC236}">
                <a16:creationId xmlns:a16="http://schemas.microsoft.com/office/drawing/2014/main" id="{DA60901A-5A1F-6AAC-01DE-06C302B6C1CB}"/>
              </a:ext>
            </a:extLst>
          </p:cNvPr>
          <p:cNvSpPr>
            <a:spLocks noGrp="1"/>
          </p:cNvSpPr>
          <p:nvPr>
            <p:ph type="title"/>
          </p:nvPr>
        </p:nvSpPr>
        <p:spPr/>
        <p:txBody>
          <a:bodyPr/>
          <a:lstStyle/>
          <a:p>
            <a:r>
              <a:rPr lang="en-GB"/>
              <a:t>Click to edit Master title style</a:t>
            </a:r>
          </a:p>
        </p:txBody>
      </p:sp>
    </p:spTree>
    <p:extLst>
      <p:ext uri="{BB962C8B-B14F-4D97-AF65-F5344CB8AC3E}">
        <p14:creationId xmlns:p14="http://schemas.microsoft.com/office/powerpoint/2010/main" val="2545081439"/>
      </p:ext>
    </p:extLst>
  </p:cSld>
  <p:clrMapOvr>
    <a:masterClrMapping/>
  </p:clrMapOvr>
  <p:extLst>
    <p:ext uri="{DCECCB84-F9BA-43D5-87BE-67443E8EF086}">
      <p15:sldGuideLst xmlns:p15="http://schemas.microsoft.com/office/powerpoint/2012/main"/>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wo Content with Image">
    <p:spTree>
      <p:nvGrpSpPr>
        <p:cNvPr id="1" name=""/>
        <p:cNvGrpSpPr/>
        <p:nvPr/>
      </p:nvGrpSpPr>
      <p:grpSpPr>
        <a:xfrm>
          <a:off x="0" y="0"/>
          <a:ext cx="0" cy="0"/>
          <a:chOff x="0" y="0"/>
          <a:chExt cx="0" cy="0"/>
        </a:xfrm>
      </p:grpSpPr>
      <p:sp>
        <p:nvSpPr>
          <p:cNvPr id="11" name="Title Placeholder 1">
            <a:extLst>
              <a:ext uri="{FF2B5EF4-FFF2-40B4-BE49-F238E27FC236}">
                <a16:creationId xmlns:a16="http://schemas.microsoft.com/office/drawing/2014/main" id="{0161467A-7063-86D7-24E8-072DC8FE58E7}"/>
              </a:ext>
            </a:extLst>
          </p:cNvPr>
          <p:cNvSpPr>
            <a:spLocks noGrp="1"/>
          </p:cNvSpPr>
          <p:nvPr>
            <p:ph type="title"/>
          </p:nvPr>
        </p:nvSpPr>
        <p:spPr>
          <a:xfrm>
            <a:off x="407554" y="3492184"/>
            <a:ext cx="3831071" cy="2454594"/>
          </a:xfrm>
          <a:prstGeom prst="rect">
            <a:avLst/>
          </a:prstGeom>
        </p:spPr>
        <p:txBody>
          <a:bodyPr vert="horz" lIns="0" tIns="0" rIns="0" bIns="0" rtlCol="0" anchor="t" anchorCtr="0">
            <a:noAutofit/>
          </a:bodyPr>
          <a:lstStyle/>
          <a:p>
            <a:r>
              <a:rPr lang="en-GB"/>
              <a:t>Click to edit Master title style</a:t>
            </a:r>
            <a:endParaRPr lang="en-US"/>
          </a:p>
        </p:txBody>
      </p:sp>
      <p:sp>
        <p:nvSpPr>
          <p:cNvPr id="6" name="Picture Placeholder 14">
            <a:extLst>
              <a:ext uri="{FF2B5EF4-FFF2-40B4-BE49-F238E27FC236}">
                <a16:creationId xmlns:a16="http://schemas.microsoft.com/office/drawing/2014/main" id="{CA843832-4448-8151-AB96-D139EF4338B9}"/>
              </a:ext>
              <a:ext uri="{C183D7F6-B498-43B3-948B-1728B52AA6E4}">
                <adec:decorative xmlns:adec="http://schemas.microsoft.com/office/drawing/2017/decorative" val="1"/>
              </a:ext>
            </a:extLst>
          </p:cNvPr>
          <p:cNvSpPr>
            <a:spLocks noGrp="1"/>
          </p:cNvSpPr>
          <p:nvPr>
            <p:ph type="pic" sz="quarter" idx="11"/>
          </p:nvPr>
        </p:nvSpPr>
        <p:spPr>
          <a:xfrm>
            <a:off x="5201444" y="402432"/>
            <a:ext cx="3650937" cy="4510882"/>
          </a:xfrm>
          <a:prstGeom prst="rect">
            <a:avLst/>
          </a:prstGeom>
          <a:solidFill>
            <a:schemeClr val="bg2"/>
          </a:solidFill>
        </p:spPr>
        <p:txBody>
          <a:bodyPr tIns="1554480"/>
          <a:lstStyle>
            <a:lvl1pPr algn="ctr">
              <a:defRPr/>
            </a:lvl1pPr>
          </a:lstStyle>
          <a:p>
            <a:r>
              <a:rPr lang="en-GB"/>
              <a:t>Click icon to add picture</a:t>
            </a:r>
            <a:endParaRPr lang="en-US"/>
          </a:p>
        </p:txBody>
      </p:sp>
      <p:sp>
        <p:nvSpPr>
          <p:cNvPr id="3" name="Footer Placeholder 4">
            <a:extLst>
              <a:ext uri="{FF2B5EF4-FFF2-40B4-BE49-F238E27FC236}">
                <a16:creationId xmlns:a16="http://schemas.microsoft.com/office/drawing/2014/main" id="{DF56AB70-B001-F407-DDA0-8274B08150B7}"/>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PwC Risk Management</a:t>
            </a:r>
          </a:p>
        </p:txBody>
      </p:sp>
      <p:sp>
        <p:nvSpPr>
          <p:cNvPr id="7" name="Slide Number Placeholder 13">
            <a:extLst>
              <a:ext uri="{FF2B5EF4-FFF2-40B4-BE49-F238E27FC236}">
                <a16:creationId xmlns:a16="http://schemas.microsoft.com/office/drawing/2014/main" id="{BB0E27A5-BC84-EBC4-82C5-E8CF838E4353}"/>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
        <p:nvSpPr>
          <p:cNvPr id="4" name="Content Placeholder 3">
            <a:extLst>
              <a:ext uri="{FF2B5EF4-FFF2-40B4-BE49-F238E27FC236}">
                <a16:creationId xmlns:a16="http://schemas.microsoft.com/office/drawing/2014/main" id="{A5ABCE70-1ED4-1EEB-6B0E-0B292C607CBB}"/>
              </a:ext>
            </a:extLst>
          </p:cNvPr>
          <p:cNvSpPr>
            <a:spLocks noGrp="1"/>
          </p:cNvSpPr>
          <p:nvPr>
            <p:ph sz="quarter" idx="12"/>
          </p:nvPr>
        </p:nvSpPr>
        <p:spPr>
          <a:xfrm>
            <a:off x="9037638" y="403225"/>
            <a:ext cx="2763837" cy="2454275"/>
          </a:xfrm>
        </p:spPr>
        <p:txBody>
          <a:bodyPr/>
          <a:lstStyle/>
          <a:p>
            <a:pPr lvl="0"/>
            <a:r>
              <a:rPr lang="en-GB"/>
              <a:t>Click to edit Master text styles</a:t>
            </a:r>
          </a:p>
          <a:p>
            <a:pPr lvl="1"/>
            <a:r>
              <a:rPr lang="en-GB"/>
              <a:t>Second level</a:t>
            </a:r>
          </a:p>
        </p:txBody>
      </p:sp>
    </p:spTree>
    <p:extLst>
      <p:ext uri="{BB962C8B-B14F-4D97-AF65-F5344CB8AC3E}">
        <p14:creationId xmlns:p14="http://schemas.microsoft.com/office/powerpoint/2010/main" val="2271105435"/>
      </p:ext>
    </p:extLst>
  </p:cSld>
  <p:clrMapOvr>
    <a:masterClrMapping/>
  </p:clrMapOvr>
  <p:extLst>
    <p:ext uri="{DCECCB84-F9BA-43D5-87BE-67443E8EF086}">
      <p15:sldGuideLst xmlns:p15="http://schemas.microsoft.com/office/powerpoint/2012/main"/>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wo Content with Two Images">
    <p:spTree>
      <p:nvGrpSpPr>
        <p:cNvPr id="1" name=""/>
        <p:cNvGrpSpPr/>
        <p:nvPr/>
      </p:nvGrpSpPr>
      <p:grpSpPr>
        <a:xfrm>
          <a:off x="0" y="0"/>
          <a:ext cx="0" cy="0"/>
          <a:chOff x="0" y="0"/>
          <a:chExt cx="0" cy="0"/>
        </a:xfrm>
      </p:grpSpPr>
      <p:sp>
        <p:nvSpPr>
          <p:cNvPr id="11" name="Title Placeholder 1">
            <a:extLst>
              <a:ext uri="{FF2B5EF4-FFF2-40B4-BE49-F238E27FC236}">
                <a16:creationId xmlns:a16="http://schemas.microsoft.com/office/drawing/2014/main" id="{0161467A-7063-86D7-24E8-072DC8FE58E7}"/>
              </a:ext>
            </a:extLst>
          </p:cNvPr>
          <p:cNvSpPr>
            <a:spLocks noGrp="1"/>
          </p:cNvSpPr>
          <p:nvPr>
            <p:ph type="title"/>
          </p:nvPr>
        </p:nvSpPr>
        <p:spPr>
          <a:xfrm>
            <a:off x="404378" y="404104"/>
            <a:ext cx="3836015" cy="5531559"/>
          </a:xfrm>
          <a:prstGeom prst="rect">
            <a:avLst/>
          </a:prstGeom>
        </p:spPr>
        <p:txBody>
          <a:bodyPr vert="horz" lIns="0" tIns="0" rIns="0" bIns="0" rtlCol="0" anchor="t" anchorCtr="0">
            <a:noAutofit/>
          </a:bodyPr>
          <a:lstStyle/>
          <a:p>
            <a:r>
              <a:rPr lang="en-GB"/>
              <a:t>Click to edit Master title style</a:t>
            </a:r>
            <a:endParaRPr lang="en-US"/>
          </a:p>
        </p:txBody>
      </p:sp>
      <p:sp>
        <p:nvSpPr>
          <p:cNvPr id="6" name="Picture Placeholder 14">
            <a:extLst>
              <a:ext uri="{FF2B5EF4-FFF2-40B4-BE49-F238E27FC236}">
                <a16:creationId xmlns:a16="http://schemas.microsoft.com/office/drawing/2014/main" id="{CA843832-4448-8151-AB96-D139EF4338B9}"/>
              </a:ext>
              <a:ext uri="{C183D7F6-B498-43B3-948B-1728B52AA6E4}">
                <adec:decorative xmlns:adec="http://schemas.microsoft.com/office/drawing/2017/decorative" val="1"/>
              </a:ext>
            </a:extLst>
          </p:cNvPr>
          <p:cNvSpPr>
            <a:spLocks noGrp="1"/>
          </p:cNvSpPr>
          <p:nvPr>
            <p:ph type="pic" sz="quarter" idx="11"/>
          </p:nvPr>
        </p:nvSpPr>
        <p:spPr>
          <a:xfrm>
            <a:off x="5201444" y="402432"/>
            <a:ext cx="3649948" cy="2455068"/>
          </a:xfrm>
          <a:prstGeom prst="rect">
            <a:avLst/>
          </a:prstGeom>
          <a:solidFill>
            <a:schemeClr val="bg2"/>
          </a:solidFill>
        </p:spPr>
        <p:txBody>
          <a:bodyPr tIns="731520"/>
          <a:lstStyle>
            <a:lvl1pPr algn="ctr">
              <a:defRPr/>
            </a:lvl1pPr>
          </a:lstStyle>
          <a:p>
            <a:r>
              <a:rPr lang="en-GB"/>
              <a:t>Click icon to add picture</a:t>
            </a:r>
            <a:endParaRPr lang="en-US"/>
          </a:p>
        </p:txBody>
      </p:sp>
      <p:sp>
        <p:nvSpPr>
          <p:cNvPr id="7" name="Picture Placeholder 14">
            <a:extLst>
              <a:ext uri="{FF2B5EF4-FFF2-40B4-BE49-F238E27FC236}">
                <a16:creationId xmlns:a16="http://schemas.microsoft.com/office/drawing/2014/main" id="{51EE832E-3DC6-D6FD-08F2-B144435DFC42}"/>
              </a:ext>
              <a:ext uri="{C183D7F6-B498-43B3-948B-1728B52AA6E4}">
                <adec:decorative xmlns:adec="http://schemas.microsoft.com/office/drawing/2017/decorative" val="1"/>
              </a:ext>
            </a:extLst>
          </p:cNvPr>
          <p:cNvSpPr>
            <a:spLocks noGrp="1"/>
          </p:cNvSpPr>
          <p:nvPr>
            <p:ph type="pic" sz="quarter" idx="12"/>
          </p:nvPr>
        </p:nvSpPr>
        <p:spPr>
          <a:xfrm>
            <a:off x="5201444" y="2977040"/>
            <a:ext cx="3649948" cy="2455068"/>
          </a:xfrm>
          <a:prstGeom prst="rect">
            <a:avLst/>
          </a:prstGeom>
          <a:solidFill>
            <a:schemeClr val="bg2"/>
          </a:solidFill>
        </p:spPr>
        <p:txBody>
          <a:bodyPr tIns="731520"/>
          <a:lstStyle>
            <a:lvl1pPr algn="ctr">
              <a:defRPr/>
            </a:lvl1pPr>
          </a:lstStyle>
          <a:p>
            <a:r>
              <a:rPr lang="en-GB"/>
              <a:t>Click icon to add picture</a:t>
            </a:r>
            <a:endParaRPr lang="en-US"/>
          </a:p>
        </p:txBody>
      </p:sp>
      <p:sp>
        <p:nvSpPr>
          <p:cNvPr id="3" name="Footer Placeholder 4">
            <a:extLst>
              <a:ext uri="{FF2B5EF4-FFF2-40B4-BE49-F238E27FC236}">
                <a16:creationId xmlns:a16="http://schemas.microsoft.com/office/drawing/2014/main" id="{60C2534F-0DED-9179-1BA0-BA7BBA63E40C}"/>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PwC Risk Management</a:t>
            </a:r>
          </a:p>
        </p:txBody>
      </p:sp>
      <p:sp>
        <p:nvSpPr>
          <p:cNvPr id="5" name="Slide Number Placeholder 13">
            <a:extLst>
              <a:ext uri="{FF2B5EF4-FFF2-40B4-BE49-F238E27FC236}">
                <a16:creationId xmlns:a16="http://schemas.microsoft.com/office/drawing/2014/main" id="{C21211E5-4A9D-2EA5-349A-BFEBB51D885B}"/>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
        <p:nvSpPr>
          <p:cNvPr id="4" name="Content Placeholder 3">
            <a:extLst>
              <a:ext uri="{FF2B5EF4-FFF2-40B4-BE49-F238E27FC236}">
                <a16:creationId xmlns:a16="http://schemas.microsoft.com/office/drawing/2014/main" id="{F67887DF-914A-80C0-879F-7DA33F821970}"/>
              </a:ext>
            </a:extLst>
          </p:cNvPr>
          <p:cNvSpPr>
            <a:spLocks noGrp="1"/>
          </p:cNvSpPr>
          <p:nvPr>
            <p:ph sz="quarter" idx="13"/>
          </p:nvPr>
        </p:nvSpPr>
        <p:spPr>
          <a:xfrm>
            <a:off x="9042986" y="405397"/>
            <a:ext cx="2759042" cy="2452103"/>
          </a:xfrm>
        </p:spPr>
        <p:txBody>
          <a:bodyPr/>
          <a:lstStyle>
            <a:lvl3pPr marL="0" indent="0">
              <a:buNone/>
              <a:defRPr/>
            </a:lvl3pPr>
          </a:lstStyle>
          <a:p>
            <a:pPr lvl="0"/>
            <a:r>
              <a:rPr lang="en-GB"/>
              <a:t>Click to edit Master text styles</a:t>
            </a:r>
          </a:p>
          <a:p>
            <a:pPr lvl="1"/>
            <a:r>
              <a:rPr lang="en-GB"/>
              <a:t>Second level</a:t>
            </a:r>
          </a:p>
        </p:txBody>
      </p:sp>
      <p:sp>
        <p:nvSpPr>
          <p:cNvPr id="10" name="Content Placeholder 9">
            <a:extLst>
              <a:ext uri="{FF2B5EF4-FFF2-40B4-BE49-F238E27FC236}">
                <a16:creationId xmlns:a16="http://schemas.microsoft.com/office/drawing/2014/main" id="{7032E4FE-E252-0EE9-B1F3-6386AD5AFDCA}"/>
              </a:ext>
            </a:extLst>
          </p:cNvPr>
          <p:cNvSpPr>
            <a:spLocks noGrp="1"/>
          </p:cNvSpPr>
          <p:nvPr>
            <p:ph sz="quarter" idx="14"/>
          </p:nvPr>
        </p:nvSpPr>
        <p:spPr>
          <a:xfrm>
            <a:off x="9042986" y="2981910"/>
            <a:ext cx="2758490" cy="2442578"/>
          </a:xfrm>
        </p:spPr>
        <p:txBody>
          <a:bodyPr/>
          <a:lstStyle/>
          <a:p>
            <a:pPr lvl="0"/>
            <a:r>
              <a:rPr lang="en-GB"/>
              <a:t>Click to edit Master text styles</a:t>
            </a:r>
          </a:p>
          <a:p>
            <a:pPr lvl="1"/>
            <a:r>
              <a:rPr lang="en-GB"/>
              <a:t>Second level</a:t>
            </a:r>
          </a:p>
        </p:txBody>
      </p:sp>
    </p:spTree>
    <p:extLst>
      <p:ext uri="{BB962C8B-B14F-4D97-AF65-F5344CB8AC3E}">
        <p14:creationId xmlns:p14="http://schemas.microsoft.com/office/powerpoint/2010/main" val="1975184843"/>
      </p:ext>
    </p:extLst>
  </p:cSld>
  <p:clrMapOvr>
    <a:masterClrMapping/>
  </p:clrMapOvr>
  <p:extLst>
    <p:ext uri="{DCECCB84-F9BA-43D5-87BE-67443E8EF086}">
      <p15:sldGuideLst xmlns:p15="http://schemas.microsoft.com/office/powerpoint/2012/main"/>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Four Content Four Images Matrix ">
    <p:spTree>
      <p:nvGrpSpPr>
        <p:cNvPr id="1" name=""/>
        <p:cNvGrpSpPr/>
        <p:nvPr/>
      </p:nvGrpSpPr>
      <p:grpSpPr>
        <a:xfrm>
          <a:off x="0" y="0"/>
          <a:ext cx="0" cy="0"/>
          <a:chOff x="0" y="0"/>
          <a:chExt cx="0" cy="0"/>
        </a:xfrm>
      </p:grpSpPr>
      <p:sp>
        <p:nvSpPr>
          <p:cNvPr id="6" name="Picture Placeholder 14">
            <a:extLst>
              <a:ext uri="{FF2B5EF4-FFF2-40B4-BE49-F238E27FC236}">
                <a16:creationId xmlns:a16="http://schemas.microsoft.com/office/drawing/2014/main" id="{CA843832-4448-8151-AB96-D139EF4338B9}"/>
              </a:ext>
              <a:ext uri="{C183D7F6-B498-43B3-948B-1728B52AA6E4}">
                <adec:decorative xmlns:adec="http://schemas.microsoft.com/office/drawing/2017/decorative" val="1"/>
              </a:ext>
            </a:extLst>
          </p:cNvPr>
          <p:cNvSpPr>
            <a:spLocks noGrp="1"/>
          </p:cNvSpPr>
          <p:nvPr>
            <p:ph type="pic" sz="quarter" idx="11"/>
          </p:nvPr>
        </p:nvSpPr>
        <p:spPr>
          <a:xfrm>
            <a:off x="402831" y="1431438"/>
            <a:ext cx="2657075" cy="1938825"/>
          </a:xfrm>
          <a:prstGeom prst="rect">
            <a:avLst/>
          </a:prstGeom>
          <a:solidFill>
            <a:schemeClr val="bg2"/>
          </a:solidFill>
        </p:spPr>
        <p:txBody>
          <a:bodyPr tIns="731520"/>
          <a:lstStyle>
            <a:lvl1pPr algn="ctr">
              <a:defRPr/>
            </a:lvl1pPr>
          </a:lstStyle>
          <a:p>
            <a:r>
              <a:rPr lang="en-GB"/>
              <a:t>Click icon to add picture</a:t>
            </a:r>
            <a:endParaRPr lang="en-US"/>
          </a:p>
        </p:txBody>
      </p:sp>
      <p:sp>
        <p:nvSpPr>
          <p:cNvPr id="7" name="Picture Placeholder 14">
            <a:extLst>
              <a:ext uri="{FF2B5EF4-FFF2-40B4-BE49-F238E27FC236}">
                <a16:creationId xmlns:a16="http://schemas.microsoft.com/office/drawing/2014/main" id="{51EE832E-3DC6-D6FD-08F2-B144435DFC42}"/>
              </a:ext>
              <a:ext uri="{C183D7F6-B498-43B3-948B-1728B52AA6E4}">
                <adec:decorative xmlns:adec="http://schemas.microsoft.com/office/drawing/2017/decorative" val="1"/>
              </a:ext>
            </a:extLst>
          </p:cNvPr>
          <p:cNvSpPr>
            <a:spLocks noGrp="1"/>
          </p:cNvSpPr>
          <p:nvPr>
            <p:ph type="pic" sz="quarter" idx="12"/>
          </p:nvPr>
        </p:nvSpPr>
        <p:spPr>
          <a:xfrm>
            <a:off x="402831" y="3486944"/>
            <a:ext cx="2657075" cy="1938825"/>
          </a:xfrm>
          <a:prstGeom prst="rect">
            <a:avLst/>
          </a:prstGeom>
          <a:solidFill>
            <a:schemeClr val="bg2"/>
          </a:solidFill>
        </p:spPr>
        <p:txBody>
          <a:bodyPr tIns="731520"/>
          <a:lstStyle>
            <a:lvl1pPr algn="ctr">
              <a:defRPr/>
            </a:lvl1pPr>
          </a:lstStyle>
          <a:p>
            <a:r>
              <a:rPr lang="en-GB"/>
              <a:t>Click icon to add picture</a:t>
            </a:r>
            <a:endParaRPr lang="en-US"/>
          </a:p>
        </p:txBody>
      </p:sp>
      <p:sp>
        <p:nvSpPr>
          <p:cNvPr id="9" name="Picture Placeholder 14">
            <a:extLst>
              <a:ext uri="{FF2B5EF4-FFF2-40B4-BE49-F238E27FC236}">
                <a16:creationId xmlns:a16="http://schemas.microsoft.com/office/drawing/2014/main" id="{BF7E05F9-3B71-A92F-C27D-3EA7295545BA}"/>
              </a:ext>
              <a:ext uri="{C183D7F6-B498-43B3-948B-1728B52AA6E4}">
                <adec:decorative xmlns:adec="http://schemas.microsoft.com/office/drawing/2017/decorative" val="1"/>
              </a:ext>
            </a:extLst>
          </p:cNvPr>
          <p:cNvSpPr>
            <a:spLocks noGrp="1"/>
          </p:cNvSpPr>
          <p:nvPr>
            <p:ph type="pic" sz="quarter" idx="14"/>
          </p:nvPr>
        </p:nvSpPr>
        <p:spPr>
          <a:xfrm>
            <a:off x="6160294" y="1431438"/>
            <a:ext cx="2657075" cy="1938825"/>
          </a:xfrm>
          <a:prstGeom prst="rect">
            <a:avLst/>
          </a:prstGeom>
          <a:solidFill>
            <a:schemeClr val="bg2"/>
          </a:solidFill>
        </p:spPr>
        <p:txBody>
          <a:bodyPr tIns="731520"/>
          <a:lstStyle>
            <a:lvl1pPr algn="ctr">
              <a:defRPr/>
            </a:lvl1pPr>
          </a:lstStyle>
          <a:p>
            <a:r>
              <a:rPr lang="en-GB"/>
              <a:t>Click icon to add picture</a:t>
            </a:r>
            <a:endParaRPr lang="en-US"/>
          </a:p>
        </p:txBody>
      </p:sp>
      <p:sp>
        <p:nvSpPr>
          <p:cNvPr id="10" name="Picture Placeholder 14">
            <a:extLst>
              <a:ext uri="{FF2B5EF4-FFF2-40B4-BE49-F238E27FC236}">
                <a16:creationId xmlns:a16="http://schemas.microsoft.com/office/drawing/2014/main" id="{5436620D-30A8-EA32-EBA9-0FB0D98A3A57}"/>
              </a:ext>
              <a:ext uri="{C183D7F6-B498-43B3-948B-1728B52AA6E4}">
                <adec:decorative xmlns:adec="http://schemas.microsoft.com/office/drawing/2017/decorative" val="1"/>
              </a:ext>
            </a:extLst>
          </p:cNvPr>
          <p:cNvSpPr>
            <a:spLocks noGrp="1"/>
          </p:cNvSpPr>
          <p:nvPr>
            <p:ph type="pic" sz="quarter" idx="15"/>
          </p:nvPr>
        </p:nvSpPr>
        <p:spPr>
          <a:xfrm>
            <a:off x="6160294" y="3486944"/>
            <a:ext cx="2657075" cy="1938825"/>
          </a:xfrm>
          <a:prstGeom prst="rect">
            <a:avLst/>
          </a:prstGeom>
          <a:solidFill>
            <a:schemeClr val="bg2"/>
          </a:solidFill>
        </p:spPr>
        <p:txBody>
          <a:bodyPr tIns="731520"/>
          <a:lstStyle>
            <a:lvl1pPr algn="ctr">
              <a:defRPr/>
            </a:lvl1pPr>
          </a:lstStyle>
          <a:p>
            <a:r>
              <a:rPr lang="en-GB"/>
              <a:t>Click icon to add picture</a:t>
            </a:r>
            <a:endParaRPr lang="en-US"/>
          </a:p>
        </p:txBody>
      </p:sp>
      <p:sp>
        <p:nvSpPr>
          <p:cNvPr id="3" name="Footer Placeholder 4">
            <a:extLst>
              <a:ext uri="{FF2B5EF4-FFF2-40B4-BE49-F238E27FC236}">
                <a16:creationId xmlns:a16="http://schemas.microsoft.com/office/drawing/2014/main" id="{91E3B5C0-2252-2AC3-B6AC-A233A36FBD79}"/>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PwC Risk Management</a:t>
            </a:r>
          </a:p>
        </p:txBody>
      </p:sp>
      <p:sp>
        <p:nvSpPr>
          <p:cNvPr id="5" name="Slide Number Placeholder 13">
            <a:extLst>
              <a:ext uri="{FF2B5EF4-FFF2-40B4-BE49-F238E27FC236}">
                <a16:creationId xmlns:a16="http://schemas.microsoft.com/office/drawing/2014/main" id="{3634351F-B70F-FAD9-F7BB-519E4552F596}"/>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
        <p:nvSpPr>
          <p:cNvPr id="4" name="Content Placeholder 3">
            <a:extLst>
              <a:ext uri="{FF2B5EF4-FFF2-40B4-BE49-F238E27FC236}">
                <a16:creationId xmlns:a16="http://schemas.microsoft.com/office/drawing/2014/main" id="{897498BA-199C-F469-8714-950C6E6B0ED4}"/>
              </a:ext>
            </a:extLst>
          </p:cNvPr>
          <p:cNvSpPr>
            <a:spLocks noGrp="1"/>
          </p:cNvSpPr>
          <p:nvPr>
            <p:ph sz="quarter" idx="16"/>
          </p:nvPr>
        </p:nvSpPr>
        <p:spPr>
          <a:xfrm>
            <a:off x="3286710" y="1428750"/>
            <a:ext cx="2762250" cy="1941513"/>
          </a:xfrm>
        </p:spPr>
        <p:txBody>
          <a:bodyPr/>
          <a:lstStyle/>
          <a:p>
            <a:pPr lvl="0"/>
            <a:r>
              <a:rPr lang="en-GB"/>
              <a:t>Click to edit Master text styles</a:t>
            </a:r>
          </a:p>
          <a:p>
            <a:pPr lvl="1"/>
            <a:r>
              <a:rPr lang="en-GB"/>
              <a:t>Second level</a:t>
            </a:r>
          </a:p>
        </p:txBody>
      </p:sp>
      <p:sp>
        <p:nvSpPr>
          <p:cNvPr id="11" name="Content Placeholder 3">
            <a:extLst>
              <a:ext uri="{FF2B5EF4-FFF2-40B4-BE49-F238E27FC236}">
                <a16:creationId xmlns:a16="http://schemas.microsoft.com/office/drawing/2014/main" id="{BC078B18-EA5D-7AF0-657F-512EA7A084F9}"/>
              </a:ext>
            </a:extLst>
          </p:cNvPr>
          <p:cNvSpPr>
            <a:spLocks noGrp="1"/>
          </p:cNvSpPr>
          <p:nvPr>
            <p:ph sz="quarter" idx="17"/>
          </p:nvPr>
        </p:nvSpPr>
        <p:spPr>
          <a:xfrm>
            <a:off x="9040480" y="1428750"/>
            <a:ext cx="2762250" cy="1941513"/>
          </a:xfrm>
        </p:spPr>
        <p:txBody>
          <a:bodyPr/>
          <a:lstStyle/>
          <a:p>
            <a:pPr lvl="0"/>
            <a:r>
              <a:rPr lang="en-GB"/>
              <a:t>Click to edit Master text styles</a:t>
            </a:r>
          </a:p>
          <a:p>
            <a:pPr lvl="1"/>
            <a:r>
              <a:rPr lang="en-GB"/>
              <a:t>Second level</a:t>
            </a:r>
          </a:p>
        </p:txBody>
      </p:sp>
      <p:sp>
        <p:nvSpPr>
          <p:cNvPr id="16" name="Content Placeholder 3">
            <a:extLst>
              <a:ext uri="{FF2B5EF4-FFF2-40B4-BE49-F238E27FC236}">
                <a16:creationId xmlns:a16="http://schemas.microsoft.com/office/drawing/2014/main" id="{ADBAD221-0DB3-88F8-3953-808E91493946}"/>
              </a:ext>
            </a:extLst>
          </p:cNvPr>
          <p:cNvSpPr>
            <a:spLocks noGrp="1"/>
          </p:cNvSpPr>
          <p:nvPr>
            <p:ph sz="quarter" idx="18"/>
          </p:nvPr>
        </p:nvSpPr>
        <p:spPr>
          <a:xfrm>
            <a:off x="3286710" y="3492834"/>
            <a:ext cx="2762250" cy="1941513"/>
          </a:xfrm>
        </p:spPr>
        <p:txBody>
          <a:bodyPr/>
          <a:lstStyle/>
          <a:p>
            <a:pPr lvl="0"/>
            <a:r>
              <a:rPr lang="en-GB"/>
              <a:t>Click to edit Master text styles</a:t>
            </a:r>
          </a:p>
          <a:p>
            <a:pPr lvl="1"/>
            <a:r>
              <a:rPr lang="en-GB"/>
              <a:t>Second level</a:t>
            </a:r>
          </a:p>
        </p:txBody>
      </p:sp>
      <p:sp>
        <p:nvSpPr>
          <p:cNvPr id="17" name="Content Placeholder 3">
            <a:extLst>
              <a:ext uri="{FF2B5EF4-FFF2-40B4-BE49-F238E27FC236}">
                <a16:creationId xmlns:a16="http://schemas.microsoft.com/office/drawing/2014/main" id="{0457EFE2-7709-F16C-313F-E8807F8FA331}"/>
              </a:ext>
            </a:extLst>
          </p:cNvPr>
          <p:cNvSpPr>
            <a:spLocks noGrp="1"/>
          </p:cNvSpPr>
          <p:nvPr>
            <p:ph sz="quarter" idx="19"/>
          </p:nvPr>
        </p:nvSpPr>
        <p:spPr>
          <a:xfrm>
            <a:off x="9040480" y="3492834"/>
            <a:ext cx="2762250" cy="1941513"/>
          </a:xfrm>
        </p:spPr>
        <p:txBody>
          <a:bodyPr/>
          <a:lstStyle/>
          <a:p>
            <a:pPr lvl="0"/>
            <a:r>
              <a:rPr lang="en-GB"/>
              <a:t>Click to edit Master text styles</a:t>
            </a:r>
          </a:p>
          <a:p>
            <a:pPr lvl="1"/>
            <a:r>
              <a:rPr lang="en-GB"/>
              <a:t>Second level</a:t>
            </a:r>
          </a:p>
        </p:txBody>
      </p:sp>
      <p:sp>
        <p:nvSpPr>
          <p:cNvPr id="2" name="Title 1">
            <a:extLst>
              <a:ext uri="{FF2B5EF4-FFF2-40B4-BE49-F238E27FC236}">
                <a16:creationId xmlns:a16="http://schemas.microsoft.com/office/drawing/2014/main" id="{792596B8-7373-20B8-AAA5-E361E70CD94F}"/>
              </a:ext>
            </a:extLst>
          </p:cNvPr>
          <p:cNvSpPr>
            <a:spLocks noGrp="1"/>
          </p:cNvSpPr>
          <p:nvPr>
            <p:ph type="title"/>
          </p:nvPr>
        </p:nvSpPr>
        <p:spPr/>
        <p:txBody>
          <a:bodyPr/>
          <a:lstStyle/>
          <a:p>
            <a:r>
              <a:rPr lang="en-GB"/>
              <a:t>Click to edit Master title style</a:t>
            </a:r>
          </a:p>
        </p:txBody>
      </p:sp>
    </p:spTree>
    <p:extLst>
      <p:ext uri="{BB962C8B-B14F-4D97-AF65-F5344CB8AC3E}">
        <p14:creationId xmlns:p14="http://schemas.microsoft.com/office/powerpoint/2010/main" val="985340976"/>
      </p:ext>
    </p:extLst>
  </p:cSld>
  <p:clrMapOvr>
    <a:masterClrMapping/>
  </p:clrMapOvr>
  <p:extLst>
    <p:ext uri="{DCECCB84-F9BA-43D5-87BE-67443E8EF086}">
      <p15:sldGuideLst xmlns:p15="http://schemas.microsoft.com/office/powerpoint/2012/main"/>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hree Content">
    <p:spTree>
      <p:nvGrpSpPr>
        <p:cNvPr id="1" name=""/>
        <p:cNvGrpSpPr/>
        <p:nvPr/>
      </p:nvGrpSpPr>
      <p:grpSpPr>
        <a:xfrm>
          <a:off x="0" y="0"/>
          <a:ext cx="0" cy="0"/>
          <a:chOff x="0" y="0"/>
          <a:chExt cx="0" cy="0"/>
        </a:xfrm>
      </p:grpSpPr>
      <p:sp>
        <p:nvSpPr>
          <p:cNvPr id="3" name="Footer Placeholder 4">
            <a:extLst>
              <a:ext uri="{FF2B5EF4-FFF2-40B4-BE49-F238E27FC236}">
                <a16:creationId xmlns:a16="http://schemas.microsoft.com/office/drawing/2014/main" id="{CB190286-B276-0735-9C4A-0DC61C6219D9}"/>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PwC Risk Management</a:t>
            </a:r>
          </a:p>
        </p:txBody>
      </p:sp>
      <p:sp>
        <p:nvSpPr>
          <p:cNvPr id="6" name="Slide Number Placeholder 13">
            <a:extLst>
              <a:ext uri="{FF2B5EF4-FFF2-40B4-BE49-F238E27FC236}">
                <a16:creationId xmlns:a16="http://schemas.microsoft.com/office/drawing/2014/main" id="{DB73B279-0425-58C9-A443-09B373446F8B}"/>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
        <p:nvSpPr>
          <p:cNvPr id="5" name="Content Placeholder 4">
            <a:extLst>
              <a:ext uri="{FF2B5EF4-FFF2-40B4-BE49-F238E27FC236}">
                <a16:creationId xmlns:a16="http://schemas.microsoft.com/office/drawing/2014/main" id="{EA9401E2-0EFA-96DF-8425-7291F355E20D}"/>
              </a:ext>
            </a:extLst>
          </p:cNvPr>
          <p:cNvSpPr>
            <a:spLocks noGrp="1"/>
          </p:cNvSpPr>
          <p:nvPr>
            <p:ph sz="quarter" idx="10"/>
          </p:nvPr>
        </p:nvSpPr>
        <p:spPr>
          <a:xfrm>
            <a:off x="401638" y="1948447"/>
            <a:ext cx="3238917" cy="3992563"/>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9" name="Content Placeholder 4">
            <a:extLst>
              <a:ext uri="{FF2B5EF4-FFF2-40B4-BE49-F238E27FC236}">
                <a16:creationId xmlns:a16="http://schemas.microsoft.com/office/drawing/2014/main" id="{2CACCC0E-C26E-1C78-409B-A8BCA62C74C8}"/>
              </a:ext>
            </a:extLst>
          </p:cNvPr>
          <p:cNvSpPr>
            <a:spLocks noGrp="1"/>
          </p:cNvSpPr>
          <p:nvPr>
            <p:ph sz="quarter" idx="11"/>
          </p:nvPr>
        </p:nvSpPr>
        <p:spPr>
          <a:xfrm>
            <a:off x="4241048" y="1948447"/>
            <a:ext cx="3238917" cy="3992563"/>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0" name="Content Placeholder 4">
            <a:extLst>
              <a:ext uri="{FF2B5EF4-FFF2-40B4-BE49-F238E27FC236}">
                <a16:creationId xmlns:a16="http://schemas.microsoft.com/office/drawing/2014/main" id="{BAEBEC96-AF62-8CE5-7B36-0F816681A928}"/>
              </a:ext>
            </a:extLst>
          </p:cNvPr>
          <p:cNvSpPr>
            <a:spLocks noGrp="1"/>
          </p:cNvSpPr>
          <p:nvPr>
            <p:ph sz="quarter" idx="12"/>
          </p:nvPr>
        </p:nvSpPr>
        <p:spPr>
          <a:xfrm>
            <a:off x="8080458" y="1948447"/>
            <a:ext cx="3238917" cy="3992563"/>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Title 3">
            <a:extLst>
              <a:ext uri="{FF2B5EF4-FFF2-40B4-BE49-F238E27FC236}">
                <a16:creationId xmlns:a16="http://schemas.microsoft.com/office/drawing/2014/main" id="{F45ABD8C-2D78-677F-F957-A0C53C17A5A4}"/>
              </a:ext>
            </a:extLst>
          </p:cNvPr>
          <p:cNvSpPr>
            <a:spLocks noGrp="1"/>
          </p:cNvSpPr>
          <p:nvPr>
            <p:ph type="title"/>
          </p:nvPr>
        </p:nvSpPr>
        <p:spPr/>
        <p:txBody>
          <a:bodyPr/>
          <a:lstStyle/>
          <a:p>
            <a:r>
              <a:rPr lang="en-GB"/>
              <a:t>Click to edit Master title style</a:t>
            </a:r>
          </a:p>
        </p:txBody>
      </p:sp>
    </p:spTree>
    <p:extLst>
      <p:ext uri="{BB962C8B-B14F-4D97-AF65-F5344CB8AC3E}">
        <p14:creationId xmlns:p14="http://schemas.microsoft.com/office/powerpoint/2010/main" val="449624258"/>
      </p:ext>
    </p:extLst>
  </p:cSld>
  <p:clrMapOvr>
    <a:masterClrMapping/>
  </p:clrMapOvr>
  <p:extLst>
    <p:ext uri="{DCECCB84-F9BA-43D5-87BE-67443E8EF086}">
      <p15:sldGuideLst xmlns:p15="http://schemas.microsoft.com/office/powerpoint/2012/main"/>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1_Three Content-sub header">
    <p:spTree>
      <p:nvGrpSpPr>
        <p:cNvPr id="1" name=""/>
        <p:cNvGrpSpPr/>
        <p:nvPr/>
      </p:nvGrpSpPr>
      <p:grpSpPr>
        <a:xfrm>
          <a:off x="0" y="0"/>
          <a:ext cx="0" cy="0"/>
          <a:chOff x="0" y="0"/>
          <a:chExt cx="0" cy="0"/>
        </a:xfrm>
      </p:grpSpPr>
      <p:sp>
        <p:nvSpPr>
          <p:cNvPr id="3" name="Footer Placeholder 4">
            <a:extLst>
              <a:ext uri="{FF2B5EF4-FFF2-40B4-BE49-F238E27FC236}">
                <a16:creationId xmlns:a16="http://schemas.microsoft.com/office/drawing/2014/main" id="{CB190286-B276-0735-9C4A-0DC61C6219D9}"/>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PwC Risk Management</a:t>
            </a:r>
          </a:p>
        </p:txBody>
      </p:sp>
      <p:sp>
        <p:nvSpPr>
          <p:cNvPr id="6" name="Slide Number Placeholder 13">
            <a:extLst>
              <a:ext uri="{FF2B5EF4-FFF2-40B4-BE49-F238E27FC236}">
                <a16:creationId xmlns:a16="http://schemas.microsoft.com/office/drawing/2014/main" id="{DB73B279-0425-58C9-A443-09B373446F8B}"/>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
        <p:nvSpPr>
          <p:cNvPr id="5" name="Content Placeholder 4">
            <a:extLst>
              <a:ext uri="{FF2B5EF4-FFF2-40B4-BE49-F238E27FC236}">
                <a16:creationId xmlns:a16="http://schemas.microsoft.com/office/drawing/2014/main" id="{EA9401E2-0EFA-96DF-8425-7291F355E20D}"/>
              </a:ext>
            </a:extLst>
          </p:cNvPr>
          <p:cNvSpPr>
            <a:spLocks noGrp="1"/>
          </p:cNvSpPr>
          <p:nvPr>
            <p:ph sz="quarter" idx="10"/>
          </p:nvPr>
        </p:nvSpPr>
        <p:spPr>
          <a:xfrm>
            <a:off x="401638" y="1948447"/>
            <a:ext cx="3238917" cy="3992563"/>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9" name="Content Placeholder 4">
            <a:extLst>
              <a:ext uri="{FF2B5EF4-FFF2-40B4-BE49-F238E27FC236}">
                <a16:creationId xmlns:a16="http://schemas.microsoft.com/office/drawing/2014/main" id="{2CACCC0E-C26E-1C78-409B-A8BCA62C74C8}"/>
              </a:ext>
            </a:extLst>
          </p:cNvPr>
          <p:cNvSpPr>
            <a:spLocks noGrp="1"/>
          </p:cNvSpPr>
          <p:nvPr>
            <p:ph sz="quarter" idx="11"/>
          </p:nvPr>
        </p:nvSpPr>
        <p:spPr>
          <a:xfrm>
            <a:off x="4241048" y="1948447"/>
            <a:ext cx="3238917" cy="3992563"/>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0" name="Content Placeholder 4">
            <a:extLst>
              <a:ext uri="{FF2B5EF4-FFF2-40B4-BE49-F238E27FC236}">
                <a16:creationId xmlns:a16="http://schemas.microsoft.com/office/drawing/2014/main" id="{BAEBEC96-AF62-8CE5-7B36-0F816681A928}"/>
              </a:ext>
            </a:extLst>
          </p:cNvPr>
          <p:cNvSpPr>
            <a:spLocks noGrp="1"/>
          </p:cNvSpPr>
          <p:nvPr>
            <p:ph sz="quarter" idx="12"/>
          </p:nvPr>
        </p:nvSpPr>
        <p:spPr>
          <a:xfrm>
            <a:off x="8080458" y="1948447"/>
            <a:ext cx="3238917" cy="3992563"/>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2" name="Content Placeholder 3">
            <a:extLst>
              <a:ext uri="{FF2B5EF4-FFF2-40B4-BE49-F238E27FC236}">
                <a16:creationId xmlns:a16="http://schemas.microsoft.com/office/drawing/2014/main" id="{F8BA9644-91F3-1394-DA8C-388D2541A5A3}"/>
              </a:ext>
            </a:extLst>
          </p:cNvPr>
          <p:cNvSpPr>
            <a:spLocks noGrp="1"/>
          </p:cNvSpPr>
          <p:nvPr>
            <p:ph sz="quarter" idx="13"/>
          </p:nvPr>
        </p:nvSpPr>
        <p:spPr>
          <a:xfrm>
            <a:off x="404489" y="920102"/>
            <a:ext cx="11401425" cy="502297"/>
          </a:xfrm>
        </p:spPr>
        <p:txBody>
          <a:bodyPr/>
          <a:lstStyle>
            <a:lvl1pPr>
              <a:spcBef>
                <a:spcPts val="0"/>
              </a:spcBef>
              <a:spcAft>
                <a:spcPts val="0"/>
              </a:spcAft>
              <a:defRPr b="0">
                <a:latin typeface="+mj-lt"/>
              </a:defRPr>
            </a:lvl1pPr>
          </a:lstStyle>
          <a:p>
            <a:pPr lvl="0"/>
            <a:r>
              <a:rPr lang="en-GB"/>
              <a:t>Click to edit Master text styles</a:t>
            </a:r>
          </a:p>
        </p:txBody>
      </p:sp>
      <p:sp>
        <p:nvSpPr>
          <p:cNvPr id="4" name="Title 3">
            <a:extLst>
              <a:ext uri="{FF2B5EF4-FFF2-40B4-BE49-F238E27FC236}">
                <a16:creationId xmlns:a16="http://schemas.microsoft.com/office/drawing/2014/main" id="{2FE8A131-50AB-FFF0-9909-5DB75271DD30}"/>
              </a:ext>
            </a:extLst>
          </p:cNvPr>
          <p:cNvSpPr>
            <a:spLocks noGrp="1"/>
          </p:cNvSpPr>
          <p:nvPr>
            <p:ph type="title"/>
          </p:nvPr>
        </p:nvSpPr>
        <p:spPr/>
        <p:txBody>
          <a:bodyPr/>
          <a:lstStyle/>
          <a:p>
            <a:r>
              <a:rPr lang="en-GB"/>
              <a:t>Click to edit Master title style</a:t>
            </a:r>
          </a:p>
        </p:txBody>
      </p:sp>
    </p:spTree>
    <p:extLst>
      <p:ext uri="{BB962C8B-B14F-4D97-AF65-F5344CB8AC3E}">
        <p14:creationId xmlns:p14="http://schemas.microsoft.com/office/powerpoint/2010/main" val="3366733858"/>
      </p:ext>
    </p:extLst>
  </p:cSld>
  <p:clrMapOvr>
    <a:masterClrMapping/>
  </p:clrMapOvr>
  <p:extLst>
    <p:ext uri="{DCECCB84-F9BA-43D5-87BE-67443E8EF086}">
      <p15:sldGuideLst xmlns:p15="http://schemas.microsoft.com/office/powerpoint/2012/main"/>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hree Content_bio">
    <p:spTree>
      <p:nvGrpSpPr>
        <p:cNvPr id="1" name=""/>
        <p:cNvGrpSpPr/>
        <p:nvPr/>
      </p:nvGrpSpPr>
      <p:grpSpPr>
        <a:xfrm>
          <a:off x="0" y="0"/>
          <a:ext cx="0" cy="0"/>
          <a:chOff x="0" y="0"/>
          <a:chExt cx="0" cy="0"/>
        </a:xfrm>
      </p:grpSpPr>
      <p:sp>
        <p:nvSpPr>
          <p:cNvPr id="3" name="Footer Placeholder 4">
            <a:extLst>
              <a:ext uri="{FF2B5EF4-FFF2-40B4-BE49-F238E27FC236}">
                <a16:creationId xmlns:a16="http://schemas.microsoft.com/office/drawing/2014/main" id="{CB190286-B276-0735-9C4A-0DC61C6219D9}"/>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PwC Risk Management</a:t>
            </a:r>
          </a:p>
        </p:txBody>
      </p:sp>
      <p:sp>
        <p:nvSpPr>
          <p:cNvPr id="6" name="Slide Number Placeholder 13">
            <a:extLst>
              <a:ext uri="{FF2B5EF4-FFF2-40B4-BE49-F238E27FC236}">
                <a16:creationId xmlns:a16="http://schemas.microsoft.com/office/drawing/2014/main" id="{DB73B279-0425-58C9-A443-09B373446F8B}"/>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
        <p:nvSpPr>
          <p:cNvPr id="5" name="Content Placeholder 4">
            <a:extLst>
              <a:ext uri="{FF2B5EF4-FFF2-40B4-BE49-F238E27FC236}">
                <a16:creationId xmlns:a16="http://schemas.microsoft.com/office/drawing/2014/main" id="{EA9401E2-0EFA-96DF-8425-7291F355E20D}"/>
              </a:ext>
            </a:extLst>
          </p:cNvPr>
          <p:cNvSpPr>
            <a:spLocks noGrp="1"/>
          </p:cNvSpPr>
          <p:nvPr>
            <p:ph sz="quarter" idx="10" hasCustomPrompt="1"/>
          </p:nvPr>
        </p:nvSpPr>
        <p:spPr>
          <a:xfrm>
            <a:off x="401638" y="1948447"/>
            <a:ext cx="3238917" cy="3992563"/>
          </a:xfrm>
        </p:spPr>
        <p:txBody>
          <a:bodyPr/>
          <a:lstStyle/>
          <a:p>
            <a:pPr lvl="1"/>
            <a:r>
              <a:rPr lang="en-GB"/>
              <a:t>Second level</a:t>
            </a:r>
          </a:p>
          <a:p>
            <a:pPr lvl="2"/>
            <a:r>
              <a:rPr lang="en-GB"/>
              <a:t>Third level</a:t>
            </a:r>
          </a:p>
          <a:p>
            <a:pPr lvl="3"/>
            <a:r>
              <a:rPr lang="en-GB"/>
              <a:t>Fourth level</a:t>
            </a:r>
          </a:p>
          <a:p>
            <a:pPr lvl="4"/>
            <a:r>
              <a:rPr lang="en-GB"/>
              <a:t>Fifth level</a:t>
            </a:r>
          </a:p>
        </p:txBody>
      </p:sp>
      <p:sp>
        <p:nvSpPr>
          <p:cNvPr id="9" name="Content Placeholder 4">
            <a:extLst>
              <a:ext uri="{FF2B5EF4-FFF2-40B4-BE49-F238E27FC236}">
                <a16:creationId xmlns:a16="http://schemas.microsoft.com/office/drawing/2014/main" id="{2CACCC0E-C26E-1C78-409B-A8BCA62C74C8}"/>
              </a:ext>
            </a:extLst>
          </p:cNvPr>
          <p:cNvSpPr>
            <a:spLocks noGrp="1"/>
          </p:cNvSpPr>
          <p:nvPr>
            <p:ph sz="quarter" idx="11" hasCustomPrompt="1"/>
          </p:nvPr>
        </p:nvSpPr>
        <p:spPr>
          <a:xfrm>
            <a:off x="4241048" y="1948447"/>
            <a:ext cx="3238917" cy="3992563"/>
          </a:xfrm>
        </p:spPr>
        <p:txBody>
          <a:bodyPr/>
          <a:lstStyle/>
          <a:p>
            <a:pPr lvl="1"/>
            <a:r>
              <a:rPr lang="en-GB"/>
              <a:t>Second level</a:t>
            </a:r>
          </a:p>
          <a:p>
            <a:pPr lvl="2"/>
            <a:r>
              <a:rPr lang="en-GB"/>
              <a:t>Third level</a:t>
            </a:r>
          </a:p>
          <a:p>
            <a:pPr lvl="3"/>
            <a:r>
              <a:rPr lang="en-GB"/>
              <a:t>Fourth level</a:t>
            </a:r>
          </a:p>
          <a:p>
            <a:pPr lvl="4"/>
            <a:r>
              <a:rPr lang="en-GB"/>
              <a:t>Fifth level</a:t>
            </a:r>
          </a:p>
        </p:txBody>
      </p:sp>
      <p:sp>
        <p:nvSpPr>
          <p:cNvPr id="10" name="Content Placeholder 4">
            <a:extLst>
              <a:ext uri="{FF2B5EF4-FFF2-40B4-BE49-F238E27FC236}">
                <a16:creationId xmlns:a16="http://schemas.microsoft.com/office/drawing/2014/main" id="{BAEBEC96-AF62-8CE5-7B36-0F816681A928}"/>
              </a:ext>
            </a:extLst>
          </p:cNvPr>
          <p:cNvSpPr>
            <a:spLocks noGrp="1"/>
          </p:cNvSpPr>
          <p:nvPr>
            <p:ph sz="quarter" idx="12" hasCustomPrompt="1"/>
          </p:nvPr>
        </p:nvSpPr>
        <p:spPr>
          <a:xfrm>
            <a:off x="8080458" y="1948447"/>
            <a:ext cx="3238917" cy="2047291"/>
          </a:xfrm>
        </p:spPr>
        <p:txBody>
          <a:bodyPr/>
          <a:lstStyle/>
          <a:p>
            <a:pPr lvl="1"/>
            <a:r>
              <a:rPr lang="en-GB"/>
              <a:t>Second level</a:t>
            </a:r>
          </a:p>
          <a:p>
            <a:pPr lvl="2"/>
            <a:r>
              <a:rPr lang="en-GB"/>
              <a:t>Third level</a:t>
            </a:r>
          </a:p>
          <a:p>
            <a:pPr lvl="3"/>
            <a:r>
              <a:rPr lang="en-GB"/>
              <a:t>Fourth level</a:t>
            </a:r>
          </a:p>
          <a:p>
            <a:pPr lvl="4"/>
            <a:r>
              <a:rPr lang="en-GB"/>
              <a:t>Fifth level</a:t>
            </a:r>
          </a:p>
        </p:txBody>
      </p:sp>
      <p:sp>
        <p:nvSpPr>
          <p:cNvPr id="4" name="Picture Placeholder 3">
            <a:extLst>
              <a:ext uri="{FF2B5EF4-FFF2-40B4-BE49-F238E27FC236}">
                <a16:creationId xmlns:a16="http://schemas.microsoft.com/office/drawing/2014/main" id="{3A411CC0-34B1-721C-48C1-951AB61EFADD}"/>
              </a:ext>
            </a:extLst>
          </p:cNvPr>
          <p:cNvSpPr>
            <a:spLocks noGrp="1"/>
          </p:cNvSpPr>
          <p:nvPr>
            <p:ph type="pic" sz="quarter" idx="13"/>
          </p:nvPr>
        </p:nvSpPr>
        <p:spPr>
          <a:xfrm>
            <a:off x="8077200" y="4513263"/>
            <a:ext cx="1285875" cy="1425575"/>
          </a:xfrm>
        </p:spPr>
        <p:txBody>
          <a:bodyPr/>
          <a:lstStyle/>
          <a:p>
            <a:endParaRPr lang="en-GB"/>
          </a:p>
        </p:txBody>
      </p:sp>
      <p:sp>
        <p:nvSpPr>
          <p:cNvPr id="8" name="Content Placeholder 7">
            <a:extLst>
              <a:ext uri="{FF2B5EF4-FFF2-40B4-BE49-F238E27FC236}">
                <a16:creationId xmlns:a16="http://schemas.microsoft.com/office/drawing/2014/main" id="{76A09CFC-44F1-8A22-B3B7-445685852BA1}"/>
              </a:ext>
            </a:extLst>
          </p:cNvPr>
          <p:cNvSpPr>
            <a:spLocks noGrp="1"/>
          </p:cNvSpPr>
          <p:nvPr>
            <p:ph sz="quarter" idx="14"/>
          </p:nvPr>
        </p:nvSpPr>
        <p:spPr>
          <a:xfrm>
            <a:off x="9571038" y="5027613"/>
            <a:ext cx="2230437" cy="915987"/>
          </a:xfrm>
        </p:spPr>
        <p:txBody>
          <a:bodyPr anchor="b" anchorCtr="0"/>
          <a:lstStyle/>
          <a:p>
            <a:pPr lvl="0"/>
            <a:r>
              <a:rPr lang="en-GB"/>
              <a:t>Click to edit Master text styles</a:t>
            </a:r>
          </a:p>
          <a:p>
            <a:pPr lvl="1"/>
            <a:r>
              <a:rPr lang="en-GB"/>
              <a:t>Second level</a:t>
            </a:r>
          </a:p>
        </p:txBody>
      </p:sp>
      <p:sp>
        <p:nvSpPr>
          <p:cNvPr id="7" name="Title 6">
            <a:extLst>
              <a:ext uri="{FF2B5EF4-FFF2-40B4-BE49-F238E27FC236}">
                <a16:creationId xmlns:a16="http://schemas.microsoft.com/office/drawing/2014/main" id="{EB0A3FD0-79FF-A98F-5AEB-3E48BB5C02AA}"/>
              </a:ext>
            </a:extLst>
          </p:cNvPr>
          <p:cNvSpPr>
            <a:spLocks noGrp="1"/>
          </p:cNvSpPr>
          <p:nvPr>
            <p:ph type="title"/>
          </p:nvPr>
        </p:nvSpPr>
        <p:spPr/>
        <p:txBody>
          <a:bodyPr/>
          <a:lstStyle/>
          <a:p>
            <a:r>
              <a:rPr lang="en-GB"/>
              <a:t>Click to edit Master title style</a:t>
            </a:r>
          </a:p>
        </p:txBody>
      </p:sp>
    </p:spTree>
    <p:extLst>
      <p:ext uri="{BB962C8B-B14F-4D97-AF65-F5344CB8AC3E}">
        <p14:creationId xmlns:p14="http://schemas.microsoft.com/office/powerpoint/2010/main" val="3786526572"/>
      </p:ext>
    </p:extLst>
  </p:cSld>
  <p:clrMapOvr>
    <a:masterClrMapping/>
  </p:clrMapOvr>
  <p:extLst>
    <p:ext uri="{DCECCB84-F9BA-43D5-87BE-67443E8EF086}">
      <p15:sldGuideLst xmlns:p15="http://schemas.microsoft.com/office/powerpoint/2012/main"/>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hree Content 2">
    <p:spTree>
      <p:nvGrpSpPr>
        <p:cNvPr id="1" name=""/>
        <p:cNvGrpSpPr/>
        <p:nvPr/>
      </p:nvGrpSpPr>
      <p:grpSpPr>
        <a:xfrm>
          <a:off x="0" y="0"/>
          <a:ext cx="0" cy="0"/>
          <a:chOff x="0" y="0"/>
          <a:chExt cx="0" cy="0"/>
        </a:xfrm>
      </p:grpSpPr>
      <p:sp>
        <p:nvSpPr>
          <p:cNvPr id="3" name="Footer Placeholder 4">
            <a:extLst>
              <a:ext uri="{FF2B5EF4-FFF2-40B4-BE49-F238E27FC236}">
                <a16:creationId xmlns:a16="http://schemas.microsoft.com/office/drawing/2014/main" id="{BE946374-FA30-CA90-8DA8-4D3D9C8D955C}"/>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PwC Risk Management</a:t>
            </a:r>
          </a:p>
        </p:txBody>
      </p:sp>
      <p:sp>
        <p:nvSpPr>
          <p:cNvPr id="7" name="Slide Number Placeholder 13">
            <a:extLst>
              <a:ext uri="{FF2B5EF4-FFF2-40B4-BE49-F238E27FC236}">
                <a16:creationId xmlns:a16="http://schemas.microsoft.com/office/drawing/2014/main" id="{B7BD091D-1A71-D98C-9FBE-055914E89494}"/>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
        <p:nvSpPr>
          <p:cNvPr id="4" name="Content Placeholder 4">
            <a:extLst>
              <a:ext uri="{FF2B5EF4-FFF2-40B4-BE49-F238E27FC236}">
                <a16:creationId xmlns:a16="http://schemas.microsoft.com/office/drawing/2014/main" id="{2DD77958-05AB-8BBC-6961-7ABC44D6604F}"/>
              </a:ext>
            </a:extLst>
          </p:cNvPr>
          <p:cNvSpPr>
            <a:spLocks noGrp="1"/>
          </p:cNvSpPr>
          <p:nvPr>
            <p:ph sz="quarter" idx="10"/>
          </p:nvPr>
        </p:nvSpPr>
        <p:spPr>
          <a:xfrm>
            <a:off x="401638" y="1948447"/>
            <a:ext cx="3238917" cy="3992563"/>
          </a:xfrm>
        </p:spPr>
        <p:txBody>
          <a:bodyPr/>
          <a:lstStyle>
            <a:lvl1pPr>
              <a:defRPr sz="2000"/>
            </a:lvl1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Content Placeholder 4">
            <a:extLst>
              <a:ext uri="{FF2B5EF4-FFF2-40B4-BE49-F238E27FC236}">
                <a16:creationId xmlns:a16="http://schemas.microsoft.com/office/drawing/2014/main" id="{CB1FF1C9-A619-5A8C-2294-70069FEEAF72}"/>
              </a:ext>
            </a:extLst>
          </p:cNvPr>
          <p:cNvSpPr>
            <a:spLocks noGrp="1"/>
          </p:cNvSpPr>
          <p:nvPr>
            <p:ph sz="quarter" idx="11"/>
          </p:nvPr>
        </p:nvSpPr>
        <p:spPr>
          <a:xfrm>
            <a:off x="4241048" y="1948447"/>
            <a:ext cx="3238917" cy="3992563"/>
          </a:xfrm>
        </p:spPr>
        <p:txBody>
          <a:bodyPr/>
          <a:lstStyle>
            <a:lvl1pPr>
              <a:defRPr sz="2000"/>
            </a:lvl1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8" name="Content Placeholder 4">
            <a:extLst>
              <a:ext uri="{FF2B5EF4-FFF2-40B4-BE49-F238E27FC236}">
                <a16:creationId xmlns:a16="http://schemas.microsoft.com/office/drawing/2014/main" id="{3E7D303B-B443-9E37-C6CA-D76511F20651}"/>
              </a:ext>
            </a:extLst>
          </p:cNvPr>
          <p:cNvSpPr>
            <a:spLocks noGrp="1"/>
          </p:cNvSpPr>
          <p:nvPr>
            <p:ph sz="quarter" idx="12"/>
          </p:nvPr>
        </p:nvSpPr>
        <p:spPr>
          <a:xfrm>
            <a:off x="8080458" y="1948447"/>
            <a:ext cx="3238917" cy="3992563"/>
          </a:xfrm>
        </p:spPr>
        <p:txBody>
          <a:bodyPr/>
          <a:lstStyle>
            <a:lvl1pPr>
              <a:defRPr sz="2000"/>
            </a:lvl1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Title 5">
            <a:extLst>
              <a:ext uri="{FF2B5EF4-FFF2-40B4-BE49-F238E27FC236}">
                <a16:creationId xmlns:a16="http://schemas.microsoft.com/office/drawing/2014/main" id="{52B746C6-E994-40F3-DD89-1165E234FBF2}"/>
              </a:ext>
            </a:extLst>
          </p:cNvPr>
          <p:cNvSpPr>
            <a:spLocks noGrp="1"/>
          </p:cNvSpPr>
          <p:nvPr>
            <p:ph type="title"/>
          </p:nvPr>
        </p:nvSpPr>
        <p:spPr/>
        <p:txBody>
          <a:bodyPr/>
          <a:lstStyle/>
          <a:p>
            <a:r>
              <a:rPr lang="en-GB"/>
              <a:t>Click to edit Master title style</a:t>
            </a:r>
          </a:p>
        </p:txBody>
      </p:sp>
    </p:spTree>
    <p:extLst>
      <p:ext uri="{BB962C8B-B14F-4D97-AF65-F5344CB8AC3E}">
        <p14:creationId xmlns:p14="http://schemas.microsoft.com/office/powerpoint/2010/main" val="2597518619"/>
      </p:ext>
    </p:extLst>
  </p:cSld>
  <p:clrMapOvr>
    <a:masterClrMapping/>
  </p:clrMapOvr>
  <p:extLst>
    <p:ext uri="{DCECCB84-F9BA-43D5-87BE-67443E8EF086}">
      <p15:sldGuideLst xmlns:p15="http://schemas.microsoft.com/office/powerpoint/2012/main"/>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Chart and Two Content">
    <p:spTree>
      <p:nvGrpSpPr>
        <p:cNvPr id="1" name=""/>
        <p:cNvGrpSpPr/>
        <p:nvPr/>
      </p:nvGrpSpPr>
      <p:grpSpPr>
        <a:xfrm>
          <a:off x="0" y="0"/>
          <a:ext cx="0" cy="0"/>
          <a:chOff x="0" y="0"/>
          <a:chExt cx="0" cy="0"/>
        </a:xfrm>
      </p:grpSpPr>
      <p:sp>
        <p:nvSpPr>
          <p:cNvPr id="6" name="Chart Placeholder 5">
            <a:extLst>
              <a:ext uri="{FF2B5EF4-FFF2-40B4-BE49-F238E27FC236}">
                <a16:creationId xmlns:a16="http://schemas.microsoft.com/office/drawing/2014/main" id="{73FDB890-3693-B329-5A7C-C65A3B124F7E}"/>
              </a:ext>
            </a:extLst>
          </p:cNvPr>
          <p:cNvSpPr>
            <a:spLocks noGrp="1"/>
          </p:cNvSpPr>
          <p:nvPr>
            <p:ph type="chart" sz="quarter" idx="12"/>
          </p:nvPr>
        </p:nvSpPr>
        <p:spPr>
          <a:xfrm>
            <a:off x="404458" y="1433158"/>
            <a:ext cx="5237163" cy="4510088"/>
          </a:xfrm>
          <a:prstGeom prst="rect">
            <a:avLst/>
          </a:prstGeom>
        </p:spPr>
        <p:txBody>
          <a:bodyPr/>
          <a:lstStyle/>
          <a:p>
            <a:r>
              <a:rPr lang="en-GB"/>
              <a:t>Click icon to add chart</a:t>
            </a:r>
            <a:endParaRPr lang="en-US"/>
          </a:p>
        </p:txBody>
      </p:sp>
      <p:sp>
        <p:nvSpPr>
          <p:cNvPr id="3" name="Footer Placeholder 4">
            <a:extLst>
              <a:ext uri="{FF2B5EF4-FFF2-40B4-BE49-F238E27FC236}">
                <a16:creationId xmlns:a16="http://schemas.microsoft.com/office/drawing/2014/main" id="{79626A07-2517-5726-4FDD-0AC9D9299096}"/>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PwC Risk Management</a:t>
            </a:r>
          </a:p>
        </p:txBody>
      </p:sp>
      <p:sp>
        <p:nvSpPr>
          <p:cNvPr id="5" name="Slide Number Placeholder 13">
            <a:extLst>
              <a:ext uri="{FF2B5EF4-FFF2-40B4-BE49-F238E27FC236}">
                <a16:creationId xmlns:a16="http://schemas.microsoft.com/office/drawing/2014/main" id="{06046AFA-0660-1D2A-C174-4EABDBEAAA0C}"/>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
        <p:nvSpPr>
          <p:cNvPr id="7" name="Content Placeholder 6">
            <a:extLst>
              <a:ext uri="{FF2B5EF4-FFF2-40B4-BE49-F238E27FC236}">
                <a16:creationId xmlns:a16="http://schemas.microsoft.com/office/drawing/2014/main" id="{9D161B32-F7CA-4AD1-FC0C-D0C2BE43DAAA}"/>
              </a:ext>
            </a:extLst>
          </p:cNvPr>
          <p:cNvSpPr>
            <a:spLocks noGrp="1"/>
          </p:cNvSpPr>
          <p:nvPr>
            <p:ph sz="quarter" idx="13"/>
          </p:nvPr>
        </p:nvSpPr>
        <p:spPr>
          <a:xfrm>
            <a:off x="6163260" y="2459622"/>
            <a:ext cx="2765425" cy="3476041"/>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8" name="Content Placeholder 6">
            <a:extLst>
              <a:ext uri="{FF2B5EF4-FFF2-40B4-BE49-F238E27FC236}">
                <a16:creationId xmlns:a16="http://schemas.microsoft.com/office/drawing/2014/main" id="{BD968E94-8BD6-D4B1-0962-42EBC7E2AC4F}"/>
              </a:ext>
            </a:extLst>
          </p:cNvPr>
          <p:cNvSpPr>
            <a:spLocks noGrp="1"/>
          </p:cNvSpPr>
          <p:nvPr>
            <p:ph sz="quarter" idx="14"/>
          </p:nvPr>
        </p:nvSpPr>
        <p:spPr>
          <a:xfrm>
            <a:off x="9040146" y="2462797"/>
            <a:ext cx="2761882" cy="3476041"/>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Title 3">
            <a:extLst>
              <a:ext uri="{FF2B5EF4-FFF2-40B4-BE49-F238E27FC236}">
                <a16:creationId xmlns:a16="http://schemas.microsoft.com/office/drawing/2014/main" id="{5DC3EE0D-D88E-3B59-E980-52D92B7A33C7}"/>
              </a:ext>
            </a:extLst>
          </p:cNvPr>
          <p:cNvSpPr>
            <a:spLocks noGrp="1"/>
          </p:cNvSpPr>
          <p:nvPr>
            <p:ph type="title"/>
          </p:nvPr>
        </p:nvSpPr>
        <p:spPr/>
        <p:txBody>
          <a:bodyPr/>
          <a:lstStyle/>
          <a:p>
            <a:r>
              <a:rPr lang="en-GB"/>
              <a:t>Click to edit Master title style</a:t>
            </a:r>
          </a:p>
        </p:txBody>
      </p:sp>
    </p:spTree>
    <p:extLst>
      <p:ext uri="{BB962C8B-B14F-4D97-AF65-F5344CB8AC3E}">
        <p14:creationId xmlns:p14="http://schemas.microsoft.com/office/powerpoint/2010/main" val="391707976"/>
      </p:ext>
    </p:extLst>
  </p:cSld>
  <p:clrMapOvr>
    <a:masterClrMapping/>
  </p:clrMapOvr>
  <p:extLst>
    <p:ext uri="{DCECCB84-F9BA-43D5-87BE-67443E8EF086}">
      <p15:sldGuideLst xmlns:p15="http://schemas.microsoft.com/office/powerpoint/2012/main"/>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Data and Two Content">
    <p:spTree>
      <p:nvGrpSpPr>
        <p:cNvPr id="1" name=""/>
        <p:cNvGrpSpPr/>
        <p:nvPr/>
      </p:nvGrpSpPr>
      <p:grpSpPr>
        <a:xfrm>
          <a:off x="0" y="0"/>
          <a:ext cx="0" cy="0"/>
          <a:chOff x="0" y="0"/>
          <a:chExt cx="0" cy="0"/>
        </a:xfrm>
      </p:grpSpPr>
      <p:sp>
        <p:nvSpPr>
          <p:cNvPr id="8" name="Text Placeholder 2">
            <a:extLst>
              <a:ext uri="{FF2B5EF4-FFF2-40B4-BE49-F238E27FC236}">
                <a16:creationId xmlns:a16="http://schemas.microsoft.com/office/drawing/2014/main" id="{9D560317-BC9E-E5E9-EC4B-BE83B3CA1553}"/>
              </a:ext>
            </a:extLst>
          </p:cNvPr>
          <p:cNvSpPr>
            <a:spLocks noGrp="1"/>
          </p:cNvSpPr>
          <p:nvPr>
            <p:ph type="body" idx="15" hasCustomPrompt="1"/>
          </p:nvPr>
        </p:nvSpPr>
        <p:spPr>
          <a:xfrm>
            <a:off x="407670" y="1949410"/>
            <a:ext cx="3280410" cy="1535153"/>
          </a:xfrm>
          <a:prstGeom prst="rect">
            <a:avLst/>
          </a:prstGeom>
        </p:spPr>
        <p:txBody>
          <a:bodyPr wrap="square">
            <a:noAutofit/>
          </a:bodyPr>
          <a:lstStyle>
            <a:lvl1pPr marL="0" indent="0" algn="l">
              <a:lnSpc>
                <a:spcPct val="80000"/>
              </a:lnSpc>
              <a:spcBef>
                <a:spcPts val="0"/>
              </a:spcBef>
              <a:spcAft>
                <a:spcPts val="0"/>
              </a:spcAft>
              <a:buNone/>
              <a:defRPr sz="15000" b="0" kern="100" spc="-50" baseline="0">
                <a:solidFill>
                  <a:schemeClr val="accent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0</a:t>
            </a:r>
          </a:p>
        </p:txBody>
      </p:sp>
      <p:sp>
        <p:nvSpPr>
          <p:cNvPr id="3" name="Footer Placeholder 4">
            <a:extLst>
              <a:ext uri="{FF2B5EF4-FFF2-40B4-BE49-F238E27FC236}">
                <a16:creationId xmlns:a16="http://schemas.microsoft.com/office/drawing/2014/main" id="{6955500F-3808-9CA2-1F44-A64164571438}"/>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PwC Risk Management</a:t>
            </a:r>
          </a:p>
        </p:txBody>
      </p:sp>
      <p:sp>
        <p:nvSpPr>
          <p:cNvPr id="6" name="Slide Number Placeholder 13">
            <a:extLst>
              <a:ext uri="{FF2B5EF4-FFF2-40B4-BE49-F238E27FC236}">
                <a16:creationId xmlns:a16="http://schemas.microsoft.com/office/drawing/2014/main" id="{E6F2E23D-BB9F-B34F-EC85-66F73AA738E5}"/>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
        <p:nvSpPr>
          <p:cNvPr id="7" name="Content Placeholder 6">
            <a:extLst>
              <a:ext uri="{FF2B5EF4-FFF2-40B4-BE49-F238E27FC236}">
                <a16:creationId xmlns:a16="http://schemas.microsoft.com/office/drawing/2014/main" id="{AC7E1D74-85BB-C8B1-25F5-C44B3C333C85}"/>
              </a:ext>
            </a:extLst>
          </p:cNvPr>
          <p:cNvSpPr>
            <a:spLocks noGrp="1"/>
          </p:cNvSpPr>
          <p:nvPr>
            <p:ph sz="quarter" idx="16"/>
          </p:nvPr>
        </p:nvSpPr>
        <p:spPr>
          <a:xfrm>
            <a:off x="4241800" y="1949410"/>
            <a:ext cx="3281363" cy="398942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9" name="Content Placeholder 6">
            <a:extLst>
              <a:ext uri="{FF2B5EF4-FFF2-40B4-BE49-F238E27FC236}">
                <a16:creationId xmlns:a16="http://schemas.microsoft.com/office/drawing/2014/main" id="{A7773B85-5354-E0B9-6F40-7598F13332FA}"/>
              </a:ext>
            </a:extLst>
          </p:cNvPr>
          <p:cNvSpPr>
            <a:spLocks noGrp="1"/>
          </p:cNvSpPr>
          <p:nvPr>
            <p:ph sz="quarter" idx="17"/>
          </p:nvPr>
        </p:nvSpPr>
        <p:spPr>
          <a:xfrm>
            <a:off x="8081211" y="1949410"/>
            <a:ext cx="3281363" cy="398942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1" name="Content Placeholder 10">
            <a:extLst>
              <a:ext uri="{FF2B5EF4-FFF2-40B4-BE49-F238E27FC236}">
                <a16:creationId xmlns:a16="http://schemas.microsoft.com/office/drawing/2014/main" id="{F6CE8F38-D095-BA69-777F-E6DE1722FA7E}"/>
              </a:ext>
            </a:extLst>
          </p:cNvPr>
          <p:cNvSpPr>
            <a:spLocks noGrp="1"/>
          </p:cNvSpPr>
          <p:nvPr>
            <p:ph sz="quarter" idx="18"/>
          </p:nvPr>
        </p:nvSpPr>
        <p:spPr>
          <a:xfrm>
            <a:off x="401639" y="3689350"/>
            <a:ext cx="3275764" cy="2249488"/>
          </a:xfrm>
        </p:spPr>
        <p:txBody>
          <a:bodyPr/>
          <a:lstStyle>
            <a:lvl1pPr>
              <a:defRPr sz="2000"/>
            </a:lvl1pPr>
          </a:lstStyle>
          <a:p>
            <a:pPr lvl="0"/>
            <a:r>
              <a:rPr lang="en-GB"/>
              <a:t>Click to edit Master text styles</a:t>
            </a:r>
          </a:p>
          <a:p>
            <a:pPr lvl="1"/>
            <a:r>
              <a:rPr lang="en-GB"/>
              <a:t>Second level</a:t>
            </a:r>
          </a:p>
        </p:txBody>
      </p:sp>
      <p:sp>
        <p:nvSpPr>
          <p:cNvPr id="2" name="Title 1">
            <a:extLst>
              <a:ext uri="{FF2B5EF4-FFF2-40B4-BE49-F238E27FC236}">
                <a16:creationId xmlns:a16="http://schemas.microsoft.com/office/drawing/2014/main" id="{730EACC4-E386-7F82-CB96-D69BE1BD51AA}"/>
              </a:ext>
            </a:extLst>
          </p:cNvPr>
          <p:cNvSpPr>
            <a:spLocks noGrp="1"/>
          </p:cNvSpPr>
          <p:nvPr>
            <p:ph type="title"/>
          </p:nvPr>
        </p:nvSpPr>
        <p:spPr/>
        <p:txBody>
          <a:bodyPr/>
          <a:lstStyle/>
          <a:p>
            <a:r>
              <a:rPr lang="en-GB"/>
              <a:t>Click to edit Master title style</a:t>
            </a:r>
          </a:p>
        </p:txBody>
      </p:sp>
    </p:spTree>
    <p:extLst>
      <p:ext uri="{BB962C8B-B14F-4D97-AF65-F5344CB8AC3E}">
        <p14:creationId xmlns:p14="http://schemas.microsoft.com/office/powerpoint/2010/main" val="221055125"/>
      </p:ext>
    </p:extLst>
  </p:cSld>
  <p:clrMapOvr>
    <a:masterClrMapping/>
  </p:clrMapOvr>
  <p:extLst>
    <p:ext uri="{DCECCB84-F9BA-43D5-87BE-67443E8EF086}">
      <p15:sldGuideLst xmlns:p15="http://schemas.microsoft.com/office/powerpoint/2012/main"/>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Data and Four Stats">
    <p:spTree>
      <p:nvGrpSpPr>
        <p:cNvPr id="1" name=""/>
        <p:cNvGrpSpPr/>
        <p:nvPr/>
      </p:nvGrpSpPr>
      <p:grpSpPr>
        <a:xfrm>
          <a:off x="0" y="0"/>
          <a:ext cx="0" cy="0"/>
          <a:chOff x="0" y="0"/>
          <a:chExt cx="0" cy="0"/>
        </a:xfrm>
      </p:grpSpPr>
      <p:sp>
        <p:nvSpPr>
          <p:cNvPr id="8" name="Text Placeholder 2">
            <a:extLst>
              <a:ext uri="{FF2B5EF4-FFF2-40B4-BE49-F238E27FC236}">
                <a16:creationId xmlns:a16="http://schemas.microsoft.com/office/drawing/2014/main" id="{9D560317-BC9E-E5E9-EC4B-BE83B3CA1553}"/>
              </a:ext>
            </a:extLst>
          </p:cNvPr>
          <p:cNvSpPr>
            <a:spLocks noGrp="1"/>
          </p:cNvSpPr>
          <p:nvPr>
            <p:ph type="body" idx="15" hasCustomPrompt="1"/>
          </p:nvPr>
        </p:nvSpPr>
        <p:spPr>
          <a:xfrm>
            <a:off x="407670" y="1949410"/>
            <a:ext cx="3280410" cy="1535153"/>
          </a:xfrm>
          <a:prstGeom prst="rect">
            <a:avLst/>
          </a:prstGeom>
        </p:spPr>
        <p:txBody>
          <a:bodyPr wrap="square">
            <a:noAutofit/>
          </a:bodyPr>
          <a:lstStyle>
            <a:lvl1pPr marL="0" indent="0" algn="l">
              <a:lnSpc>
                <a:spcPct val="80000"/>
              </a:lnSpc>
              <a:spcBef>
                <a:spcPts val="0"/>
              </a:spcBef>
              <a:spcAft>
                <a:spcPts val="0"/>
              </a:spcAft>
              <a:buNone/>
              <a:defRPr sz="15000" b="0" kern="100" spc="-50" baseline="0">
                <a:solidFill>
                  <a:schemeClr val="accent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0</a:t>
            </a:r>
          </a:p>
        </p:txBody>
      </p:sp>
      <p:sp>
        <p:nvSpPr>
          <p:cNvPr id="15" name="Content Placeholder 2">
            <a:extLst>
              <a:ext uri="{FF2B5EF4-FFF2-40B4-BE49-F238E27FC236}">
                <a16:creationId xmlns:a16="http://schemas.microsoft.com/office/drawing/2014/main" id="{5DB5F46A-D65E-8319-07D3-423E64224A7D}"/>
              </a:ext>
            </a:extLst>
          </p:cNvPr>
          <p:cNvSpPr>
            <a:spLocks noGrp="1"/>
          </p:cNvSpPr>
          <p:nvPr>
            <p:ph idx="10"/>
          </p:nvPr>
        </p:nvSpPr>
        <p:spPr>
          <a:xfrm>
            <a:off x="4242435" y="1950684"/>
            <a:ext cx="3280410" cy="1527529"/>
          </a:xfrm>
          <a:prstGeom prst="rect">
            <a:avLst/>
          </a:prstGeom>
        </p:spPr>
        <p:txBody>
          <a:bodyPr/>
          <a:lstStyle>
            <a:lvl1pPr>
              <a:lnSpc>
                <a:spcPct val="100000"/>
              </a:lnSpc>
              <a:spcAft>
                <a:spcPts val="1300"/>
              </a:spcAft>
              <a:defRPr sz="1500"/>
            </a:lvl1pPr>
            <a:lvl2pPr>
              <a:lnSpc>
                <a:spcPct val="100000"/>
              </a:lnSpc>
              <a:spcBef>
                <a:spcPts val="0"/>
              </a:spcBef>
              <a:defRPr sz="4500">
                <a:latin typeface="+mn-lt"/>
              </a:defRPr>
            </a:lvl2pPr>
            <a:lvl3pPr marL="0" indent="0">
              <a:spcBef>
                <a:spcPts val="100"/>
              </a:spcBef>
              <a:buNone/>
              <a:defRPr sz="1200"/>
            </a:lvl3pPr>
            <a:lvl4pPr>
              <a:defRPr sz="1200"/>
            </a:lvl4pPr>
            <a:lvl5pPr>
              <a:defRPr sz="1200"/>
            </a:lvl5pPr>
          </a:lstStyle>
          <a:p>
            <a:pPr lvl="0"/>
            <a:r>
              <a:rPr lang="en-GB"/>
              <a:t>Click to edit Master text styles</a:t>
            </a:r>
          </a:p>
          <a:p>
            <a:pPr lvl="1"/>
            <a:r>
              <a:rPr lang="en-GB"/>
              <a:t>Second level</a:t>
            </a:r>
          </a:p>
          <a:p>
            <a:pPr lvl="2"/>
            <a:r>
              <a:rPr lang="en-GB"/>
              <a:t>Third level</a:t>
            </a:r>
          </a:p>
        </p:txBody>
      </p:sp>
      <p:sp>
        <p:nvSpPr>
          <p:cNvPr id="7" name="Content Placeholder 2">
            <a:extLst>
              <a:ext uri="{FF2B5EF4-FFF2-40B4-BE49-F238E27FC236}">
                <a16:creationId xmlns:a16="http://schemas.microsoft.com/office/drawing/2014/main" id="{148E7DA0-330F-0EFA-F5EA-9B8D8ADDB8B0}"/>
              </a:ext>
            </a:extLst>
          </p:cNvPr>
          <p:cNvSpPr>
            <a:spLocks noGrp="1"/>
          </p:cNvSpPr>
          <p:nvPr>
            <p:ph idx="16"/>
          </p:nvPr>
        </p:nvSpPr>
        <p:spPr>
          <a:xfrm>
            <a:off x="8081608" y="1950684"/>
            <a:ext cx="3280410" cy="1527529"/>
          </a:xfrm>
          <a:prstGeom prst="rect">
            <a:avLst/>
          </a:prstGeom>
        </p:spPr>
        <p:txBody>
          <a:bodyPr/>
          <a:lstStyle>
            <a:lvl1pPr>
              <a:lnSpc>
                <a:spcPct val="100000"/>
              </a:lnSpc>
              <a:spcAft>
                <a:spcPts val="1300"/>
              </a:spcAft>
              <a:defRPr sz="1500"/>
            </a:lvl1pPr>
            <a:lvl2pPr>
              <a:lnSpc>
                <a:spcPct val="100000"/>
              </a:lnSpc>
              <a:spcBef>
                <a:spcPts val="0"/>
              </a:spcBef>
              <a:defRPr sz="4500">
                <a:latin typeface="+mn-lt"/>
              </a:defRPr>
            </a:lvl2pPr>
            <a:lvl3pPr marL="0" indent="0">
              <a:spcBef>
                <a:spcPts val="100"/>
              </a:spcBef>
              <a:buNone/>
              <a:defRPr sz="1200"/>
            </a:lvl3pPr>
            <a:lvl4pPr>
              <a:defRPr sz="1200"/>
            </a:lvl4pPr>
            <a:lvl5pPr>
              <a:defRPr sz="1200"/>
            </a:lvl5pPr>
          </a:lstStyle>
          <a:p>
            <a:pPr lvl="0"/>
            <a:r>
              <a:rPr lang="en-GB"/>
              <a:t>Click to edit Master text styles</a:t>
            </a:r>
          </a:p>
          <a:p>
            <a:pPr lvl="1"/>
            <a:r>
              <a:rPr lang="en-GB"/>
              <a:t>Second level</a:t>
            </a:r>
          </a:p>
          <a:p>
            <a:pPr lvl="2"/>
            <a:r>
              <a:rPr lang="en-GB"/>
              <a:t>Third level</a:t>
            </a:r>
          </a:p>
        </p:txBody>
      </p:sp>
      <p:sp>
        <p:nvSpPr>
          <p:cNvPr id="9" name="Content Placeholder 2">
            <a:extLst>
              <a:ext uri="{FF2B5EF4-FFF2-40B4-BE49-F238E27FC236}">
                <a16:creationId xmlns:a16="http://schemas.microsoft.com/office/drawing/2014/main" id="{1F934F8D-EEE5-A5C7-4F51-62B220EA007B}"/>
              </a:ext>
            </a:extLst>
          </p:cNvPr>
          <p:cNvSpPr>
            <a:spLocks noGrp="1"/>
          </p:cNvSpPr>
          <p:nvPr>
            <p:ph idx="17" hasCustomPrompt="1"/>
          </p:nvPr>
        </p:nvSpPr>
        <p:spPr>
          <a:xfrm>
            <a:off x="4242435" y="3727982"/>
            <a:ext cx="3280410" cy="1527529"/>
          </a:xfrm>
          <a:prstGeom prst="rect">
            <a:avLst/>
          </a:prstGeom>
        </p:spPr>
        <p:txBody>
          <a:bodyPr/>
          <a:lstStyle>
            <a:lvl1pPr>
              <a:lnSpc>
                <a:spcPct val="100000"/>
              </a:lnSpc>
              <a:spcAft>
                <a:spcPts val="0"/>
              </a:spcAft>
              <a:defRPr sz="4500" b="0"/>
            </a:lvl1pPr>
            <a:lvl2pPr>
              <a:lnSpc>
                <a:spcPct val="100000"/>
              </a:lnSpc>
              <a:spcBef>
                <a:spcPts val="0"/>
              </a:spcBef>
              <a:defRPr sz="1200"/>
            </a:lvl2pPr>
            <a:lvl3pPr marL="0" indent="0">
              <a:spcBef>
                <a:spcPts val="100"/>
              </a:spcBef>
              <a:buNone/>
              <a:defRPr sz="1200"/>
            </a:lvl3pPr>
            <a:lvl4pPr>
              <a:defRPr sz="1200"/>
            </a:lvl4pPr>
            <a:lvl5pPr>
              <a:defRPr sz="1200"/>
            </a:lvl5pPr>
          </a:lstStyle>
          <a:p>
            <a:pPr lvl="0"/>
            <a:r>
              <a:rPr lang="en-US"/>
              <a:t>First level</a:t>
            </a:r>
          </a:p>
          <a:p>
            <a:pPr lvl="1"/>
            <a:r>
              <a:rPr lang="en-US"/>
              <a:t>Second level</a:t>
            </a:r>
          </a:p>
        </p:txBody>
      </p:sp>
      <p:sp>
        <p:nvSpPr>
          <p:cNvPr id="11" name="Content Placeholder 2">
            <a:extLst>
              <a:ext uri="{FF2B5EF4-FFF2-40B4-BE49-F238E27FC236}">
                <a16:creationId xmlns:a16="http://schemas.microsoft.com/office/drawing/2014/main" id="{96F4A050-73C7-4EF8-22E1-17E2117180F0}"/>
              </a:ext>
            </a:extLst>
          </p:cNvPr>
          <p:cNvSpPr>
            <a:spLocks noGrp="1"/>
          </p:cNvSpPr>
          <p:nvPr>
            <p:ph idx="18" hasCustomPrompt="1"/>
          </p:nvPr>
        </p:nvSpPr>
        <p:spPr>
          <a:xfrm>
            <a:off x="8081608" y="3727982"/>
            <a:ext cx="3280410" cy="1527529"/>
          </a:xfrm>
          <a:prstGeom prst="rect">
            <a:avLst/>
          </a:prstGeom>
        </p:spPr>
        <p:txBody>
          <a:bodyPr/>
          <a:lstStyle>
            <a:lvl1pPr>
              <a:lnSpc>
                <a:spcPct val="100000"/>
              </a:lnSpc>
              <a:spcAft>
                <a:spcPts val="0"/>
              </a:spcAft>
              <a:defRPr sz="4500" b="0"/>
            </a:lvl1pPr>
            <a:lvl2pPr>
              <a:lnSpc>
                <a:spcPct val="100000"/>
              </a:lnSpc>
              <a:spcBef>
                <a:spcPts val="0"/>
              </a:spcBef>
              <a:defRPr sz="1200"/>
            </a:lvl2pPr>
            <a:lvl3pPr marL="0" indent="0">
              <a:spcBef>
                <a:spcPts val="100"/>
              </a:spcBef>
              <a:buNone/>
              <a:defRPr sz="1200"/>
            </a:lvl3pPr>
            <a:lvl4pPr>
              <a:defRPr sz="1200"/>
            </a:lvl4pPr>
            <a:lvl5pPr>
              <a:defRPr sz="1200"/>
            </a:lvl5pPr>
          </a:lstStyle>
          <a:p>
            <a:pPr lvl="0"/>
            <a:r>
              <a:rPr lang="en-US"/>
              <a:t>First level</a:t>
            </a:r>
          </a:p>
          <a:p>
            <a:pPr lvl="1"/>
            <a:r>
              <a:rPr lang="en-US"/>
              <a:t>Second level</a:t>
            </a:r>
          </a:p>
        </p:txBody>
      </p:sp>
      <p:sp>
        <p:nvSpPr>
          <p:cNvPr id="3" name="Footer Placeholder 4">
            <a:extLst>
              <a:ext uri="{FF2B5EF4-FFF2-40B4-BE49-F238E27FC236}">
                <a16:creationId xmlns:a16="http://schemas.microsoft.com/office/drawing/2014/main" id="{3279AEC2-3D38-AA3C-D9ED-F56066F02521}"/>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PwC Risk Management</a:t>
            </a:r>
          </a:p>
        </p:txBody>
      </p:sp>
      <p:sp>
        <p:nvSpPr>
          <p:cNvPr id="6" name="Slide Number Placeholder 13">
            <a:extLst>
              <a:ext uri="{FF2B5EF4-FFF2-40B4-BE49-F238E27FC236}">
                <a16:creationId xmlns:a16="http://schemas.microsoft.com/office/drawing/2014/main" id="{1F2E443D-FB19-EC91-F034-92383A4D9EAC}"/>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
        <p:nvSpPr>
          <p:cNvPr id="4" name="Title 3">
            <a:extLst>
              <a:ext uri="{FF2B5EF4-FFF2-40B4-BE49-F238E27FC236}">
                <a16:creationId xmlns:a16="http://schemas.microsoft.com/office/drawing/2014/main" id="{856AB1D9-F219-F033-F6E7-E50BD6EE8CB8}"/>
              </a:ext>
            </a:extLst>
          </p:cNvPr>
          <p:cNvSpPr>
            <a:spLocks noGrp="1"/>
          </p:cNvSpPr>
          <p:nvPr>
            <p:ph type="title"/>
          </p:nvPr>
        </p:nvSpPr>
        <p:spPr/>
        <p:txBody>
          <a:bodyPr/>
          <a:lstStyle/>
          <a:p>
            <a:r>
              <a:rPr lang="en-GB"/>
              <a:t>Click to edit Master title style</a:t>
            </a:r>
          </a:p>
        </p:txBody>
      </p:sp>
      <p:sp>
        <p:nvSpPr>
          <p:cNvPr id="5" name="Content Placeholder 10">
            <a:extLst>
              <a:ext uri="{FF2B5EF4-FFF2-40B4-BE49-F238E27FC236}">
                <a16:creationId xmlns:a16="http://schemas.microsoft.com/office/drawing/2014/main" id="{ABE63535-00B0-9D2D-DE3D-F13F1E42F9D1}"/>
              </a:ext>
            </a:extLst>
          </p:cNvPr>
          <p:cNvSpPr>
            <a:spLocks noGrp="1"/>
          </p:cNvSpPr>
          <p:nvPr>
            <p:ph sz="quarter" idx="19"/>
          </p:nvPr>
        </p:nvSpPr>
        <p:spPr>
          <a:xfrm>
            <a:off x="401639" y="3689350"/>
            <a:ext cx="3275764" cy="2249488"/>
          </a:xfrm>
        </p:spPr>
        <p:txBody>
          <a:bodyPr/>
          <a:lstStyle>
            <a:lvl1pPr>
              <a:defRPr sz="2000"/>
            </a:lvl1pPr>
          </a:lstStyle>
          <a:p>
            <a:pPr lvl="0"/>
            <a:r>
              <a:rPr lang="en-GB"/>
              <a:t>Click to edit Master text styles</a:t>
            </a:r>
          </a:p>
          <a:p>
            <a:pPr lvl="1"/>
            <a:r>
              <a:rPr lang="en-GB"/>
              <a:t>Second level</a:t>
            </a:r>
          </a:p>
        </p:txBody>
      </p:sp>
    </p:spTree>
    <p:extLst>
      <p:ext uri="{BB962C8B-B14F-4D97-AF65-F5344CB8AC3E}">
        <p14:creationId xmlns:p14="http://schemas.microsoft.com/office/powerpoint/2010/main" val="2861937415"/>
      </p:ext>
    </p:extLst>
  </p:cSld>
  <p:clrMapOvr>
    <a:masterClrMapping/>
  </p:clrMapOvr>
  <p:extLst>
    <p:ext uri="{DCECCB84-F9BA-43D5-87BE-67443E8EF086}">
      <p15:sldGuideLst xmlns:p15="http://schemas.microsoft.com/office/powerpoint/2012/main"/>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hree Content Two Small Images">
    <p:spTree>
      <p:nvGrpSpPr>
        <p:cNvPr id="1" name=""/>
        <p:cNvGrpSpPr/>
        <p:nvPr/>
      </p:nvGrpSpPr>
      <p:grpSpPr>
        <a:xfrm>
          <a:off x="0" y="0"/>
          <a:ext cx="0" cy="0"/>
          <a:chOff x="0" y="0"/>
          <a:chExt cx="0" cy="0"/>
        </a:xfrm>
      </p:grpSpPr>
      <p:sp>
        <p:nvSpPr>
          <p:cNvPr id="2" name="Content Placeholder 2">
            <a:extLst>
              <a:ext uri="{FF2B5EF4-FFF2-40B4-BE49-F238E27FC236}">
                <a16:creationId xmlns:a16="http://schemas.microsoft.com/office/drawing/2014/main" id="{E87E41F5-DD37-DB45-FC81-6078FAA35748}"/>
              </a:ext>
            </a:extLst>
          </p:cNvPr>
          <p:cNvSpPr>
            <a:spLocks noGrp="1"/>
          </p:cNvSpPr>
          <p:nvPr>
            <p:ph idx="1"/>
          </p:nvPr>
        </p:nvSpPr>
        <p:spPr>
          <a:xfrm>
            <a:off x="404394" y="1431816"/>
            <a:ext cx="3448050" cy="4498500"/>
          </a:xfrm>
          <a:prstGeom prst="rect">
            <a:avLst/>
          </a:prstGeom>
        </p:spPr>
        <p:txBody>
          <a:bodyPr/>
          <a:lstStyle>
            <a:lvl1pPr>
              <a:lnSpc>
                <a:spcPct val="100000"/>
              </a:lnSpc>
              <a:spcBef>
                <a:spcPts val="0"/>
              </a:spcBef>
              <a:spcAft>
                <a:spcPts val="1300"/>
              </a:spcAft>
              <a:defRPr sz="2000" b="1">
                <a:latin typeface="+mn-lt"/>
              </a:defRPr>
            </a:lvl1pPr>
            <a:lvl2pPr>
              <a:defRPr sz="1200"/>
            </a:lvl2pPr>
            <a:lvl3pPr>
              <a:defRPr sz="1200"/>
            </a:lvl3pPr>
            <a:lvl4pPr>
              <a:defRPr sz="1200"/>
            </a:lvl4pPr>
            <a:lvl5pPr>
              <a:defRPr sz="1200"/>
            </a:lvl5pPr>
          </a:lstStyle>
          <a:p>
            <a:pPr lvl="0"/>
            <a:r>
              <a:rPr lang="en-GB"/>
              <a:t>Click to edit Master text styles</a:t>
            </a:r>
          </a:p>
          <a:p>
            <a:pPr lvl="1"/>
            <a:r>
              <a:rPr lang="en-GB"/>
              <a:t>Second level</a:t>
            </a:r>
          </a:p>
        </p:txBody>
      </p:sp>
      <p:sp>
        <p:nvSpPr>
          <p:cNvPr id="6" name="Picture Placeholder 14">
            <a:extLst>
              <a:ext uri="{FF2B5EF4-FFF2-40B4-BE49-F238E27FC236}">
                <a16:creationId xmlns:a16="http://schemas.microsoft.com/office/drawing/2014/main" id="{D986D8FF-CF64-064A-9F64-6F1DDA4C97ED}"/>
              </a:ext>
              <a:ext uri="{C183D7F6-B498-43B3-948B-1728B52AA6E4}">
                <adec:decorative xmlns:adec="http://schemas.microsoft.com/office/drawing/2017/decorative" val="1"/>
              </a:ext>
            </a:extLst>
          </p:cNvPr>
          <p:cNvSpPr>
            <a:spLocks noGrp="1"/>
          </p:cNvSpPr>
          <p:nvPr>
            <p:ph type="pic" sz="quarter" idx="12"/>
          </p:nvPr>
        </p:nvSpPr>
        <p:spPr>
          <a:xfrm>
            <a:off x="4242435" y="3689588"/>
            <a:ext cx="3621405" cy="2257189"/>
          </a:xfrm>
          <a:prstGeom prst="rect">
            <a:avLst/>
          </a:prstGeom>
          <a:solidFill>
            <a:schemeClr val="bg2"/>
          </a:solidFill>
        </p:spPr>
        <p:txBody>
          <a:bodyPr tIns="731520"/>
          <a:lstStyle>
            <a:lvl1pPr algn="ctr">
              <a:defRPr/>
            </a:lvl1pPr>
          </a:lstStyle>
          <a:p>
            <a:r>
              <a:rPr lang="en-GB"/>
              <a:t>Click icon to add picture</a:t>
            </a:r>
            <a:endParaRPr lang="en-US"/>
          </a:p>
        </p:txBody>
      </p:sp>
      <p:sp>
        <p:nvSpPr>
          <p:cNvPr id="8" name="Picture Placeholder 14">
            <a:extLst>
              <a:ext uri="{FF2B5EF4-FFF2-40B4-BE49-F238E27FC236}">
                <a16:creationId xmlns:a16="http://schemas.microsoft.com/office/drawing/2014/main" id="{A4F26F45-080E-2E94-7AE8-D48A53D6BB61}"/>
              </a:ext>
              <a:ext uri="{C183D7F6-B498-43B3-948B-1728B52AA6E4}">
                <adec:decorative xmlns:adec="http://schemas.microsoft.com/office/drawing/2017/decorative" val="1"/>
              </a:ext>
            </a:extLst>
          </p:cNvPr>
          <p:cNvSpPr>
            <a:spLocks noGrp="1"/>
          </p:cNvSpPr>
          <p:nvPr>
            <p:ph type="pic" sz="quarter" idx="13"/>
          </p:nvPr>
        </p:nvSpPr>
        <p:spPr>
          <a:xfrm>
            <a:off x="8077200" y="3689588"/>
            <a:ext cx="3621405" cy="2257189"/>
          </a:xfrm>
          <a:prstGeom prst="rect">
            <a:avLst/>
          </a:prstGeom>
          <a:solidFill>
            <a:schemeClr val="bg2"/>
          </a:solidFill>
        </p:spPr>
        <p:txBody>
          <a:bodyPr tIns="731520"/>
          <a:lstStyle>
            <a:lvl1pPr algn="ctr">
              <a:defRPr/>
            </a:lvl1pPr>
          </a:lstStyle>
          <a:p>
            <a:r>
              <a:rPr lang="en-GB"/>
              <a:t>Click icon to add picture</a:t>
            </a:r>
            <a:endParaRPr lang="en-US"/>
          </a:p>
        </p:txBody>
      </p:sp>
      <p:sp>
        <p:nvSpPr>
          <p:cNvPr id="3" name="Footer Placeholder 4">
            <a:extLst>
              <a:ext uri="{FF2B5EF4-FFF2-40B4-BE49-F238E27FC236}">
                <a16:creationId xmlns:a16="http://schemas.microsoft.com/office/drawing/2014/main" id="{E67D3849-C8CD-8658-1466-0AC905A32902}"/>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PwC Risk Management</a:t>
            </a:r>
          </a:p>
        </p:txBody>
      </p:sp>
      <p:sp>
        <p:nvSpPr>
          <p:cNvPr id="7" name="Slide Number Placeholder 13">
            <a:extLst>
              <a:ext uri="{FF2B5EF4-FFF2-40B4-BE49-F238E27FC236}">
                <a16:creationId xmlns:a16="http://schemas.microsoft.com/office/drawing/2014/main" id="{45FB2FC1-37EA-E80B-8E2C-5BB79F82C549}"/>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
        <p:nvSpPr>
          <p:cNvPr id="10" name="Content Placeholder 9">
            <a:extLst>
              <a:ext uri="{FF2B5EF4-FFF2-40B4-BE49-F238E27FC236}">
                <a16:creationId xmlns:a16="http://schemas.microsoft.com/office/drawing/2014/main" id="{5A2037F7-B3A9-12F0-2FF5-CE932889ED42}"/>
              </a:ext>
            </a:extLst>
          </p:cNvPr>
          <p:cNvSpPr>
            <a:spLocks noGrp="1"/>
          </p:cNvSpPr>
          <p:nvPr>
            <p:ph sz="quarter" idx="14"/>
          </p:nvPr>
        </p:nvSpPr>
        <p:spPr>
          <a:xfrm>
            <a:off x="4240797" y="1430922"/>
            <a:ext cx="3621405" cy="1941513"/>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2" name="Content Placeholder 9">
            <a:extLst>
              <a:ext uri="{FF2B5EF4-FFF2-40B4-BE49-F238E27FC236}">
                <a16:creationId xmlns:a16="http://schemas.microsoft.com/office/drawing/2014/main" id="{9B8FF16B-AB78-F870-CB74-79A24D01016B}"/>
              </a:ext>
            </a:extLst>
          </p:cNvPr>
          <p:cNvSpPr>
            <a:spLocks noGrp="1"/>
          </p:cNvSpPr>
          <p:nvPr>
            <p:ph sz="quarter" idx="15"/>
          </p:nvPr>
        </p:nvSpPr>
        <p:spPr>
          <a:xfrm>
            <a:off x="8081110" y="1430922"/>
            <a:ext cx="3621405" cy="1941513"/>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Title 3">
            <a:extLst>
              <a:ext uri="{FF2B5EF4-FFF2-40B4-BE49-F238E27FC236}">
                <a16:creationId xmlns:a16="http://schemas.microsoft.com/office/drawing/2014/main" id="{C9001DBD-0599-7AE4-5E39-052B6B93DB3D}"/>
              </a:ext>
            </a:extLst>
          </p:cNvPr>
          <p:cNvSpPr>
            <a:spLocks noGrp="1"/>
          </p:cNvSpPr>
          <p:nvPr>
            <p:ph type="title"/>
          </p:nvPr>
        </p:nvSpPr>
        <p:spPr/>
        <p:txBody>
          <a:bodyPr/>
          <a:lstStyle/>
          <a:p>
            <a:r>
              <a:rPr lang="en-GB"/>
              <a:t>Click to edit Master title style</a:t>
            </a:r>
          </a:p>
        </p:txBody>
      </p:sp>
    </p:spTree>
    <p:extLst>
      <p:ext uri="{BB962C8B-B14F-4D97-AF65-F5344CB8AC3E}">
        <p14:creationId xmlns:p14="http://schemas.microsoft.com/office/powerpoint/2010/main" val="689805342"/>
      </p:ext>
    </p:extLst>
  </p:cSld>
  <p:clrMapOvr>
    <a:masterClrMapping/>
  </p:clrMapOvr>
  <p:extLst>
    <p:ext uri="{DCECCB84-F9BA-43D5-87BE-67443E8EF086}">
      <p15:sldGuideLst xmlns:p15="http://schemas.microsoft.com/office/powerpoint/2012/main"/>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Three Images Three Content">
    <p:spTree>
      <p:nvGrpSpPr>
        <p:cNvPr id="1" name=""/>
        <p:cNvGrpSpPr/>
        <p:nvPr/>
      </p:nvGrpSpPr>
      <p:grpSpPr>
        <a:xfrm>
          <a:off x="0" y="0"/>
          <a:ext cx="0" cy="0"/>
          <a:chOff x="0" y="0"/>
          <a:chExt cx="0" cy="0"/>
        </a:xfrm>
      </p:grpSpPr>
      <p:sp>
        <p:nvSpPr>
          <p:cNvPr id="6" name="Picture Placeholder 14">
            <a:extLst>
              <a:ext uri="{FF2B5EF4-FFF2-40B4-BE49-F238E27FC236}">
                <a16:creationId xmlns:a16="http://schemas.microsoft.com/office/drawing/2014/main" id="{C4FF4641-ED6B-EA6B-E1D6-5913E5D1C4A7}"/>
              </a:ext>
              <a:ext uri="{C183D7F6-B498-43B3-948B-1728B52AA6E4}">
                <adec:decorative xmlns:adec="http://schemas.microsoft.com/office/drawing/2017/decorative" val="1"/>
              </a:ext>
            </a:extLst>
          </p:cNvPr>
          <p:cNvSpPr>
            <a:spLocks noGrp="1"/>
          </p:cNvSpPr>
          <p:nvPr>
            <p:ph type="pic" sz="quarter" idx="12"/>
          </p:nvPr>
        </p:nvSpPr>
        <p:spPr>
          <a:xfrm>
            <a:off x="400050" y="1434783"/>
            <a:ext cx="3621405" cy="2449830"/>
          </a:xfrm>
          <a:prstGeom prst="rect">
            <a:avLst/>
          </a:prstGeom>
          <a:solidFill>
            <a:schemeClr val="bg2"/>
          </a:solidFill>
        </p:spPr>
        <p:txBody>
          <a:bodyPr tIns="731520"/>
          <a:lstStyle>
            <a:lvl1pPr algn="ctr">
              <a:defRPr/>
            </a:lvl1pPr>
          </a:lstStyle>
          <a:p>
            <a:r>
              <a:rPr lang="en-GB"/>
              <a:t>Click icon to add picture</a:t>
            </a:r>
            <a:endParaRPr lang="en-US"/>
          </a:p>
        </p:txBody>
      </p:sp>
      <p:sp>
        <p:nvSpPr>
          <p:cNvPr id="8" name="Picture Placeholder 14">
            <a:extLst>
              <a:ext uri="{FF2B5EF4-FFF2-40B4-BE49-F238E27FC236}">
                <a16:creationId xmlns:a16="http://schemas.microsoft.com/office/drawing/2014/main" id="{738BD24F-B7A9-6A5E-4B91-293E35C96245}"/>
              </a:ext>
              <a:ext uri="{C183D7F6-B498-43B3-948B-1728B52AA6E4}">
                <adec:decorative xmlns:adec="http://schemas.microsoft.com/office/drawing/2017/decorative" val="1"/>
              </a:ext>
            </a:extLst>
          </p:cNvPr>
          <p:cNvSpPr>
            <a:spLocks noGrp="1"/>
          </p:cNvSpPr>
          <p:nvPr>
            <p:ph type="pic" sz="quarter" idx="13"/>
          </p:nvPr>
        </p:nvSpPr>
        <p:spPr>
          <a:xfrm>
            <a:off x="4247197" y="1434783"/>
            <a:ext cx="3621405" cy="2449830"/>
          </a:xfrm>
          <a:prstGeom prst="rect">
            <a:avLst/>
          </a:prstGeom>
          <a:solidFill>
            <a:schemeClr val="bg2"/>
          </a:solidFill>
        </p:spPr>
        <p:txBody>
          <a:bodyPr tIns="731520"/>
          <a:lstStyle>
            <a:lvl1pPr algn="ctr">
              <a:defRPr/>
            </a:lvl1pPr>
          </a:lstStyle>
          <a:p>
            <a:r>
              <a:rPr lang="en-GB"/>
              <a:t>Click icon to add picture</a:t>
            </a:r>
            <a:endParaRPr lang="en-US"/>
          </a:p>
        </p:txBody>
      </p:sp>
      <p:sp>
        <p:nvSpPr>
          <p:cNvPr id="9" name="Picture Placeholder 14">
            <a:extLst>
              <a:ext uri="{FF2B5EF4-FFF2-40B4-BE49-F238E27FC236}">
                <a16:creationId xmlns:a16="http://schemas.microsoft.com/office/drawing/2014/main" id="{3EA62964-C972-788F-A145-641910913B5F}"/>
              </a:ext>
              <a:ext uri="{C183D7F6-B498-43B3-948B-1728B52AA6E4}">
                <adec:decorative xmlns:adec="http://schemas.microsoft.com/office/drawing/2017/decorative" val="1"/>
              </a:ext>
            </a:extLst>
          </p:cNvPr>
          <p:cNvSpPr>
            <a:spLocks noGrp="1"/>
          </p:cNvSpPr>
          <p:nvPr>
            <p:ph type="pic" sz="quarter" idx="14"/>
          </p:nvPr>
        </p:nvSpPr>
        <p:spPr>
          <a:xfrm>
            <a:off x="8084820" y="1434783"/>
            <a:ext cx="3621405" cy="2449830"/>
          </a:xfrm>
          <a:prstGeom prst="rect">
            <a:avLst/>
          </a:prstGeom>
          <a:solidFill>
            <a:schemeClr val="bg2"/>
          </a:solidFill>
        </p:spPr>
        <p:txBody>
          <a:bodyPr tIns="731520"/>
          <a:lstStyle>
            <a:lvl1pPr algn="ctr">
              <a:defRPr/>
            </a:lvl1pPr>
          </a:lstStyle>
          <a:p>
            <a:r>
              <a:rPr lang="en-GB"/>
              <a:t>Click icon to add picture</a:t>
            </a:r>
            <a:endParaRPr lang="en-US"/>
          </a:p>
        </p:txBody>
      </p:sp>
      <p:sp>
        <p:nvSpPr>
          <p:cNvPr id="3" name="Footer Placeholder 4">
            <a:extLst>
              <a:ext uri="{FF2B5EF4-FFF2-40B4-BE49-F238E27FC236}">
                <a16:creationId xmlns:a16="http://schemas.microsoft.com/office/drawing/2014/main" id="{E6D39F23-E441-3514-2A4F-F9CCA291192C}"/>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PwC Risk Management</a:t>
            </a:r>
          </a:p>
        </p:txBody>
      </p:sp>
      <p:sp>
        <p:nvSpPr>
          <p:cNvPr id="7" name="Slide Number Placeholder 13">
            <a:extLst>
              <a:ext uri="{FF2B5EF4-FFF2-40B4-BE49-F238E27FC236}">
                <a16:creationId xmlns:a16="http://schemas.microsoft.com/office/drawing/2014/main" id="{FE222EB9-6543-2E06-6048-C32D6D58FBCC}"/>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
        <p:nvSpPr>
          <p:cNvPr id="4" name="Title 3">
            <a:extLst>
              <a:ext uri="{FF2B5EF4-FFF2-40B4-BE49-F238E27FC236}">
                <a16:creationId xmlns:a16="http://schemas.microsoft.com/office/drawing/2014/main" id="{5FECE73D-C1BF-CCBB-D06F-251C2E25ACC5}"/>
              </a:ext>
            </a:extLst>
          </p:cNvPr>
          <p:cNvSpPr>
            <a:spLocks noGrp="1"/>
          </p:cNvSpPr>
          <p:nvPr>
            <p:ph type="title"/>
          </p:nvPr>
        </p:nvSpPr>
        <p:spPr/>
        <p:txBody>
          <a:bodyPr/>
          <a:lstStyle/>
          <a:p>
            <a:r>
              <a:rPr lang="en-GB"/>
              <a:t>Click to edit Master title style</a:t>
            </a:r>
          </a:p>
        </p:txBody>
      </p:sp>
      <p:sp>
        <p:nvSpPr>
          <p:cNvPr id="11" name="Content Placeholder 10">
            <a:extLst>
              <a:ext uri="{FF2B5EF4-FFF2-40B4-BE49-F238E27FC236}">
                <a16:creationId xmlns:a16="http://schemas.microsoft.com/office/drawing/2014/main" id="{0A426DA8-9708-CB0C-B947-860398B10C69}"/>
              </a:ext>
            </a:extLst>
          </p:cNvPr>
          <p:cNvSpPr>
            <a:spLocks noGrp="1"/>
          </p:cNvSpPr>
          <p:nvPr>
            <p:ph sz="quarter" idx="15"/>
          </p:nvPr>
        </p:nvSpPr>
        <p:spPr>
          <a:xfrm>
            <a:off x="402222" y="4003257"/>
            <a:ext cx="3621404" cy="2054225"/>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2" name="Content Placeholder 10">
            <a:extLst>
              <a:ext uri="{FF2B5EF4-FFF2-40B4-BE49-F238E27FC236}">
                <a16:creationId xmlns:a16="http://schemas.microsoft.com/office/drawing/2014/main" id="{32218E21-0AC5-4E19-357E-90B0D30839E8}"/>
              </a:ext>
            </a:extLst>
          </p:cNvPr>
          <p:cNvSpPr>
            <a:spLocks noGrp="1"/>
          </p:cNvSpPr>
          <p:nvPr>
            <p:ph sz="quarter" idx="16"/>
          </p:nvPr>
        </p:nvSpPr>
        <p:spPr>
          <a:xfrm>
            <a:off x="4241633" y="4003257"/>
            <a:ext cx="3621404" cy="2054225"/>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3" name="Content Placeholder 10">
            <a:extLst>
              <a:ext uri="{FF2B5EF4-FFF2-40B4-BE49-F238E27FC236}">
                <a16:creationId xmlns:a16="http://schemas.microsoft.com/office/drawing/2014/main" id="{EE364641-7424-AD97-6598-4249E197D438}"/>
              </a:ext>
            </a:extLst>
          </p:cNvPr>
          <p:cNvSpPr>
            <a:spLocks noGrp="1"/>
          </p:cNvSpPr>
          <p:nvPr>
            <p:ph sz="quarter" idx="17"/>
          </p:nvPr>
        </p:nvSpPr>
        <p:spPr>
          <a:xfrm>
            <a:off x="8081043" y="4001085"/>
            <a:ext cx="3621404" cy="2054225"/>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Tree>
    <p:extLst>
      <p:ext uri="{BB962C8B-B14F-4D97-AF65-F5344CB8AC3E}">
        <p14:creationId xmlns:p14="http://schemas.microsoft.com/office/powerpoint/2010/main" val="3559673566"/>
      </p:ext>
    </p:extLst>
  </p:cSld>
  <p:clrMapOvr>
    <a:masterClrMapping/>
  </p:clrMapOvr>
  <p:extLst>
    <p:ext uri="{DCECCB84-F9BA-43D5-87BE-67443E8EF086}">
      <p15:sldGuideLst xmlns:p15="http://schemas.microsoft.com/office/powerpoint/2012/main"/>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Side TItle Two Images Two Content">
    <p:spTree>
      <p:nvGrpSpPr>
        <p:cNvPr id="1" name=""/>
        <p:cNvGrpSpPr/>
        <p:nvPr/>
      </p:nvGrpSpPr>
      <p:grpSpPr>
        <a:xfrm>
          <a:off x="0" y="0"/>
          <a:ext cx="0" cy="0"/>
          <a:chOff x="0" y="0"/>
          <a:chExt cx="0" cy="0"/>
        </a:xfrm>
      </p:grpSpPr>
      <p:sp>
        <p:nvSpPr>
          <p:cNvPr id="12" name="Title Placeholder 1">
            <a:extLst>
              <a:ext uri="{FF2B5EF4-FFF2-40B4-BE49-F238E27FC236}">
                <a16:creationId xmlns:a16="http://schemas.microsoft.com/office/drawing/2014/main" id="{32898A4C-932E-23E9-DC30-A54F1747D7DA}"/>
              </a:ext>
            </a:extLst>
          </p:cNvPr>
          <p:cNvSpPr>
            <a:spLocks noGrp="1"/>
          </p:cNvSpPr>
          <p:nvPr>
            <p:ph type="title"/>
          </p:nvPr>
        </p:nvSpPr>
        <p:spPr>
          <a:xfrm>
            <a:off x="403014" y="4002723"/>
            <a:ext cx="3389473" cy="1929924"/>
          </a:xfrm>
          <a:prstGeom prst="rect">
            <a:avLst/>
          </a:prstGeom>
        </p:spPr>
        <p:txBody>
          <a:bodyPr vert="horz" lIns="0" tIns="0" rIns="0" bIns="0" rtlCol="0" anchor="t" anchorCtr="0">
            <a:noAutofit/>
          </a:bodyPr>
          <a:lstStyle>
            <a:lvl1pPr>
              <a:defRPr sz="2400"/>
            </a:lvl1pPr>
          </a:lstStyle>
          <a:p>
            <a:r>
              <a:rPr lang="en-GB"/>
              <a:t>Click to edit Master title style</a:t>
            </a:r>
            <a:endParaRPr lang="en-US"/>
          </a:p>
        </p:txBody>
      </p:sp>
      <p:sp>
        <p:nvSpPr>
          <p:cNvPr id="6" name="Picture Placeholder 14">
            <a:extLst>
              <a:ext uri="{FF2B5EF4-FFF2-40B4-BE49-F238E27FC236}">
                <a16:creationId xmlns:a16="http://schemas.microsoft.com/office/drawing/2014/main" id="{D986D8FF-CF64-064A-9F64-6F1DDA4C97ED}"/>
              </a:ext>
              <a:ext uri="{C183D7F6-B498-43B3-948B-1728B52AA6E4}">
                <adec:decorative xmlns:adec="http://schemas.microsoft.com/office/drawing/2017/decorative" val="1"/>
              </a:ext>
            </a:extLst>
          </p:cNvPr>
          <p:cNvSpPr>
            <a:spLocks noGrp="1"/>
          </p:cNvSpPr>
          <p:nvPr>
            <p:ph type="pic" sz="quarter" idx="12"/>
          </p:nvPr>
        </p:nvSpPr>
        <p:spPr>
          <a:xfrm>
            <a:off x="4242435" y="410052"/>
            <a:ext cx="3621405" cy="3474561"/>
          </a:xfrm>
          <a:prstGeom prst="rect">
            <a:avLst/>
          </a:prstGeom>
          <a:solidFill>
            <a:schemeClr val="bg2"/>
          </a:solidFill>
        </p:spPr>
        <p:txBody>
          <a:bodyPr tIns="731520"/>
          <a:lstStyle>
            <a:lvl1pPr algn="ctr">
              <a:defRPr/>
            </a:lvl1pPr>
          </a:lstStyle>
          <a:p>
            <a:r>
              <a:rPr lang="en-GB"/>
              <a:t>Click icon to add picture</a:t>
            </a:r>
            <a:endParaRPr lang="en-US"/>
          </a:p>
        </p:txBody>
      </p:sp>
      <p:sp>
        <p:nvSpPr>
          <p:cNvPr id="8" name="Picture Placeholder 14">
            <a:extLst>
              <a:ext uri="{FF2B5EF4-FFF2-40B4-BE49-F238E27FC236}">
                <a16:creationId xmlns:a16="http://schemas.microsoft.com/office/drawing/2014/main" id="{A4F26F45-080E-2E94-7AE8-D48A53D6BB61}"/>
              </a:ext>
              <a:ext uri="{C183D7F6-B498-43B3-948B-1728B52AA6E4}">
                <adec:decorative xmlns:adec="http://schemas.microsoft.com/office/drawing/2017/decorative" val="1"/>
              </a:ext>
            </a:extLst>
          </p:cNvPr>
          <p:cNvSpPr>
            <a:spLocks noGrp="1"/>
          </p:cNvSpPr>
          <p:nvPr>
            <p:ph type="pic" sz="quarter" idx="13"/>
          </p:nvPr>
        </p:nvSpPr>
        <p:spPr>
          <a:xfrm>
            <a:off x="8084820" y="410052"/>
            <a:ext cx="3621405" cy="3474561"/>
          </a:xfrm>
          <a:prstGeom prst="rect">
            <a:avLst/>
          </a:prstGeom>
          <a:solidFill>
            <a:schemeClr val="bg2"/>
          </a:solidFill>
        </p:spPr>
        <p:txBody>
          <a:bodyPr tIns="731520"/>
          <a:lstStyle>
            <a:lvl1pPr algn="ctr">
              <a:defRPr/>
            </a:lvl1pPr>
          </a:lstStyle>
          <a:p>
            <a:r>
              <a:rPr lang="en-GB"/>
              <a:t>Click icon to add picture</a:t>
            </a:r>
            <a:endParaRPr lang="en-US"/>
          </a:p>
        </p:txBody>
      </p:sp>
      <p:sp>
        <p:nvSpPr>
          <p:cNvPr id="3" name="Footer Placeholder 4">
            <a:extLst>
              <a:ext uri="{FF2B5EF4-FFF2-40B4-BE49-F238E27FC236}">
                <a16:creationId xmlns:a16="http://schemas.microsoft.com/office/drawing/2014/main" id="{4BD5BA45-6FFD-0692-0F0F-E110F28E6809}"/>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PwC Risk Management</a:t>
            </a:r>
          </a:p>
        </p:txBody>
      </p:sp>
      <p:sp>
        <p:nvSpPr>
          <p:cNvPr id="5" name="Slide Number Placeholder 13">
            <a:extLst>
              <a:ext uri="{FF2B5EF4-FFF2-40B4-BE49-F238E27FC236}">
                <a16:creationId xmlns:a16="http://schemas.microsoft.com/office/drawing/2014/main" id="{6A0EF6EA-3F57-5496-E0F3-4864ED1104A5}"/>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
        <p:nvSpPr>
          <p:cNvPr id="9" name="Content Placeholder 10">
            <a:extLst>
              <a:ext uri="{FF2B5EF4-FFF2-40B4-BE49-F238E27FC236}">
                <a16:creationId xmlns:a16="http://schemas.microsoft.com/office/drawing/2014/main" id="{3790D4C0-BD69-D564-4240-2AA4D16A2178}"/>
              </a:ext>
            </a:extLst>
          </p:cNvPr>
          <p:cNvSpPr>
            <a:spLocks noGrp="1"/>
          </p:cNvSpPr>
          <p:nvPr>
            <p:ph sz="quarter" idx="16"/>
          </p:nvPr>
        </p:nvSpPr>
        <p:spPr>
          <a:xfrm>
            <a:off x="4241633" y="4003257"/>
            <a:ext cx="3621404" cy="2054225"/>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0" name="Content Placeholder 10">
            <a:extLst>
              <a:ext uri="{FF2B5EF4-FFF2-40B4-BE49-F238E27FC236}">
                <a16:creationId xmlns:a16="http://schemas.microsoft.com/office/drawing/2014/main" id="{B31096CE-21DD-3159-9766-BCDF99B5B80E}"/>
              </a:ext>
            </a:extLst>
          </p:cNvPr>
          <p:cNvSpPr>
            <a:spLocks noGrp="1"/>
          </p:cNvSpPr>
          <p:nvPr>
            <p:ph sz="quarter" idx="17"/>
          </p:nvPr>
        </p:nvSpPr>
        <p:spPr>
          <a:xfrm>
            <a:off x="8081043" y="4001085"/>
            <a:ext cx="3621404" cy="2054225"/>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Tree>
    <p:extLst>
      <p:ext uri="{BB962C8B-B14F-4D97-AF65-F5344CB8AC3E}">
        <p14:creationId xmlns:p14="http://schemas.microsoft.com/office/powerpoint/2010/main" val="3635238394"/>
      </p:ext>
    </p:extLst>
  </p:cSld>
  <p:clrMapOvr>
    <a:masterClrMapping/>
  </p:clrMapOvr>
  <p:extLst>
    <p:ext uri="{DCECCB84-F9BA-43D5-87BE-67443E8EF086}">
      <p15:sldGuideLst xmlns:p15="http://schemas.microsoft.com/office/powerpoint/2012/main"/>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Four Content">
    <p:spTree>
      <p:nvGrpSpPr>
        <p:cNvPr id="1" name=""/>
        <p:cNvGrpSpPr/>
        <p:nvPr/>
      </p:nvGrpSpPr>
      <p:grpSpPr>
        <a:xfrm>
          <a:off x="0" y="0"/>
          <a:ext cx="0" cy="0"/>
          <a:chOff x="0" y="0"/>
          <a:chExt cx="0" cy="0"/>
        </a:xfrm>
      </p:grpSpPr>
      <p:sp>
        <p:nvSpPr>
          <p:cNvPr id="3" name="Footer Placeholder 4">
            <a:extLst>
              <a:ext uri="{FF2B5EF4-FFF2-40B4-BE49-F238E27FC236}">
                <a16:creationId xmlns:a16="http://schemas.microsoft.com/office/drawing/2014/main" id="{34BACFA0-1865-CA7A-660A-9F840AA5ED52}"/>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PwC Risk Management</a:t>
            </a:r>
          </a:p>
        </p:txBody>
      </p:sp>
      <p:sp>
        <p:nvSpPr>
          <p:cNvPr id="9" name="Slide Number Placeholder 13">
            <a:extLst>
              <a:ext uri="{FF2B5EF4-FFF2-40B4-BE49-F238E27FC236}">
                <a16:creationId xmlns:a16="http://schemas.microsoft.com/office/drawing/2014/main" id="{BCCFAC37-C331-299A-576E-FB4D9E873FC0}"/>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
        <p:nvSpPr>
          <p:cNvPr id="10" name="Content Placeholder 9">
            <a:extLst>
              <a:ext uri="{FF2B5EF4-FFF2-40B4-BE49-F238E27FC236}">
                <a16:creationId xmlns:a16="http://schemas.microsoft.com/office/drawing/2014/main" id="{31EFE3FD-F731-A8D3-3C19-422508E23CAC}"/>
              </a:ext>
            </a:extLst>
          </p:cNvPr>
          <p:cNvSpPr>
            <a:spLocks noGrp="1"/>
          </p:cNvSpPr>
          <p:nvPr>
            <p:ph sz="quarter" idx="10"/>
          </p:nvPr>
        </p:nvSpPr>
        <p:spPr>
          <a:xfrm>
            <a:off x="401638" y="1948447"/>
            <a:ext cx="2763837" cy="3992563"/>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1" name="Content Placeholder 9">
            <a:extLst>
              <a:ext uri="{FF2B5EF4-FFF2-40B4-BE49-F238E27FC236}">
                <a16:creationId xmlns:a16="http://schemas.microsoft.com/office/drawing/2014/main" id="{A02A83A7-0DA9-3CC2-220B-C7AC43CD4464}"/>
              </a:ext>
            </a:extLst>
          </p:cNvPr>
          <p:cNvSpPr>
            <a:spLocks noGrp="1"/>
          </p:cNvSpPr>
          <p:nvPr>
            <p:ph sz="quarter" idx="11"/>
          </p:nvPr>
        </p:nvSpPr>
        <p:spPr>
          <a:xfrm>
            <a:off x="3284871" y="1948447"/>
            <a:ext cx="2757487" cy="3992563"/>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2" name="Content Placeholder 9">
            <a:extLst>
              <a:ext uri="{FF2B5EF4-FFF2-40B4-BE49-F238E27FC236}">
                <a16:creationId xmlns:a16="http://schemas.microsoft.com/office/drawing/2014/main" id="{1CDE442B-5CEF-3730-FCB5-C2243E310EC4}"/>
              </a:ext>
            </a:extLst>
          </p:cNvPr>
          <p:cNvSpPr>
            <a:spLocks noGrp="1"/>
          </p:cNvSpPr>
          <p:nvPr>
            <p:ph sz="quarter" idx="12"/>
          </p:nvPr>
        </p:nvSpPr>
        <p:spPr>
          <a:xfrm>
            <a:off x="6161755" y="1948447"/>
            <a:ext cx="2757487" cy="3992563"/>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4" name="Content Placeholder 9">
            <a:extLst>
              <a:ext uri="{FF2B5EF4-FFF2-40B4-BE49-F238E27FC236}">
                <a16:creationId xmlns:a16="http://schemas.microsoft.com/office/drawing/2014/main" id="{CDD9F663-A828-2635-7F1A-84CC718501DC}"/>
              </a:ext>
            </a:extLst>
          </p:cNvPr>
          <p:cNvSpPr>
            <a:spLocks noGrp="1"/>
          </p:cNvSpPr>
          <p:nvPr>
            <p:ph sz="quarter" idx="13"/>
          </p:nvPr>
        </p:nvSpPr>
        <p:spPr>
          <a:xfrm>
            <a:off x="9038640" y="1948447"/>
            <a:ext cx="2757487" cy="3992563"/>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2" name="Title 1">
            <a:extLst>
              <a:ext uri="{FF2B5EF4-FFF2-40B4-BE49-F238E27FC236}">
                <a16:creationId xmlns:a16="http://schemas.microsoft.com/office/drawing/2014/main" id="{02EFDDD9-500F-9A43-0FC8-B82E1ADAC15D}"/>
              </a:ext>
            </a:extLst>
          </p:cNvPr>
          <p:cNvSpPr>
            <a:spLocks noGrp="1"/>
          </p:cNvSpPr>
          <p:nvPr>
            <p:ph type="title"/>
          </p:nvPr>
        </p:nvSpPr>
        <p:spPr/>
        <p:txBody>
          <a:bodyPr/>
          <a:lstStyle/>
          <a:p>
            <a:r>
              <a:rPr lang="en-GB"/>
              <a:t>Click to edit Master title style</a:t>
            </a:r>
          </a:p>
        </p:txBody>
      </p:sp>
    </p:spTree>
    <p:extLst>
      <p:ext uri="{BB962C8B-B14F-4D97-AF65-F5344CB8AC3E}">
        <p14:creationId xmlns:p14="http://schemas.microsoft.com/office/powerpoint/2010/main" val="1098539176"/>
      </p:ext>
    </p:extLst>
  </p:cSld>
  <p:clrMapOvr>
    <a:masterClrMapping/>
  </p:clrMapOvr>
  <p:extLst>
    <p:ext uri="{DCECCB84-F9BA-43D5-87BE-67443E8EF086}">
      <p15:sldGuideLst xmlns:p15="http://schemas.microsoft.com/office/powerpoint/2012/main"/>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1_Four Content-sub header">
    <p:spTree>
      <p:nvGrpSpPr>
        <p:cNvPr id="1" name=""/>
        <p:cNvGrpSpPr/>
        <p:nvPr/>
      </p:nvGrpSpPr>
      <p:grpSpPr>
        <a:xfrm>
          <a:off x="0" y="0"/>
          <a:ext cx="0" cy="0"/>
          <a:chOff x="0" y="0"/>
          <a:chExt cx="0" cy="0"/>
        </a:xfrm>
      </p:grpSpPr>
      <p:sp>
        <p:nvSpPr>
          <p:cNvPr id="3" name="Footer Placeholder 4">
            <a:extLst>
              <a:ext uri="{FF2B5EF4-FFF2-40B4-BE49-F238E27FC236}">
                <a16:creationId xmlns:a16="http://schemas.microsoft.com/office/drawing/2014/main" id="{34BACFA0-1865-CA7A-660A-9F840AA5ED52}"/>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PwC Risk Management</a:t>
            </a:r>
          </a:p>
        </p:txBody>
      </p:sp>
      <p:sp>
        <p:nvSpPr>
          <p:cNvPr id="9" name="Slide Number Placeholder 13">
            <a:extLst>
              <a:ext uri="{FF2B5EF4-FFF2-40B4-BE49-F238E27FC236}">
                <a16:creationId xmlns:a16="http://schemas.microsoft.com/office/drawing/2014/main" id="{BCCFAC37-C331-299A-576E-FB4D9E873FC0}"/>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
        <p:nvSpPr>
          <p:cNvPr id="10" name="Content Placeholder 9">
            <a:extLst>
              <a:ext uri="{FF2B5EF4-FFF2-40B4-BE49-F238E27FC236}">
                <a16:creationId xmlns:a16="http://schemas.microsoft.com/office/drawing/2014/main" id="{31EFE3FD-F731-A8D3-3C19-422508E23CAC}"/>
              </a:ext>
            </a:extLst>
          </p:cNvPr>
          <p:cNvSpPr>
            <a:spLocks noGrp="1"/>
          </p:cNvSpPr>
          <p:nvPr>
            <p:ph sz="quarter" idx="10"/>
          </p:nvPr>
        </p:nvSpPr>
        <p:spPr>
          <a:xfrm>
            <a:off x="401638" y="1948447"/>
            <a:ext cx="2763837" cy="3992563"/>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1" name="Content Placeholder 9">
            <a:extLst>
              <a:ext uri="{FF2B5EF4-FFF2-40B4-BE49-F238E27FC236}">
                <a16:creationId xmlns:a16="http://schemas.microsoft.com/office/drawing/2014/main" id="{A02A83A7-0DA9-3CC2-220B-C7AC43CD4464}"/>
              </a:ext>
            </a:extLst>
          </p:cNvPr>
          <p:cNvSpPr>
            <a:spLocks noGrp="1"/>
          </p:cNvSpPr>
          <p:nvPr>
            <p:ph sz="quarter" idx="11"/>
          </p:nvPr>
        </p:nvSpPr>
        <p:spPr>
          <a:xfrm>
            <a:off x="3284874" y="1948447"/>
            <a:ext cx="2767010" cy="3992563"/>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2" name="Content Placeholder 9">
            <a:extLst>
              <a:ext uri="{FF2B5EF4-FFF2-40B4-BE49-F238E27FC236}">
                <a16:creationId xmlns:a16="http://schemas.microsoft.com/office/drawing/2014/main" id="{1CDE442B-5CEF-3730-FCB5-C2243E310EC4}"/>
              </a:ext>
            </a:extLst>
          </p:cNvPr>
          <p:cNvSpPr>
            <a:spLocks noGrp="1"/>
          </p:cNvSpPr>
          <p:nvPr>
            <p:ph sz="quarter" idx="12"/>
          </p:nvPr>
        </p:nvSpPr>
        <p:spPr>
          <a:xfrm>
            <a:off x="6161755" y="1948447"/>
            <a:ext cx="2763837" cy="3992563"/>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4" name="Content Placeholder 9">
            <a:extLst>
              <a:ext uri="{FF2B5EF4-FFF2-40B4-BE49-F238E27FC236}">
                <a16:creationId xmlns:a16="http://schemas.microsoft.com/office/drawing/2014/main" id="{CDD9F663-A828-2635-7F1A-84CC718501DC}"/>
              </a:ext>
            </a:extLst>
          </p:cNvPr>
          <p:cNvSpPr>
            <a:spLocks noGrp="1"/>
          </p:cNvSpPr>
          <p:nvPr>
            <p:ph sz="quarter" idx="13"/>
          </p:nvPr>
        </p:nvSpPr>
        <p:spPr>
          <a:xfrm>
            <a:off x="9041815" y="1948447"/>
            <a:ext cx="2757487" cy="3992563"/>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2" name="Content Placeholder 3">
            <a:extLst>
              <a:ext uri="{FF2B5EF4-FFF2-40B4-BE49-F238E27FC236}">
                <a16:creationId xmlns:a16="http://schemas.microsoft.com/office/drawing/2014/main" id="{A3880C2E-9B88-5C24-48CA-D4BBEC7F56E6}"/>
              </a:ext>
            </a:extLst>
          </p:cNvPr>
          <p:cNvSpPr>
            <a:spLocks noGrp="1"/>
          </p:cNvSpPr>
          <p:nvPr>
            <p:ph sz="quarter" idx="14"/>
          </p:nvPr>
        </p:nvSpPr>
        <p:spPr>
          <a:xfrm>
            <a:off x="404489" y="920102"/>
            <a:ext cx="11401425" cy="513470"/>
          </a:xfrm>
        </p:spPr>
        <p:txBody>
          <a:bodyPr/>
          <a:lstStyle>
            <a:lvl1pPr>
              <a:spcBef>
                <a:spcPts val="0"/>
              </a:spcBef>
              <a:spcAft>
                <a:spcPts val="0"/>
              </a:spcAft>
              <a:defRPr b="0">
                <a:latin typeface="+mj-lt"/>
              </a:defRPr>
            </a:lvl1pPr>
          </a:lstStyle>
          <a:p>
            <a:pPr lvl="0"/>
            <a:r>
              <a:rPr lang="en-GB"/>
              <a:t>Click to edit Master text styles</a:t>
            </a:r>
          </a:p>
        </p:txBody>
      </p:sp>
      <p:sp>
        <p:nvSpPr>
          <p:cNvPr id="5" name="Title 4">
            <a:extLst>
              <a:ext uri="{FF2B5EF4-FFF2-40B4-BE49-F238E27FC236}">
                <a16:creationId xmlns:a16="http://schemas.microsoft.com/office/drawing/2014/main" id="{6762341A-343A-0397-BF36-1093C3241379}"/>
              </a:ext>
            </a:extLst>
          </p:cNvPr>
          <p:cNvSpPr>
            <a:spLocks noGrp="1"/>
          </p:cNvSpPr>
          <p:nvPr>
            <p:ph type="title"/>
          </p:nvPr>
        </p:nvSpPr>
        <p:spPr/>
        <p:txBody>
          <a:bodyPr/>
          <a:lstStyle/>
          <a:p>
            <a:r>
              <a:rPr lang="en-GB"/>
              <a:t>Click to edit Master title style</a:t>
            </a:r>
          </a:p>
        </p:txBody>
      </p:sp>
    </p:spTree>
    <p:extLst>
      <p:ext uri="{BB962C8B-B14F-4D97-AF65-F5344CB8AC3E}">
        <p14:creationId xmlns:p14="http://schemas.microsoft.com/office/powerpoint/2010/main" val="631621806"/>
      </p:ext>
    </p:extLst>
  </p:cSld>
  <p:clrMapOvr>
    <a:masterClrMapping/>
  </p:clrMapOvr>
  <p:extLst>
    <p:ext uri="{DCECCB84-F9BA-43D5-87BE-67443E8EF086}">
      <p15:sldGuideLst xmlns:p15="http://schemas.microsoft.com/office/powerpoint/2012/main"/>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1_Four Content Stats-opt2">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2E684E12-75C3-A4CD-C212-F0AAFDCC17CF}"/>
              </a:ext>
            </a:extLst>
          </p:cNvPr>
          <p:cNvSpPr/>
          <p:nvPr userDrawn="1"/>
        </p:nvSpPr>
        <p:spPr>
          <a:xfrm>
            <a:off x="6096000" y="0"/>
            <a:ext cx="6096000" cy="6858000"/>
          </a:xfrm>
          <a:prstGeom prst="rect">
            <a:avLst/>
          </a:prstGeom>
          <a:solidFill>
            <a:srgbClr val="FFE8D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 name="Footer Placeholder 4">
            <a:extLst>
              <a:ext uri="{FF2B5EF4-FFF2-40B4-BE49-F238E27FC236}">
                <a16:creationId xmlns:a16="http://schemas.microsoft.com/office/drawing/2014/main" id="{34BACFA0-1865-CA7A-660A-9F840AA5ED52}"/>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PwC Risk Management</a:t>
            </a:r>
          </a:p>
        </p:txBody>
      </p:sp>
      <p:sp>
        <p:nvSpPr>
          <p:cNvPr id="9" name="Slide Number Placeholder 13">
            <a:extLst>
              <a:ext uri="{FF2B5EF4-FFF2-40B4-BE49-F238E27FC236}">
                <a16:creationId xmlns:a16="http://schemas.microsoft.com/office/drawing/2014/main" id="{BCCFAC37-C331-299A-576E-FB4D9E873FC0}"/>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
        <p:nvSpPr>
          <p:cNvPr id="10" name="Content Placeholder 9">
            <a:extLst>
              <a:ext uri="{FF2B5EF4-FFF2-40B4-BE49-F238E27FC236}">
                <a16:creationId xmlns:a16="http://schemas.microsoft.com/office/drawing/2014/main" id="{31EFE3FD-F731-A8D3-3C19-422508E23CAC}"/>
              </a:ext>
            </a:extLst>
          </p:cNvPr>
          <p:cNvSpPr>
            <a:spLocks noGrp="1"/>
          </p:cNvSpPr>
          <p:nvPr>
            <p:ph sz="quarter" idx="10"/>
          </p:nvPr>
        </p:nvSpPr>
        <p:spPr>
          <a:xfrm>
            <a:off x="401639" y="2971800"/>
            <a:ext cx="2465178" cy="2972385"/>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1" name="Content Placeholder 9">
            <a:extLst>
              <a:ext uri="{FF2B5EF4-FFF2-40B4-BE49-F238E27FC236}">
                <a16:creationId xmlns:a16="http://schemas.microsoft.com/office/drawing/2014/main" id="{A02A83A7-0DA9-3CC2-220B-C7AC43CD4464}"/>
              </a:ext>
            </a:extLst>
          </p:cNvPr>
          <p:cNvSpPr>
            <a:spLocks noGrp="1"/>
          </p:cNvSpPr>
          <p:nvPr>
            <p:ph sz="quarter" idx="11"/>
          </p:nvPr>
        </p:nvSpPr>
        <p:spPr>
          <a:xfrm>
            <a:off x="3284872" y="2971800"/>
            <a:ext cx="2465178" cy="2972385"/>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2" name="Content Placeholder 9">
            <a:extLst>
              <a:ext uri="{FF2B5EF4-FFF2-40B4-BE49-F238E27FC236}">
                <a16:creationId xmlns:a16="http://schemas.microsoft.com/office/drawing/2014/main" id="{1CDE442B-5CEF-3730-FCB5-C2243E310EC4}"/>
              </a:ext>
            </a:extLst>
          </p:cNvPr>
          <p:cNvSpPr>
            <a:spLocks noGrp="1"/>
          </p:cNvSpPr>
          <p:nvPr>
            <p:ph sz="quarter" idx="12"/>
          </p:nvPr>
        </p:nvSpPr>
        <p:spPr>
          <a:xfrm>
            <a:off x="6445875" y="2971800"/>
            <a:ext cx="2465178" cy="2972385"/>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4" name="Content Placeholder 9">
            <a:extLst>
              <a:ext uri="{FF2B5EF4-FFF2-40B4-BE49-F238E27FC236}">
                <a16:creationId xmlns:a16="http://schemas.microsoft.com/office/drawing/2014/main" id="{CDD9F663-A828-2635-7F1A-84CC718501DC}"/>
              </a:ext>
            </a:extLst>
          </p:cNvPr>
          <p:cNvSpPr>
            <a:spLocks noGrp="1"/>
          </p:cNvSpPr>
          <p:nvPr>
            <p:ph sz="quarter" idx="13"/>
          </p:nvPr>
        </p:nvSpPr>
        <p:spPr>
          <a:xfrm>
            <a:off x="9322760" y="2971800"/>
            <a:ext cx="2465178" cy="2972385"/>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8" name="Text Placeholder 7">
            <a:extLst>
              <a:ext uri="{FF2B5EF4-FFF2-40B4-BE49-F238E27FC236}">
                <a16:creationId xmlns:a16="http://schemas.microsoft.com/office/drawing/2014/main" id="{3AA257EC-A4D1-9641-7201-52C35054A819}"/>
              </a:ext>
            </a:extLst>
          </p:cNvPr>
          <p:cNvSpPr>
            <a:spLocks noGrp="1"/>
          </p:cNvSpPr>
          <p:nvPr>
            <p:ph type="body" sz="quarter" idx="16" hasCustomPrompt="1"/>
          </p:nvPr>
        </p:nvSpPr>
        <p:spPr>
          <a:xfrm>
            <a:off x="407553" y="1870881"/>
            <a:ext cx="2465178" cy="1003300"/>
          </a:xfrm>
        </p:spPr>
        <p:txBody>
          <a:bodyPr/>
          <a:lstStyle>
            <a:lvl1pPr>
              <a:defRPr sz="6600" b="0">
                <a:solidFill>
                  <a:schemeClr val="accent1"/>
                </a:solidFill>
              </a:defRPr>
            </a:lvl1pPr>
          </a:lstStyle>
          <a:p>
            <a:pPr lvl="0"/>
            <a:r>
              <a:rPr lang="en-GB"/>
              <a:t>XX%</a:t>
            </a:r>
          </a:p>
        </p:txBody>
      </p:sp>
      <p:sp>
        <p:nvSpPr>
          <p:cNvPr id="13" name="Text Placeholder 7">
            <a:extLst>
              <a:ext uri="{FF2B5EF4-FFF2-40B4-BE49-F238E27FC236}">
                <a16:creationId xmlns:a16="http://schemas.microsoft.com/office/drawing/2014/main" id="{D9A33C6D-E15D-B1BA-3EB6-EBDDAB9669DB}"/>
              </a:ext>
            </a:extLst>
          </p:cNvPr>
          <p:cNvSpPr>
            <a:spLocks noGrp="1"/>
          </p:cNvSpPr>
          <p:nvPr>
            <p:ph type="body" sz="quarter" idx="17" hasCustomPrompt="1"/>
          </p:nvPr>
        </p:nvSpPr>
        <p:spPr>
          <a:xfrm>
            <a:off x="3273885" y="1870881"/>
            <a:ext cx="2476165" cy="1003300"/>
          </a:xfrm>
        </p:spPr>
        <p:txBody>
          <a:bodyPr/>
          <a:lstStyle>
            <a:lvl1pPr>
              <a:defRPr sz="6600" b="0">
                <a:solidFill>
                  <a:schemeClr val="accent1"/>
                </a:solidFill>
              </a:defRPr>
            </a:lvl1pPr>
          </a:lstStyle>
          <a:p>
            <a:pPr lvl="0"/>
            <a:r>
              <a:rPr lang="en-GB"/>
              <a:t>XX%</a:t>
            </a:r>
          </a:p>
        </p:txBody>
      </p:sp>
      <p:sp>
        <p:nvSpPr>
          <p:cNvPr id="15" name="Text Placeholder 7">
            <a:extLst>
              <a:ext uri="{FF2B5EF4-FFF2-40B4-BE49-F238E27FC236}">
                <a16:creationId xmlns:a16="http://schemas.microsoft.com/office/drawing/2014/main" id="{EB0823EB-598C-0B1B-37D0-6705A7E71224}"/>
              </a:ext>
            </a:extLst>
          </p:cNvPr>
          <p:cNvSpPr>
            <a:spLocks noGrp="1"/>
          </p:cNvSpPr>
          <p:nvPr>
            <p:ph type="body" sz="quarter" idx="18" hasCustomPrompt="1"/>
          </p:nvPr>
        </p:nvSpPr>
        <p:spPr>
          <a:xfrm>
            <a:off x="6445875" y="1870881"/>
            <a:ext cx="2465178" cy="1003300"/>
          </a:xfrm>
        </p:spPr>
        <p:txBody>
          <a:bodyPr/>
          <a:lstStyle>
            <a:lvl1pPr>
              <a:defRPr sz="6600" b="0">
                <a:solidFill>
                  <a:schemeClr val="accent1"/>
                </a:solidFill>
              </a:defRPr>
            </a:lvl1pPr>
          </a:lstStyle>
          <a:p>
            <a:pPr lvl="0"/>
            <a:r>
              <a:rPr lang="en-GB"/>
              <a:t>XX%</a:t>
            </a:r>
          </a:p>
        </p:txBody>
      </p:sp>
      <p:sp>
        <p:nvSpPr>
          <p:cNvPr id="16" name="Text Placeholder 7">
            <a:extLst>
              <a:ext uri="{FF2B5EF4-FFF2-40B4-BE49-F238E27FC236}">
                <a16:creationId xmlns:a16="http://schemas.microsoft.com/office/drawing/2014/main" id="{6F03D17A-3AF9-A7EB-F529-3535C61E01C5}"/>
              </a:ext>
            </a:extLst>
          </p:cNvPr>
          <p:cNvSpPr>
            <a:spLocks noGrp="1"/>
          </p:cNvSpPr>
          <p:nvPr>
            <p:ph type="body" sz="quarter" idx="19" hasCustomPrompt="1"/>
          </p:nvPr>
        </p:nvSpPr>
        <p:spPr>
          <a:xfrm>
            <a:off x="9322760" y="1870881"/>
            <a:ext cx="2476165" cy="1003300"/>
          </a:xfrm>
        </p:spPr>
        <p:txBody>
          <a:bodyPr/>
          <a:lstStyle>
            <a:lvl1pPr>
              <a:defRPr sz="6600" b="0">
                <a:solidFill>
                  <a:schemeClr val="accent1"/>
                </a:solidFill>
              </a:defRPr>
            </a:lvl1pPr>
          </a:lstStyle>
          <a:p>
            <a:pPr lvl="0"/>
            <a:r>
              <a:rPr lang="en-GB"/>
              <a:t>XX%</a:t>
            </a:r>
          </a:p>
        </p:txBody>
      </p:sp>
      <p:sp>
        <p:nvSpPr>
          <p:cNvPr id="2" name="Title 1">
            <a:extLst>
              <a:ext uri="{FF2B5EF4-FFF2-40B4-BE49-F238E27FC236}">
                <a16:creationId xmlns:a16="http://schemas.microsoft.com/office/drawing/2014/main" id="{41CEC71C-3633-A2D4-EF16-CD7E2D67EA98}"/>
              </a:ext>
            </a:extLst>
          </p:cNvPr>
          <p:cNvSpPr>
            <a:spLocks noGrp="1"/>
          </p:cNvSpPr>
          <p:nvPr>
            <p:ph type="title"/>
          </p:nvPr>
        </p:nvSpPr>
        <p:spPr/>
        <p:txBody>
          <a:bodyPr/>
          <a:lstStyle/>
          <a:p>
            <a:r>
              <a:rPr lang="en-GB"/>
              <a:t>Click to edit Master title style</a:t>
            </a:r>
          </a:p>
        </p:txBody>
      </p:sp>
    </p:spTree>
    <p:extLst>
      <p:ext uri="{BB962C8B-B14F-4D97-AF65-F5344CB8AC3E}">
        <p14:creationId xmlns:p14="http://schemas.microsoft.com/office/powerpoint/2010/main" val="320636488"/>
      </p:ext>
    </p:extLst>
  </p:cSld>
  <p:clrMapOvr>
    <a:masterClrMapping/>
  </p:clrMapOvr>
  <p:extLst>
    <p:ext uri="{DCECCB84-F9BA-43D5-87BE-67443E8EF086}">
      <p15:sldGuideLst xmlns:p15="http://schemas.microsoft.com/office/powerpoint/2012/main"/>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1_Four Content Stats-opt3">
    <p:spTree>
      <p:nvGrpSpPr>
        <p:cNvPr id="1" name=""/>
        <p:cNvGrpSpPr/>
        <p:nvPr/>
      </p:nvGrpSpPr>
      <p:grpSpPr>
        <a:xfrm>
          <a:off x="0" y="0"/>
          <a:ext cx="0" cy="0"/>
          <a:chOff x="0" y="0"/>
          <a:chExt cx="0" cy="0"/>
        </a:xfrm>
      </p:grpSpPr>
      <p:sp>
        <p:nvSpPr>
          <p:cNvPr id="3" name="Footer Placeholder 4">
            <a:extLst>
              <a:ext uri="{FF2B5EF4-FFF2-40B4-BE49-F238E27FC236}">
                <a16:creationId xmlns:a16="http://schemas.microsoft.com/office/drawing/2014/main" id="{34BACFA0-1865-CA7A-660A-9F840AA5ED52}"/>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PwC Risk Management</a:t>
            </a:r>
          </a:p>
        </p:txBody>
      </p:sp>
      <p:sp>
        <p:nvSpPr>
          <p:cNvPr id="9" name="Slide Number Placeholder 13">
            <a:extLst>
              <a:ext uri="{FF2B5EF4-FFF2-40B4-BE49-F238E27FC236}">
                <a16:creationId xmlns:a16="http://schemas.microsoft.com/office/drawing/2014/main" id="{BCCFAC37-C331-299A-576E-FB4D9E873FC0}"/>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
        <p:nvSpPr>
          <p:cNvPr id="4" name="Title 3">
            <a:extLst>
              <a:ext uri="{FF2B5EF4-FFF2-40B4-BE49-F238E27FC236}">
                <a16:creationId xmlns:a16="http://schemas.microsoft.com/office/drawing/2014/main" id="{44C5B68A-2574-16C1-5136-228ACC6D93A0}"/>
              </a:ext>
            </a:extLst>
          </p:cNvPr>
          <p:cNvSpPr>
            <a:spLocks noGrp="1"/>
          </p:cNvSpPr>
          <p:nvPr>
            <p:ph type="title"/>
          </p:nvPr>
        </p:nvSpPr>
        <p:spPr/>
        <p:txBody>
          <a:bodyPr/>
          <a:lstStyle/>
          <a:p>
            <a:r>
              <a:rPr lang="en-GB"/>
              <a:t>Click to edit Master title style</a:t>
            </a:r>
          </a:p>
        </p:txBody>
      </p:sp>
      <p:sp>
        <p:nvSpPr>
          <p:cNvPr id="2" name="Rectangle 1">
            <a:extLst>
              <a:ext uri="{FF2B5EF4-FFF2-40B4-BE49-F238E27FC236}">
                <a16:creationId xmlns:a16="http://schemas.microsoft.com/office/drawing/2014/main" id="{26D643F4-E5D2-AD25-096D-E449DCBAE1C7}"/>
              </a:ext>
            </a:extLst>
          </p:cNvPr>
          <p:cNvSpPr/>
          <p:nvPr userDrawn="1"/>
        </p:nvSpPr>
        <p:spPr>
          <a:xfrm>
            <a:off x="406401" y="1428750"/>
            <a:ext cx="5637212" cy="4624389"/>
          </a:xfrm>
          <a:prstGeom prst="rect">
            <a:avLst/>
          </a:prstGeom>
          <a:solidFill>
            <a:srgbClr val="F5F7F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Rectangle 7">
            <a:extLst>
              <a:ext uri="{FF2B5EF4-FFF2-40B4-BE49-F238E27FC236}">
                <a16:creationId xmlns:a16="http://schemas.microsoft.com/office/drawing/2014/main" id="{B9AEDE4F-0026-AD12-3F35-A211D8431BC6}"/>
              </a:ext>
            </a:extLst>
          </p:cNvPr>
          <p:cNvSpPr/>
          <p:nvPr userDrawn="1"/>
        </p:nvSpPr>
        <p:spPr>
          <a:xfrm>
            <a:off x="6157913" y="1428750"/>
            <a:ext cx="5644114" cy="4624389"/>
          </a:xfrm>
          <a:prstGeom prst="rect">
            <a:avLst/>
          </a:prstGeom>
          <a:solidFill>
            <a:srgbClr val="FFE8D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Content Placeholder 9">
            <a:extLst>
              <a:ext uri="{FF2B5EF4-FFF2-40B4-BE49-F238E27FC236}">
                <a16:creationId xmlns:a16="http://schemas.microsoft.com/office/drawing/2014/main" id="{BC9CA8F0-A1E2-D6DE-6CF7-739BBC4EE761}"/>
              </a:ext>
            </a:extLst>
          </p:cNvPr>
          <p:cNvSpPr>
            <a:spLocks noGrp="1"/>
          </p:cNvSpPr>
          <p:nvPr>
            <p:ph sz="quarter" idx="10"/>
          </p:nvPr>
        </p:nvSpPr>
        <p:spPr>
          <a:xfrm>
            <a:off x="537391" y="2971800"/>
            <a:ext cx="2465178" cy="2972385"/>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5" name="Content Placeholder 9">
            <a:extLst>
              <a:ext uri="{FF2B5EF4-FFF2-40B4-BE49-F238E27FC236}">
                <a16:creationId xmlns:a16="http://schemas.microsoft.com/office/drawing/2014/main" id="{0927176E-E33C-BE22-A626-3626A491149C}"/>
              </a:ext>
            </a:extLst>
          </p:cNvPr>
          <p:cNvSpPr>
            <a:spLocks noGrp="1"/>
          </p:cNvSpPr>
          <p:nvPr>
            <p:ph sz="quarter" idx="11"/>
          </p:nvPr>
        </p:nvSpPr>
        <p:spPr>
          <a:xfrm>
            <a:off x="3414274" y="2971800"/>
            <a:ext cx="2465178" cy="2972385"/>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6" name="Content Placeholder 9">
            <a:extLst>
              <a:ext uri="{FF2B5EF4-FFF2-40B4-BE49-F238E27FC236}">
                <a16:creationId xmlns:a16="http://schemas.microsoft.com/office/drawing/2014/main" id="{27C55F1A-6068-0AE9-6F02-22D687042C1F}"/>
              </a:ext>
            </a:extLst>
          </p:cNvPr>
          <p:cNvSpPr>
            <a:spLocks noGrp="1"/>
          </p:cNvSpPr>
          <p:nvPr>
            <p:ph sz="quarter" idx="12"/>
          </p:nvPr>
        </p:nvSpPr>
        <p:spPr>
          <a:xfrm>
            <a:off x="6310859" y="2971800"/>
            <a:ext cx="2465178" cy="2972385"/>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7" name="Content Placeholder 9">
            <a:extLst>
              <a:ext uri="{FF2B5EF4-FFF2-40B4-BE49-F238E27FC236}">
                <a16:creationId xmlns:a16="http://schemas.microsoft.com/office/drawing/2014/main" id="{08154767-B3C2-7C91-6327-E7631CFA3115}"/>
              </a:ext>
            </a:extLst>
          </p:cNvPr>
          <p:cNvSpPr>
            <a:spLocks noGrp="1"/>
          </p:cNvSpPr>
          <p:nvPr>
            <p:ph sz="quarter" idx="13"/>
          </p:nvPr>
        </p:nvSpPr>
        <p:spPr>
          <a:xfrm>
            <a:off x="9187744" y="2971800"/>
            <a:ext cx="2465178" cy="2972385"/>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Text Placeholder 5">
            <a:extLst>
              <a:ext uri="{FF2B5EF4-FFF2-40B4-BE49-F238E27FC236}">
                <a16:creationId xmlns:a16="http://schemas.microsoft.com/office/drawing/2014/main" id="{7F809B7D-46AE-2601-C506-048975672AD8}"/>
              </a:ext>
            </a:extLst>
          </p:cNvPr>
          <p:cNvSpPr>
            <a:spLocks noGrp="1"/>
          </p:cNvSpPr>
          <p:nvPr>
            <p:ph type="body" sz="quarter" idx="14" hasCustomPrompt="1"/>
          </p:nvPr>
        </p:nvSpPr>
        <p:spPr>
          <a:xfrm>
            <a:off x="537391" y="1827212"/>
            <a:ext cx="2465178" cy="1089025"/>
          </a:xfrm>
        </p:spPr>
        <p:txBody>
          <a:bodyPr/>
          <a:lstStyle>
            <a:lvl1pPr>
              <a:defRPr sz="6600" b="0">
                <a:solidFill>
                  <a:schemeClr val="accent1"/>
                </a:solidFill>
              </a:defRPr>
            </a:lvl1pPr>
          </a:lstStyle>
          <a:p>
            <a:pPr lvl="0"/>
            <a:r>
              <a:rPr lang="en-GB"/>
              <a:t>00%</a:t>
            </a:r>
          </a:p>
        </p:txBody>
      </p:sp>
      <p:sp>
        <p:nvSpPr>
          <p:cNvPr id="7" name="Text Placeholder 5">
            <a:extLst>
              <a:ext uri="{FF2B5EF4-FFF2-40B4-BE49-F238E27FC236}">
                <a16:creationId xmlns:a16="http://schemas.microsoft.com/office/drawing/2014/main" id="{4E94723C-52DD-15F2-DA8C-7E3709A55BE6}"/>
              </a:ext>
            </a:extLst>
          </p:cNvPr>
          <p:cNvSpPr>
            <a:spLocks noGrp="1"/>
          </p:cNvSpPr>
          <p:nvPr>
            <p:ph type="body" sz="quarter" idx="15" hasCustomPrompt="1"/>
          </p:nvPr>
        </p:nvSpPr>
        <p:spPr>
          <a:xfrm>
            <a:off x="3414274" y="1827212"/>
            <a:ext cx="2465178" cy="1089025"/>
          </a:xfrm>
        </p:spPr>
        <p:txBody>
          <a:bodyPr/>
          <a:lstStyle>
            <a:lvl1pPr>
              <a:defRPr sz="6600" b="0">
                <a:solidFill>
                  <a:schemeClr val="accent1"/>
                </a:solidFill>
              </a:defRPr>
            </a:lvl1pPr>
          </a:lstStyle>
          <a:p>
            <a:pPr lvl="0"/>
            <a:r>
              <a:rPr lang="en-GB"/>
              <a:t>00%</a:t>
            </a:r>
          </a:p>
        </p:txBody>
      </p:sp>
      <p:sp>
        <p:nvSpPr>
          <p:cNvPr id="10" name="Text Placeholder 5">
            <a:extLst>
              <a:ext uri="{FF2B5EF4-FFF2-40B4-BE49-F238E27FC236}">
                <a16:creationId xmlns:a16="http://schemas.microsoft.com/office/drawing/2014/main" id="{B2780D81-4E65-1159-9A14-068EC5A569A2}"/>
              </a:ext>
            </a:extLst>
          </p:cNvPr>
          <p:cNvSpPr>
            <a:spLocks noGrp="1"/>
          </p:cNvSpPr>
          <p:nvPr>
            <p:ph type="body" sz="quarter" idx="16" hasCustomPrompt="1"/>
          </p:nvPr>
        </p:nvSpPr>
        <p:spPr>
          <a:xfrm>
            <a:off x="6310859" y="1827212"/>
            <a:ext cx="2465178" cy="1089025"/>
          </a:xfrm>
        </p:spPr>
        <p:txBody>
          <a:bodyPr/>
          <a:lstStyle>
            <a:lvl1pPr>
              <a:defRPr sz="6600" b="0">
                <a:solidFill>
                  <a:schemeClr val="accent1"/>
                </a:solidFill>
              </a:defRPr>
            </a:lvl1pPr>
          </a:lstStyle>
          <a:p>
            <a:pPr lvl="0"/>
            <a:r>
              <a:rPr lang="en-GB"/>
              <a:t>00%</a:t>
            </a:r>
          </a:p>
        </p:txBody>
      </p:sp>
      <p:sp>
        <p:nvSpPr>
          <p:cNvPr id="11" name="Text Placeholder 5">
            <a:extLst>
              <a:ext uri="{FF2B5EF4-FFF2-40B4-BE49-F238E27FC236}">
                <a16:creationId xmlns:a16="http://schemas.microsoft.com/office/drawing/2014/main" id="{A1E36755-6DDC-6902-2100-03A9B00CEA50}"/>
              </a:ext>
            </a:extLst>
          </p:cNvPr>
          <p:cNvSpPr>
            <a:spLocks noGrp="1"/>
          </p:cNvSpPr>
          <p:nvPr>
            <p:ph type="body" sz="quarter" idx="17" hasCustomPrompt="1"/>
          </p:nvPr>
        </p:nvSpPr>
        <p:spPr>
          <a:xfrm>
            <a:off x="9187742" y="1827212"/>
            <a:ext cx="2465178" cy="1089025"/>
          </a:xfrm>
        </p:spPr>
        <p:txBody>
          <a:bodyPr/>
          <a:lstStyle>
            <a:lvl1pPr>
              <a:defRPr sz="6600" b="0">
                <a:solidFill>
                  <a:schemeClr val="accent1"/>
                </a:solidFill>
              </a:defRPr>
            </a:lvl1pPr>
          </a:lstStyle>
          <a:p>
            <a:pPr lvl="0"/>
            <a:r>
              <a:rPr lang="en-GB"/>
              <a:t>00%</a:t>
            </a:r>
          </a:p>
        </p:txBody>
      </p:sp>
    </p:spTree>
    <p:extLst>
      <p:ext uri="{BB962C8B-B14F-4D97-AF65-F5344CB8AC3E}">
        <p14:creationId xmlns:p14="http://schemas.microsoft.com/office/powerpoint/2010/main" val="1905261825"/>
      </p:ext>
    </p:extLst>
  </p:cSld>
  <p:clrMapOvr>
    <a:masterClrMapping/>
  </p:clrMapOvr>
  <p:extLst>
    <p:ext uri="{DCECCB84-F9BA-43D5-87BE-67443E8EF086}">
      <p15:sldGuideLst xmlns:p15="http://schemas.microsoft.com/office/powerpoint/2012/main"/>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Three Content Infographics">
    <p:spTree>
      <p:nvGrpSpPr>
        <p:cNvPr id="1" name=""/>
        <p:cNvGrpSpPr/>
        <p:nvPr/>
      </p:nvGrpSpPr>
      <p:grpSpPr>
        <a:xfrm>
          <a:off x="0" y="0"/>
          <a:ext cx="0" cy="0"/>
          <a:chOff x="0" y="0"/>
          <a:chExt cx="0" cy="0"/>
        </a:xfrm>
      </p:grpSpPr>
      <p:sp>
        <p:nvSpPr>
          <p:cNvPr id="3" name="Footer Placeholder 4">
            <a:extLst>
              <a:ext uri="{FF2B5EF4-FFF2-40B4-BE49-F238E27FC236}">
                <a16:creationId xmlns:a16="http://schemas.microsoft.com/office/drawing/2014/main" id="{FDAB432F-854F-42B3-F530-13E74D7AAA8A}"/>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PwC Risk Management</a:t>
            </a:r>
          </a:p>
        </p:txBody>
      </p:sp>
      <p:sp>
        <p:nvSpPr>
          <p:cNvPr id="6" name="Slide Number Placeholder 13">
            <a:extLst>
              <a:ext uri="{FF2B5EF4-FFF2-40B4-BE49-F238E27FC236}">
                <a16:creationId xmlns:a16="http://schemas.microsoft.com/office/drawing/2014/main" id="{3B9F6906-FD55-4ECF-BC68-21EDA9D47166}"/>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
        <p:nvSpPr>
          <p:cNvPr id="4" name="Title 3">
            <a:extLst>
              <a:ext uri="{FF2B5EF4-FFF2-40B4-BE49-F238E27FC236}">
                <a16:creationId xmlns:a16="http://schemas.microsoft.com/office/drawing/2014/main" id="{0CF9210D-8193-5B5B-8A06-4AC31C309F74}"/>
              </a:ext>
            </a:extLst>
          </p:cNvPr>
          <p:cNvSpPr>
            <a:spLocks noGrp="1"/>
          </p:cNvSpPr>
          <p:nvPr>
            <p:ph type="title"/>
          </p:nvPr>
        </p:nvSpPr>
        <p:spPr/>
        <p:txBody>
          <a:bodyPr/>
          <a:lstStyle/>
          <a:p>
            <a:r>
              <a:rPr lang="en-GB"/>
              <a:t>Click to edit Master title style</a:t>
            </a:r>
          </a:p>
        </p:txBody>
      </p:sp>
      <p:sp>
        <p:nvSpPr>
          <p:cNvPr id="5" name="Content Placeholder 4">
            <a:extLst>
              <a:ext uri="{FF2B5EF4-FFF2-40B4-BE49-F238E27FC236}">
                <a16:creationId xmlns:a16="http://schemas.microsoft.com/office/drawing/2014/main" id="{C143B211-76C2-9721-51CB-FAFA11DA9181}"/>
              </a:ext>
            </a:extLst>
          </p:cNvPr>
          <p:cNvSpPr>
            <a:spLocks noGrp="1"/>
          </p:cNvSpPr>
          <p:nvPr>
            <p:ph sz="quarter" idx="10"/>
          </p:nvPr>
        </p:nvSpPr>
        <p:spPr>
          <a:xfrm>
            <a:off x="401638" y="3489910"/>
            <a:ext cx="3238917" cy="2454275"/>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7" name="Content Placeholder 4">
            <a:extLst>
              <a:ext uri="{FF2B5EF4-FFF2-40B4-BE49-F238E27FC236}">
                <a16:creationId xmlns:a16="http://schemas.microsoft.com/office/drawing/2014/main" id="{1909879B-6A6E-F50B-1C20-13FF22AEC9E5}"/>
              </a:ext>
            </a:extLst>
          </p:cNvPr>
          <p:cNvSpPr>
            <a:spLocks noGrp="1"/>
          </p:cNvSpPr>
          <p:nvPr>
            <p:ph sz="quarter" idx="11"/>
          </p:nvPr>
        </p:nvSpPr>
        <p:spPr>
          <a:xfrm>
            <a:off x="4241048" y="3489910"/>
            <a:ext cx="3238917" cy="2454275"/>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8" name="Content Placeholder 4">
            <a:extLst>
              <a:ext uri="{FF2B5EF4-FFF2-40B4-BE49-F238E27FC236}">
                <a16:creationId xmlns:a16="http://schemas.microsoft.com/office/drawing/2014/main" id="{E8501E22-3A31-FF7C-58B3-AF37C9E9A39F}"/>
              </a:ext>
            </a:extLst>
          </p:cNvPr>
          <p:cNvSpPr>
            <a:spLocks noGrp="1"/>
          </p:cNvSpPr>
          <p:nvPr>
            <p:ph sz="quarter" idx="12"/>
          </p:nvPr>
        </p:nvSpPr>
        <p:spPr>
          <a:xfrm>
            <a:off x="8080458" y="3489910"/>
            <a:ext cx="3238917" cy="2454275"/>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Tree>
    <p:extLst>
      <p:ext uri="{BB962C8B-B14F-4D97-AF65-F5344CB8AC3E}">
        <p14:creationId xmlns:p14="http://schemas.microsoft.com/office/powerpoint/2010/main" val="3093373959"/>
      </p:ext>
    </p:extLst>
  </p:cSld>
  <p:clrMapOvr>
    <a:masterClrMapping/>
  </p:clrMapOvr>
  <p:extLst>
    <p:ext uri="{DCECCB84-F9BA-43D5-87BE-67443E8EF086}">
      <p15:sldGuideLst xmlns:p15="http://schemas.microsoft.com/office/powerpoint/2012/main"/>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Four Content Infographics">
    <p:spTree>
      <p:nvGrpSpPr>
        <p:cNvPr id="1" name=""/>
        <p:cNvGrpSpPr/>
        <p:nvPr/>
      </p:nvGrpSpPr>
      <p:grpSpPr>
        <a:xfrm>
          <a:off x="0" y="0"/>
          <a:ext cx="0" cy="0"/>
          <a:chOff x="0" y="0"/>
          <a:chExt cx="0" cy="0"/>
        </a:xfrm>
      </p:grpSpPr>
      <p:sp>
        <p:nvSpPr>
          <p:cNvPr id="3" name="Footer Placeholder 4">
            <a:extLst>
              <a:ext uri="{FF2B5EF4-FFF2-40B4-BE49-F238E27FC236}">
                <a16:creationId xmlns:a16="http://schemas.microsoft.com/office/drawing/2014/main" id="{15B11690-3DC6-7B4C-5196-E388A5114687}"/>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PwC Risk Management</a:t>
            </a:r>
          </a:p>
        </p:txBody>
      </p:sp>
      <p:sp>
        <p:nvSpPr>
          <p:cNvPr id="9" name="Slide Number Placeholder 13">
            <a:extLst>
              <a:ext uri="{FF2B5EF4-FFF2-40B4-BE49-F238E27FC236}">
                <a16:creationId xmlns:a16="http://schemas.microsoft.com/office/drawing/2014/main" id="{408A6C4D-3F5E-1CC8-64FD-F01177BD1E4B}"/>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
        <p:nvSpPr>
          <p:cNvPr id="4" name="Title 3">
            <a:extLst>
              <a:ext uri="{FF2B5EF4-FFF2-40B4-BE49-F238E27FC236}">
                <a16:creationId xmlns:a16="http://schemas.microsoft.com/office/drawing/2014/main" id="{FBFEB347-CE1D-FC9D-9727-6314A0AEAFA0}"/>
              </a:ext>
            </a:extLst>
          </p:cNvPr>
          <p:cNvSpPr>
            <a:spLocks noGrp="1"/>
          </p:cNvSpPr>
          <p:nvPr>
            <p:ph type="title"/>
          </p:nvPr>
        </p:nvSpPr>
        <p:spPr/>
        <p:txBody>
          <a:bodyPr/>
          <a:lstStyle/>
          <a:p>
            <a:r>
              <a:rPr lang="en-GB"/>
              <a:t>Click to edit Master title style</a:t>
            </a:r>
          </a:p>
        </p:txBody>
      </p:sp>
      <p:sp>
        <p:nvSpPr>
          <p:cNvPr id="7" name="Content Placeholder 9">
            <a:extLst>
              <a:ext uri="{FF2B5EF4-FFF2-40B4-BE49-F238E27FC236}">
                <a16:creationId xmlns:a16="http://schemas.microsoft.com/office/drawing/2014/main" id="{A1358E4E-2FC5-1FEC-6E97-21740F016E7B}"/>
              </a:ext>
            </a:extLst>
          </p:cNvPr>
          <p:cNvSpPr>
            <a:spLocks noGrp="1"/>
          </p:cNvSpPr>
          <p:nvPr>
            <p:ph sz="quarter" idx="10"/>
          </p:nvPr>
        </p:nvSpPr>
        <p:spPr>
          <a:xfrm>
            <a:off x="401638" y="3489743"/>
            <a:ext cx="2763837" cy="2449095"/>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0" name="Content Placeholder 9">
            <a:extLst>
              <a:ext uri="{FF2B5EF4-FFF2-40B4-BE49-F238E27FC236}">
                <a16:creationId xmlns:a16="http://schemas.microsoft.com/office/drawing/2014/main" id="{8BF40F59-4CFF-21A4-945A-030E5ED2CD42}"/>
              </a:ext>
            </a:extLst>
          </p:cNvPr>
          <p:cNvSpPr>
            <a:spLocks noGrp="1"/>
          </p:cNvSpPr>
          <p:nvPr>
            <p:ph sz="quarter" idx="11"/>
          </p:nvPr>
        </p:nvSpPr>
        <p:spPr>
          <a:xfrm>
            <a:off x="3284871" y="3489743"/>
            <a:ext cx="2757487" cy="2449095"/>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1" name="Content Placeholder 9">
            <a:extLst>
              <a:ext uri="{FF2B5EF4-FFF2-40B4-BE49-F238E27FC236}">
                <a16:creationId xmlns:a16="http://schemas.microsoft.com/office/drawing/2014/main" id="{F4D05270-E5C7-6348-EEB4-5B799356CEF0}"/>
              </a:ext>
            </a:extLst>
          </p:cNvPr>
          <p:cNvSpPr>
            <a:spLocks noGrp="1"/>
          </p:cNvSpPr>
          <p:nvPr>
            <p:ph sz="quarter" idx="12"/>
          </p:nvPr>
        </p:nvSpPr>
        <p:spPr>
          <a:xfrm>
            <a:off x="6161755" y="3489743"/>
            <a:ext cx="2757487" cy="2449095"/>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2" name="Content Placeholder 9">
            <a:extLst>
              <a:ext uri="{FF2B5EF4-FFF2-40B4-BE49-F238E27FC236}">
                <a16:creationId xmlns:a16="http://schemas.microsoft.com/office/drawing/2014/main" id="{D7EF37C7-3015-2857-4544-FD2993950933}"/>
              </a:ext>
            </a:extLst>
          </p:cNvPr>
          <p:cNvSpPr>
            <a:spLocks noGrp="1"/>
          </p:cNvSpPr>
          <p:nvPr>
            <p:ph sz="quarter" idx="13"/>
          </p:nvPr>
        </p:nvSpPr>
        <p:spPr>
          <a:xfrm>
            <a:off x="9038640" y="3489743"/>
            <a:ext cx="2757487" cy="2449095"/>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Tree>
    <p:extLst>
      <p:ext uri="{BB962C8B-B14F-4D97-AF65-F5344CB8AC3E}">
        <p14:creationId xmlns:p14="http://schemas.microsoft.com/office/powerpoint/2010/main" val="237126105"/>
      </p:ext>
    </p:extLst>
  </p:cSld>
  <p:clrMapOvr>
    <a:masterClrMapping/>
  </p:clrMapOvr>
  <p:extLst>
    <p:ext uri="{DCECCB84-F9BA-43D5-87BE-67443E8EF086}">
      <p15:sldGuideLst xmlns:p15="http://schemas.microsoft.com/office/powerpoint/2012/main"/>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 Intro Four Content Four Infographic Boxes">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7A4C48D2-B18D-75C7-0C7E-1D9DB1396098}"/>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PwC Risk Management</a:t>
            </a:r>
          </a:p>
        </p:txBody>
      </p:sp>
      <p:sp>
        <p:nvSpPr>
          <p:cNvPr id="6" name="Slide Number Placeholder 13">
            <a:extLst>
              <a:ext uri="{FF2B5EF4-FFF2-40B4-BE49-F238E27FC236}">
                <a16:creationId xmlns:a16="http://schemas.microsoft.com/office/drawing/2014/main" id="{D9EBCD51-8DA2-A863-38B9-4D39E92CBCDE}"/>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
        <p:nvSpPr>
          <p:cNvPr id="4" name="Title 3">
            <a:extLst>
              <a:ext uri="{FF2B5EF4-FFF2-40B4-BE49-F238E27FC236}">
                <a16:creationId xmlns:a16="http://schemas.microsoft.com/office/drawing/2014/main" id="{FDA4BC54-87F6-3629-E4B6-3E36F85D1E2D}"/>
              </a:ext>
            </a:extLst>
          </p:cNvPr>
          <p:cNvSpPr>
            <a:spLocks noGrp="1"/>
          </p:cNvSpPr>
          <p:nvPr>
            <p:ph type="title"/>
          </p:nvPr>
        </p:nvSpPr>
        <p:spPr/>
        <p:txBody>
          <a:bodyPr/>
          <a:lstStyle/>
          <a:p>
            <a:r>
              <a:rPr lang="en-GB"/>
              <a:t>Click to edit Master title style</a:t>
            </a:r>
          </a:p>
        </p:txBody>
      </p:sp>
      <p:sp>
        <p:nvSpPr>
          <p:cNvPr id="9" name="Content Placeholder 8">
            <a:extLst>
              <a:ext uri="{FF2B5EF4-FFF2-40B4-BE49-F238E27FC236}">
                <a16:creationId xmlns:a16="http://schemas.microsoft.com/office/drawing/2014/main" id="{71B2003B-6D58-53B0-AFFE-26D0039B5A13}"/>
              </a:ext>
            </a:extLst>
          </p:cNvPr>
          <p:cNvSpPr>
            <a:spLocks noGrp="1"/>
          </p:cNvSpPr>
          <p:nvPr>
            <p:ph sz="quarter" idx="17"/>
          </p:nvPr>
        </p:nvSpPr>
        <p:spPr>
          <a:xfrm>
            <a:off x="403225" y="1431925"/>
            <a:ext cx="11398250" cy="1428749"/>
          </a:xfrm>
        </p:spPr>
        <p:txBody>
          <a:bodyPr/>
          <a:lstStyle>
            <a:lvl1pPr>
              <a:defRPr sz="2000"/>
            </a:lvl1pPr>
          </a:lstStyle>
          <a:p>
            <a:pPr lvl="0"/>
            <a:r>
              <a:rPr lang="en-GB"/>
              <a:t>Click to edit Master text styles</a:t>
            </a:r>
          </a:p>
          <a:p>
            <a:pPr lvl="1"/>
            <a:r>
              <a:rPr lang="en-GB"/>
              <a:t>Second level</a:t>
            </a:r>
          </a:p>
        </p:txBody>
      </p:sp>
      <p:sp>
        <p:nvSpPr>
          <p:cNvPr id="11" name="Content Placeholder 9">
            <a:extLst>
              <a:ext uri="{FF2B5EF4-FFF2-40B4-BE49-F238E27FC236}">
                <a16:creationId xmlns:a16="http://schemas.microsoft.com/office/drawing/2014/main" id="{B2A3F4D1-2261-3C27-8AB6-E5B275299E82}"/>
              </a:ext>
            </a:extLst>
          </p:cNvPr>
          <p:cNvSpPr>
            <a:spLocks noGrp="1"/>
          </p:cNvSpPr>
          <p:nvPr>
            <p:ph sz="quarter" idx="10"/>
          </p:nvPr>
        </p:nvSpPr>
        <p:spPr>
          <a:xfrm>
            <a:off x="407988" y="2971801"/>
            <a:ext cx="2757487" cy="2967038"/>
          </a:xfrm>
          <a:solidFill>
            <a:srgbClr val="FFE8D4"/>
          </a:solidFill>
        </p:spPr>
        <p:txBody>
          <a:bodyPr lIns="108000" tIns="108000" rIns="108000" bIns="108000" anchor="b" anchorCtr="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3" name="Content Placeholder 9">
            <a:extLst>
              <a:ext uri="{FF2B5EF4-FFF2-40B4-BE49-F238E27FC236}">
                <a16:creationId xmlns:a16="http://schemas.microsoft.com/office/drawing/2014/main" id="{8EA90A77-B444-6124-E839-553C54D97C24}"/>
              </a:ext>
            </a:extLst>
          </p:cNvPr>
          <p:cNvSpPr>
            <a:spLocks noGrp="1"/>
          </p:cNvSpPr>
          <p:nvPr>
            <p:ph sz="quarter" idx="11"/>
          </p:nvPr>
        </p:nvSpPr>
        <p:spPr>
          <a:xfrm>
            <a:off x="3284871" y="2971801"/>
            <a:ext cx="2757487" cy="2967038"/>
          </a:xfrm>
          <a:solidFill>
            <a:srgbClr val="FFE8D4"/>
          </a:solidFill>
        </p:spPr>
        <p:txBody>
          <a:bodyPr lIns="108000" tIns="108000" rIns="108000" bIns="108000" anchor="b" anchorCtr="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4" name="Content Placeholder 9">
            <a:extLst>
              <a:ext uri="{FF2B5EF4-FFF2-40B4-BE49-F238E27FC236}">
                <a16:creationId xmlns:a16="http://schemas.microsoft.com/office/drawing/2014/main" id="{B308BE28-7A9D-7A38-BE21-875FDC7C0023}"/>
              </a:ext>
            </a:extLst>
          </p:cNvPr>
          <p:cNvSpPr>
            <a:spLocks noGrp="1"/>
          </p:cNvSpPr>
          <p:nvPr>
            <p:ph sz="quarter" idx="12"/>
          </p:nvPr>
        </p:nvSpPr>
        <p:spPr>
          <a:xfrm>
            <a:off x="6161755" y="2971801"/>
            <a:ext cx="2757487" cy="2967038"/>
          </a:xfrm>
          <a:solidFill>
            <a:srgbClr val="FFE8D4"/>
          </a:solidFill>
        </p:spPr>
        <p:txBody>
          <a:bodyPr lIns="108000" tIns="108000" rIns="108000" bIns="108000" anchor="b" anchorCtr="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6" name="Content Placeholder 9">
            <a:extLst>
              <a:ext uri="{FF2B5EF4-FFF2-40B4-BE49-F238E27FC236}">
                <a16:creationId xmlns:a16="http://schemas.microsoft.com/office/drawing/2014/main" id="{07EDB8D8-2506-078E-21F8-FB32F9B30878}"/>
              </a:ext>
            </a:extLst>
          </p:cNvPr>
          <p:cNvSpPr>
            <a:spLocks noGrp="1"/>
          </p:cNvSpPr>
          <p:nvPr>
            <p:ph sz="quarter" idx="13"/>
          </p:nvPr>
        </p:nvSpPr>
        <p:spPr>
          <a:xfrm>
            <a:off x="9038640" y="2971801"/>
            <a:ext cx="2757487" cy="2967038"/>
          </a:xfrm>
          <a:solidFill>
            <a:srgbClr val="FFE8D4"/>
          </a:solidFill>
        </p:spPr>
        <p:txBody>
          <a:bodyPr lIns="108000" tIns="108000" rIns="108000" bIns="108000" anchor="b" anchorCtr="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Tree>
    <p:extLst>
      <p:ext uri="{BB962C8B-B14F-4D97-AF65-F5344CB8AC3E}">
        <p14:creationId xmlns:p14="http://schemas.microsoft.com/office/powerpoint/2010/main" val="170608448"/>
      </p:ext>
    </p:extLst>
  </p:cSld>
  <p:clrMapOvr>
    <a:masterClrMapping/>
  </p:clrMapOvr>
  <p:extLst>
    <p:ext uri="{DCECCB84-F9BA-43D5-87BE-67443E8EF086}">
      <p15:sldGuideLst xmlns:p15="http://schemas.microsoft.com/office/powerpoint/2012/main"/>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Four Content Four Images">
    <p:spTree>
      <p:nvGrpSpPr>
        <p:cNvPr id="1" name=""/>
        <p:cNvGrpSpPr/>
        <p:nvPr/>
      </p:nvGrpSpPr>
      <p:grpSpPr>
        <a:xfrm>
          <a:off x="0" y="0"/>
          <a:ext cx="0" cy="0"/>
          <a:chOff x="0" y="0"/>
          <a:chExt cx="0" cy="0"/>
        </a:xfrm>
      </p:grpSpPr>
      <p:sp>
        <p:nvSpPr>
          <p:cNvPr id="11" name="Picture Placeholder 14">
            <a:extLst>
              <a:ext uri="{FF2B5EF4-FFF2-40B4-BE49-F238E27FC236}">
                <a16:creationId xmlns:a16="http://schemas.microsoft.com/office/drawing/2014/main" id="{5F5E5E69-4FFF-DFC2-659C-7E55787A02F4}"/>
              </a:ext>
              <a:ext uri="{C183D7F6-B498-43B3-948B-1728B52AA6E4}">
                <adec:decorative xmlns:adec="http://schemas.microsoft.com/office/drawing/2017/decorative" val="1"/>
              </a:ext>
            </a:extLst>
          </p:cNvPr>
          <p:cNvSpPr>
            <a:spLocks noGrp="1"/>
          </p:cNvSpPr>
          <p:nvPr>
            <p:ph type="pic" sz="quarter" idx="13"/>
          </p:nvPr>
        </p:nvSpPr>
        <p:spPr>
          <a:xfrm>
            <a:off x="407669" y="1428750"/>
            <a:ext cx="2647951" cy="2455863"/>
          </a:xfrm>
          <a:prstGeom prst="rect">
            <a:avLst/>
          </a:prstGeom>
          <a:solidFill>
            <a:schemeClr val="bg2"/>
          </a:solidFill>
        </p:spPr>
        <p:txBody>
          <a:bodyPr tIns="731520"/>
          <a:lstStyle>
            <a:lvl1pPr algn="ctr">
              <a:defRPr/>
            </a:lvl1pPr>
          </a:lstStyle>
          <a:p>
            <a:r>
              <a:rPr lang="en-GB"/>
              <a:t>Click icon to add picture</a:t>
            </a:r>
            <a:endParaRPr lang="en-US"/>
          </a:p>
        </p:txBody>
      </p:sp>
      <p:sp>
        <p:nvSpPr>
          <p:cNvPr id="12" name="Picture Placeholder 14">
            <a:extLst>
              <a:ext uri="{FF2B5EF4-FFF2-40B4-BE49-F238E27FC236}">
                <a16:creationId xmlns:a16="http://schemas.microsoft.com/office/drawing/2014/main" id="{FEE2C3B1-D32B-2DC8-8154-D81D141486BF}"/>
              </a:ext>
              <a:ext uri="{C183D7F6-B498-43B3-948B-1728B52AA6E4}">
                <adec:decorative xmlns:adec="http://schemas.microsoft.com/office/drawing/2017/decorative" val="1"/>
              </a:ext>
            </a:extLst>
          </p:cNvPr>
          <p:cNvSpPr>
            <a:spLocks noGrp="1"/>
          </p:cNvSpPr>
          <p:nvPr>
            <p:ph type="pic" sz="quarter" idx="14"/>
          </p:nvPr>
        </p:nvSpPr>
        <p:spPr>
          <a:xfrm>
            <a:off x="3289821" y="1428750"/>
            <a:ext cx="2647951" cy="2455863"/>
          </a:xfrm>
          <a:prstGeom prst="rect">
            <a:avLst/>
          </a:prstGeom>
          <a:solidFill>
            <a:schemeClr val="bg2"/>
          </a:solidFill>
        </p:spPr>
        <p:txBody>
          <a:bodyPr tIns="731520"/>
          <a:lstStyle>
            <a:lvl1pPr algn="ctr">
              <a:defRPr/>
            </a:lvl1pPr>
          </a:lstStyle>
          <a:p>
            <a:r>
              <a:rPr lang="en-GB"/>
              <a:t>Click icon to add picture</a:t>
            </a:r>
            <a:endParaRPr lang="en-US"/>
          </a:p>
        </p:txBody>
      </p:sp>
      <p:sp>
        <p:nvSpPr>
          <p:cNvPr id="13" name="Picture Placeholder 14">
            <a:extLst>
              <a:ext uri="{FF2B5EF4-FFF2-40B4-BE49-F238E27FC236}">
                <a16:creationId xmlns:a16="http://schemas.microsoft.com/office/drawing/2014/main" id="{E4143737-9FAE-4BEB-0906-D059D53A4E5C}"/>
              </a:ext>
              <a:ext uri="{C183D7F6-B498-43B3-948B-1728B52AA6E4}">
                <adec:decorative xmlns:adec="http://schemas.microsoft.com/office/drawing/2017/decorative" val="1"/>
              </a:ext>
            </a:extLst>
          </p:cNvPr>
          <p:cNvSpPr>
            <a:spLocks noGrp="1"/>
          </p:cNvSpPr>
          <p:nvPr>
            <p:ph type="pic" sz="quarter" idx="15"/>
          </p:nvPr>
        </p:nvSpPr>
        <p:spPr>
          <a:xfrm>
            <a:off x="6166511" y="1428750"/>
            <a:ext cx="2647951" cy="2455863"/>
          </a:xfrm>
          <a:prstGeom prst="rect">
            <a:avLst/>
          </a:prstGeom>
          <a:solidFill>
            <a:schemeClr val="bg2"/>
          </a:solidFill>
        </p:spPr>
        <p:txBody>
          <a:bodyPr tIns="731520"/>
          <a:lstStyle>
            <a:lvl1pPr algn="ctr">
              <a:defRPr/>
            </a:lvl1pPr>
          </a:lstStyle>
          <a:p>
            <a:r>
              <a:rPr lang="en-GB"/>
              <a:t>Click icon to add picture</a:t>
            </a:r>
            <a:endParaRPr lang="en-US"/>
          </a:p>
        </p:txBody>
      </p:sp>
      <p:sp>
        <p:nvSpPr>
          <p:cNvPr id="14" name="Picture Placeholder 14">
            <a:extLst>
              <a:ext uri="{FF2B5EF4-FFF2-40B4-BE49-F238E27FC236}">
                <a16:creationId xmlns:a16="http://schemas.microsoft.com/office/drawing/2014/main" id="{5FAA5E52-06C6-50C6-842F-09B2897EBA20}"/>
              </a:ext>
              <a:ext uri="{C183D7F6-B498-43B3-948B-1728B52AA6E4}">
                <adec:decorative xmlns:adec="http://schemas.microsoft.com/office/drawing/2017/decorative" val="1"/>
              </a:ext>
            </a:extLst>
          </p:cNvPr>
          <p:cNvSpPr>
            <a:spLocks noGrp="1"/>
          </p:cNvSpPr>
          <p:nvPr>
            <p:ph type="pic" sz="quarter" idx="16"/>
          </p:nvPr>
        </p:nvSpPr>
        <p:spPr>
          <a:xfrm>
            <a:off x="9048456" y="1428750"/>
            <a:ext cx="2647951" cy="2455863"/>
          </a:xfrm>
          <a:prstGeom prst="rect">
            <a:avLst/>
          </a:prstGeom>
          <a:solidFill>
            <a:schemeClr val="bg2"/>
          </a:solidFill>
        </p:spPr>
        <p:txBody>
          <a:bodyPr tIns="731520"/>
          <a:lstStyle>
            <a:lvl1pPr algn="ctr">
              <a:defRPr/>
            </a:lvl1pPr>
          </a:lstStyle>
          <a:p>
            <a:r>
              <a:rPr lang="en-GB"/>
              <a:t>Click icon to add picture</a:t>
            </a:r>
            <a:endParaRPr lang="en-US"/>
          </a:p>
        </p:txBody>
      </p:sp>
      <p:sp>
        <p:nvSpPr>
          <p:cNvPr id="3" name="Footer Placeholder 4">
            <a:extLst>
              <a:ext uri="{FF2B5EF4-FFF2-40B4-BE49-F238E27FC236}">
                <a16:creationId xmlns:a16="http://schemas.microsoft.com/office/drawing/2014/main" id="{9C3E4A20-48E1-6B96-207C-2A01DD8E971C}"/>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PwC Risk Management</a:t>
            </a:r>
          </a:p>
        </p:txBody>
      </p:sp>
      <p:sp>
        <p:nvSpPr>
          <p:cNvPr id="9" name="Slide Number Placeholder 13">
            <a:extLst>
              <a:ext uri="{FF2B5EF4-FFF2-40B4-BE49-F238E27FC236}">
                <a16:creationId xmlns:a16="http://schemas.microsoft.com/office/drawing/2014/main" id="{404392E8-8FC9-D8AC-538E-69F5A15C16E5}"/>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
        <p:nvSpPr>
          <p:cNvPr id="4" name="Title 3">
            <a:extLst>
              <a:ext uri="{FF2B5EF4-FFF2-40B4-BE49-F238E27FC236}">
                <a16:creationId xmlns:a16="http://schemas.microsoft.com/office/drawing/2014/main" id="{F9B8A71A-119D-C3AD-55CF-F771252F7ECF}"/>
              </a:ext>
            </a:extLst>
          </p:cNvPr>
          <p:cNvSpPr>
            <a:spLocks noGrp="1"/>
          </p:cNvSpPr>
          <p:nvPr>
            <p:ph type="title"/>
          </p:nvPr>
        </p:nvSpPr>
        <p:spPr/>
        <p:txBody>
          <a:bodyPr/>
          <a:lstStyle/>
          <a:p>
            <a:r>
              <a:rPr lang="en-GB"/>
              <a:t>Click to edit Master title style</a:t>
            </a:r>
          </a:p>
        </p:txBody>
      </p:sp>
      <p:sp>
        <p:nvSpPr>
          <p:cNvPr id="7" name="Content Placeholder 9">
            <a:extLst>
              <a:ext uri="{FF2B5EF4-FFF2-40B4-BE49-F238E27FC236}">
                <a16:creationId xmlns:a16="http://schemas.microsoft.com/office/drawing/2014/main" id="{6E95DF09-3BD8-86E8-013D-39770B5A22ED}"/>
              </a:ext>
            </a:extLst>
          </p:cNvPr>
          <p:cNvSpPr>
            <a:spLocks noGrp="1"/>
          </p:cNvSpPr>
          <p:nvPr>
            <p:ph sz="quarter" idx="10"/>
          </p:nvPr>
        </p:nvSpPr>
        <p:spPr>
          <a:xfrm>
            <a:off x="401638" y="4004260"/>
            <a:ext cx="2757487" cy="1939925"/>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0" name="Content Placeholder 9">
            <a:extLst>
              <a:ext uri="{FF2B5EF4-FFF2-40B4-BE49-F238E27FC236}">
                <a16:creationId xmlns:a16="http://schemas.microsoft.com/office/drawing/2014/main" id="{756FBEB9-5279-240E-4F05-C76847EA6319}"/>
              </a:ext>
            </a:extLst>
          </p:cNvPr>
          <p:cNvSpPr>
            <a:spLocks noGrp="1"/>
          </p:cNvSpPr>
          <p:nvPr>
            <p:ph sz="quarter" idx="11"/>
          </p:nvPr>
        </p:nvSpPr>
        <p:spPr>
          <a:xfrm>
            <a:off x="3284871" y="4004260"/>
            <a:ext cx="2757487" cy="1939925"/>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5" name="Content Placeholder 9">
            <a:extLst>
              <a:ext uri="{FF2B5EF4-FFF2-40B4-BE49-F238E27FC236}">
                <a16:creationId xmlns:a16="http://schemas.microsoft.com/office/drawing/2014/main" id="{D0F526C7-0E6F-B040-4C29-AF024D061831}"/>
              </a:ext>
            </a:extLst>
          </p:cNvPr>
          <p:cNvSpPr>
            <a:spLocks noGrp="1"/>
          </p:cNvSpPr>
          <p:nvPr>
            <p:ph sz="quarter" idx="12"/>
          </p:nvPr>
        </p:nvSpPr>
        <p:spPr>
          <a:xfrm>
            <a:off x="6161755" y="4004260"/>
            <a:ext cx="2757487" cy="1939925"/>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7" name="Content Placeholder 9">
            <a:extLst>
              <a:ext uri="{FF2B5EF4-FFF2-40B4-BE49-F238E27FC236}">
                <a16:creationId xmlns:a16="http://schemas.microsoft.com/office/drawing/2014/main" id="{3EBCE231-CE99-4180-BDF9-11F22E980B81}"/>
              </a:ext>
            </a:extLst>
          </p:cNvPr>
          <p:cNvSpPr>
            <a:spLocks noGrp="1"/>
          </p:cNvSpPr>
          <p:nvPr>
            <p:ph sz="quarter" idx="17"/>
          </p:nvPr>
        </p:nvSpPr>
        <p:spPr>
          <a:xfrm>
            <a:off x="9038640" y="4004260"/>
            <a:ext cx="2757487" cy="1939925"/>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Tree>
    <p:extLst>
      <p:ext uri="{BB962C8B-B14F-4D97-AF65-F5344CB8AC3E}">
        <p14:creationId xmlns:p14="http://schemas.microsoft.com/office/powerpoint/2010/main" val="2104559006"/>
      </p:ext>
    </p:extLst>
  </p:cSld>
  <p:clrMapOvr>
    <a:masterClrMapping/>
  </p:clrMapOvr>
  <p:extLst>
    <p:ext uri="{DCECCB84-F9BA-43D5-87BE-67443E8EF086}">
      <p15:sldGuideLst xmlns:p15="http://schemas.microsoft.com/office/powerpoint/2012/main"/>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Four Content One Image">
    <p:spTree>
      <p:nvGrpSpPr>
        <p:cNvPr id="1" name=""/>
        <p:cNvGrpSpPr/>
        <p:nvPr/>
      </p:nvGrpSpPr>
      <p:grpSpPr>
        <a:xfrm>
          <a:off x="0" y="0"/>
          <a:ext cx="0" cy="0"/>
          <a:chOff x="0" y="0"/>
          <a:chExt cx="0" cy="0"/>
        </a:xfrm>
      </p:grpSpPr>
      <p:sp>
        <p:nvSpPr>
          <p:cNvPr id="8" name="Picture Placeholder 14">
            <a:extLst>
              <a:ext uri="{FF2B5EF4-FFF2-40B4-BE49-F238E27FC236}">
                <a16:creationId xmlns:a16="http://schemas.microsoft.com/office/drawing/2014/main" id="{A4F26F45-080E-2E94-7AE8-D48A53D6BB61}"/>
              </a:ext>
              <a:ext uri="{C183D7F6-B498-43B3-948B-1728B52AA6E4}">
                <adec:decorative xmlns:adec="http://schemas.microsoft.com/office/drawing/2017/decorative" val="1"/>
              </a:ext>
            </a:extLst>
          </p:cNvPr>
          <p:cNvSpPr>
            <a:spLocks noGrp="1"/>
          </p:cNvSpPr>
          <p:nvPr>
            <p:ph type="pic" sz="quarter" idx="13"/>
          </p:nvPr>
        </p:nvSpPr>
        <p:spPr>
          <a:xfrm>
            <a:off x="6157914" y="1428750"/>
            <a:ext cx="5634604" cy="2455863"/>
          </a:xfrm>
          <a:prstGeom prst="rect">
            <a:avLst/>
          </a:prstGeom>
          <a:solidFill>
            <a:schemeClr val="bg2"/>
          </a:solidFill>
        </p:spPr>
        <p:txBody>
          <a:bodyPr tIns="731520"/>
          <a:lstStyle>
            <a:lvl1pPr algn="ctr">
              <a:defRPr/>
            </a:lvl1pPr>
          </a:lstStyle>
          <a:p>
            <a:r>
              <a:rPr lang="en-GB"/>
              <a:t>Click icon to add picture</a:t>
            </a:r>
            <a:endParaRPr lang="en-US"/>
          </a:p>
        </p:txBody>
      </p:sp>
      <p:sp>
        <p:nvSpPr>
          <p:cNvPr id="3" name="Footer Placeholder 4">
            <a:extLst>
              <a:ext uri="{FF2B5EF4-FFF2-40B4-BE49-F238E27FC236}">
                <a16:creationId xmlns:a16="http://schemas.microsoft.com/office/drawing/2014/main" id="{15361E65-8489-022E-9A46-0B36035A11B5}"/>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PwC Risk Management</a:t>
            </a:r>
          </a:p>
        </p:txBody>
      </p:sp>
      <p:sp>
        <p:nvSpPr>
          <p:cNvPr id="5" name="Slide Number Placeholder 13">
            <a:extLst>
              <a:ext uri="{FF2B5EF4-FFF2-40B4-BE49-F238E27FC236}">
                <a16:creationId xmlns:a16="http://schemas.microsoft.com/office/drawing/2014/main" id="{6F60ED92-61BC-58F9-6255-C99E6BFB73B0}"/>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
        <p:nvSpPr>
          <p:cNvPr id="2" name="Title 1">
            <a:extLst>
              <a:ext uri="{FF2B5EF4-FFF2-40B4-BE49-F238E27FC236}">
                <a16:creationId xmlns:a16="http://schemas.microsoft.com/office/drawing/2014/main" id="{60030FBA-D4A7-934B-67C0-E6F29E4CFD4D}"/>
              </a:ext>
            </a:extLst>
          </p:cNvPr>
          <p:cNvSpPr>
            <a:spLocks noGrp="1"/>
          </p:cNvSpPr>
          <p:nvPr>
            <p:ph type="title"/>
          </p:nvPr>
        </p:nvSpPr>
        <p:spPr/>
        <p:txBody>
          <a:bodyPr/>
          <a:lstStyle/>
          <a:p>
            <a:r>
              <a:rPr lang="en-GB"/>
              <a:t>Click to edit Master title style</a:t>
            </a:r>
          </a:p>
        </p:txBody>
      </p:sp>
      <p:sp>
        <p:nvSpPr>
          <p:cNvPr id="6" name="Content Placeholder 5">
            <a:extLst>
              <a:ext uri="{FF2B5EF4-FFF2-40B4-BE49-F238E27FC236}">
                <a16:creationId xmlns:a16="http://schemas.microsoft.com/office/drawing/2014/main" id="{3008E5EE-6C5F-D85F-6006-424DB5A611E9}"/>
              </a:ext>
            </a:extLst>
          </p:cNvPr>
          <p:cNvSpPr>
            <a:spLocks noGrp="1"/>
          </p:cNvSpPr>
          <p:nvPr>
            <p:ph sz="quarter" idx="14"/>
          </p:nvPr>
        </p:nvSpPr>
        <p:spPr>
          <a:xfrm>
            <a:off x="402222" y="1428750"/>
            <a:ext cx="2765425" cy="4510088"/>
          </a:xfrm>
        </p:spPr>
        <p:txBody>
          <a:bodyPr/>
          <a:lstStyle>
            <a:lvl1pPr>
              <a:defRPr sz="2400"/>
            </a:lvl1pPr>
          </a:lstStyle>
          <a:p>
            <a:pPr lvl="0"/>
            <a:r>
              <a:rPr lang="en-GB"/>
              <a:t>Click to edit Master text styles</a:t>
            </a:r>
          </a:p>
        </p:txBody>
      </p:sp>
      <p:sp>
        <p:nvSpPr>
          <p:cNvPr id="7" name="Content Placeholder 5">
            <a:extLst>
              <a:ext uri="{FF2B5EF4-FFF2-40B4-BE49-F238E27FC236}">
                <a16:creationId xmlns:a16="http://schemas.microsoft.com/office/drawing/2014/main" id="{6B720A43-6E19-4AEF-66DB-A640BC9CB7D3}"/>
              </a:ext>
            </a:extLst>
          </p:cNvPr>
          <p:cNvSpPr>
            <a:spLocks noGrp="1"/>
          </p:cNvSpPr>
          <p:nvPr>
            <p:ph sz="quarter" idx="15"/>
          </p:nvPr>
        </p:nvSpPr>
        <p:spPr>
          <a:xfrm>
            <a:off x="3287628" y="1428750"/>
            <a:ext cx="2755985" cy="45100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1" name="Content Placeholder 5">
            <a:extLst>
              <a:ext uri="{FF2B5EF4-FFF2-40B4-BE49-F238E27FC236}">
                <a16:creationId xmlns:a16="http://schemas.microsoft.com/office/drawing/2014/main" id="{9787B767-5055-48B3-35CD-14CF774C17AD}"/>
              </a:ext>
            </a:extLst>
          </p:cNvPr>
          <p:cNvSpPr>
            <a:spLocks noGrp="1"/>
          </p:cNvSpPr>
          <p:nvPr>
            <p:ph sz="quarter" idx="16"/>
          </p:nvPr>
        </p:nvSpPr>
        <p:spPr>
          <a:xfrm>
            <a:off x="6168440" y="4000834"/>
            <a:ext cx="2579855" cy="1938004"/>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2" name="Content Placeholder 5">
            <a:extLst>
              <a:ext uri="{FF2B5EF4-FFF2-40B4-BE49-F238E27FC236}">
                <a16:creationId xmlns:a16="http://schemas.microsoft.com/office/drawing/2014/main" id="{6F3F18B8-AD62-7522-3F7D-AE57074D9703}"/>
              </a:ext>
            </a:extLst>
          </p:cNvPr>
          <p:cNvSpPr>
            <a:spLocks noGrp="1"/>
          </p:cNvSpPr>
          <p:nvPr>
            <p:ph sz="quarter" idx="17"/>
          </p:nvPr>
        </p:nvSpPr>
        <p:spPr>
          <a:xfrm>
            <a:off x="9039977" y="4000834"/>
            <a:ext cx="2579855" cy="1938004"/>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Tree>
    <p:extLst>
      <p:ext uri="{BB962C8B-B14F-4D97-AF65-F5344CB8AC3E}">
        <p14:creationId xmlns:p14="http://schemas.microsoft.com/office/powerpoint/2010/main" val="1720805285"/>
      </p:ext>
    </p:extLst>
  </p:cSld>
  <p:clrMapOvr>
    <a:masterClrMapping/>
  </p:clrMapOvr>
  <p:extLst>
    <p:ext uri="{DCECCB84-F9BA-43D5-87BE-67443E8EF086}">
      <p15:sldGuideLst xmlns:p15="http://schemas.microsoft.com/office/powerpoint/2012/main"/>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Five Content">
    <p:spTree>
      <p:nvGrpSpPr>
        <p:cNvPr id="1" name=""/>
        <p:cNvGrpSpPr/>
        <p:nvPr/>
      </p:nvGrpSpPr>
      <p:grpSpPr>
        <a:xfrm>
          <a:off x="0" y="0"/>
          <a:ext cx="0" cy="0"/>
          <a:chOff x="0" y="0"/>
          <a:chExt cx="0" cy="0"/>
        </a:xfrm>
      </p:grpSpPr>
      <p:sp>
        <p:nvSpPr>
          <p:cNvPr id="3" name="Footer Placeholder 4">
            <a:extLst>
              <a:ext uri="{FF2B5EF4-FFF2-40B4-BE49-F238E27FC236}">
                <a16:creationId xmlns:a16="http://schemas.microsoft.com/office/drawing/2014/main" id="{9FC01FB3-8B1A-6F97-AB07-F4AF0F675FEA}"/>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PwC Risk Management</a:t>
            </a:r>
          </a:p>
        </p:txBody>
      </p:sp>
      <p:sp>
        <p:nvSpPr>
          <p:cNvPr id="5" name="Slide Number Placeholder 13">
            <a:extLst>
              <a:ext uri="{FF2B5EF4-FFF2-40B4-BE49-F238E27FC236}">
                <a16:creationId xmlns:a16="http://schemas.microsoft.com/office/drawing/2014/main" id="{2E9AFACD-CF24-6CBE-B881-BC672575304B}"/>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
        <p:nvSpPr>
          <p:cNvPr id="2" name="Title 1">
            <a:extLst>
              <a:ext uri="{FF2B5EF4-FFF2-40B4-BE49-F238E27FC236}">
                <a16:creationId xmlns:a16="http://schemas.microsoft.com/office/drawing/2014/main" id="{F57FE178-C50A-D4BC-23B3-FCFC9C26F720}"/>
              </a:ext>
            </a:extLst>
          </p:cNvPr>
          <p:cNvSpPr>
            <a:spLocks noGrp="1"/>
          </p:cNvSpPr>
          <p:nvPr>
            <p:ph type="title"/>
          </p:nvPr>
        </p:nvSpPr>
        <p:spPr>
          <a:xfrm>
            <a:off x="404378" y="1428750"/>
            <a:ext cx="1747436" cy="910345"/>
          </a:xfrm>
        </p:spPr>
        <p:txBody>
          <a:bodyPr/>
          <a:lstStyle/>
          <a:p>
            <a:r>
              <a:rPr lang="en-GB"/>
              <a:t>Click to edit Master title style</a:t>
            </a:r>
          </a:p>
        </p:txBody>
      </p:sp>
      <p:sp>
        <p:nvSpPr>
          <p:cNvPr id="11" name="Content Placeholder 9">
            <a:extLst>
              <a:ext uri="{FF2B5EF4-FFF2-40B4-BE49-F238E27FC236}">
                <a16:creationId xmlns:a16="http://schemas.microsoft.com/office/drawing/2014/main" id="{BF0A3254-6C33-5884-7861-A2AE733CB65F}"/>
              </a:ext>
            </a:extLst>
          </p:cNvPr>
          <p:cNvSpPr>
            <a:spLocks noGrp="1"/>
          </p:cNvSpPr>
          <p:nvPr>
            <p:ph sz="quarter" idx="11"/>
          </p:nvPr>
        </p:nvSpPr>
        <p:spPr>
          <a:xfrm>
            <a:off x="6162391" y="2971800"/>
            <a:ext cx="1808163" cy="2972385"/>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2" name="Content Placeholder 9">
            <a:extLst>
              <a:ext uri="{FF2B5EF4-FFF2-40B4-BE49-F238E27FC236}">
                <a16:creationId xmlns:a16="http://schemas.microsoft.com/office/drawing/2014/main" id="{F4BFDC30-86D3-C9E6-03E2-DC0866B26139}"/>
              </a:ext>
            </a:extLst>
          </p:cNvPr>
          <p:cNvSpPr>
            <a:spLocks noGrp="1"/>
          </p:cNvSpPr>
          <p:nvPr>
            <p:ph sz="quarter" idx="12"/>
          </p:nvPr>
        </p:nvSpPr>
        <p:spPr>
          <a:xfrm>
            <a:off x="8078938" y="2971800"/>
            <a:ext cx="1808163" cy="2972385"/>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3" name="Content Placeholder 9">
            <a:extLst>
              <a:ext uri="{FF2B5EF4-FFF2-40B4-BE49-F238E27FC236}">
                <a16:creationId xmlns:a16="http://schemas.microsoft.com/office/drawing/2014/main" id="{18887492-7BCC-83E5-2329-2A0D47483DDC}"/>
              </a:ext>
            </a:extLst>
          </p:cNvPr>
          <p:cNvSpPr>
            <a:spLocks noGrp="1"/>
          </p:cNvSpPr>
          <p:nvPr>
            <p:ph sz="quarter" idx="13"/>
          </p:nvPr>
        </p:nvSpPr>
        <p:spPr>
          <a:xfrm>
            <a:off x="2322947" y="2971800"/>
            <a:ext cx="1808163" cy="2972385"/>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4" name="Content Placeholder 9">
            <a:extLst>
              <a:ext uri="{FF2B5EF4-FFF2-40B4-BE49-F238E27FC236}">
                <a16:creationId xmlns:a16="http://schemas.microsoft.com/office/drawing/2014/main" id="{B978364F-C35F-06F2-DC68-2F767D05513D}"/>
              </a:ext>
            </a:extLst>
          </p:cNvPr>
          <p:cNvSpPr>
            <a:spLocks noGrp="1"/>
          </p:cNvSpPr>
          <p:nvPr>
            <p:ph sz="quarter" idx="14"/>
          </p:nvPr>
        </p:nvSpPr>
        <p:spPr>
          <a:xfrm>
            <a:off x="4239494" y="2971800"/>
            <a:ext cx="1808163" cy="2972385"/>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5" name="Content Placeholder 9">
            <a:extLst>
              <a:ext uri="{FF2B5EF4-FFF2-40B4-BE49-F238E27FC236}">
                <a16:creationId xmlns:a16="http://schemas.microsoft.com/office/drawing/2014/main" id="{088185DE-9CFD-E20D-BB15-576E7E8D8127}"/>
              </a:ext>
            </a:extLst>
          </p:cNvPr>
          <p:cNvSpPr>
            <a:spLocks noGrp="1"/>
          </p:cNvSpPr>
          <p:nvPr>
            <p:ph sz="quarter" idx="15"/>
          </p:nvPr>
        </p:nvSpPr>
        <p:spPr>
          <a:xfrm>
            <a:off x="9998659" y="2971800"/>
            <a:ext cx="1808163" cy="2972385"/>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Picture Placeholder 5">
            <a:extLst>
              <a:ext uri="{FF2B5EF4-FFF2-40B4-BE49-F238E27FC236}">
                <a16:creationId xmlns:a16="http://schemas.microsoft.com/office/drawing/2014/main" id="{4AA68569-EB8E-895D-F3C9-43ABE10AB9A1}"/>
              </a:ext>
            </a:extLst>
          </p:cNvPr>
          <p:cNvSpPr>
            <a:spLocks noGrp="1"/>
          </p:cNvSpPr>
          <p:nvPr>
            <p:ph type="pic" sz="quarter" idx="16"/>
          </p:nvPr>
        </p:nvSpPr>
        <p:spPr>
          <a:xfrm>
            <a:off x="2324685" y="1428750"/>
            <a:ext cx="1808162" cy="1428750"/>
          </a:xfrm>
          <a:ln>
            <a:solidFill>
              <a:srgbClr val="F5F7F8"/>
            </a:solidFill>
          </a:ln>
        </p:spPr>
        <p:txBody>
          <a:bodyPr/>
          <a:lstStyle/>
          <a:p>
            <a:endParaRPr lang="en-GB"/>
          </a:p>
        </p:txBody>
      </p:sp>
      <p:sp>
        <p:nvSpPr>
          <p:cNvPr id="7" name="Picture Placeholder 5">
            <a:extLst>
              <a:ext uri="{FF2B5EF4-FFF2-40B4-BE49-F238E27FC236}">
                <a16:creationId xmlns:a16="http://schemas.microsoft.com/office/drawing/2014/main" id="{20579DB8-8E0B-0C0E-E451-7F09E309DA64}"/>
              </a:ext>
            </a:extLst>
          </p:cNvPr>
          <p:cNvSpPr>
            <a:spLocks noGrp="1"/>
          </p:cNvSpPr>
          <p:nvPr>
            <p:ph type="pic" sz="quarter" idx="17"/>
          </p:nvPr>
        </p:nvSpPr>
        <p:spPr>
          <a:xfrm>
            <a:off x="4243178" y="1428750"/>
            <a:ext cx="1808162" cy="1428750"/>
          </a:xfrm>
          <a:ln>
            <a:solidFill>
              <a:srgbClr val="F5F7F8"/>
            </a:solidFill>
          </a:ln>
        </p:spPr>
        <p:txBody>
          <a:bodyPr/>
          <a:lstStyle/>
          <a:p>
            <a:endParaRPr lang="en-GB"/>
          </a:p>
        </p:txBody>
      </p:sp>
      <p:sp>
        <p:nvSpPr>
          <p:cNvPr id="8" name="Picture Placeholder 5">
            <a:extLst>
              <a:ext uri="{FF2B5EF4-FFF2-40B4-BE49-F238E27FC236}">
                <a16:creationId xmlns:a16="http://schemas.microsoft.com/office/drawing/2014/main" id="{FACAFEEF-7E12-E8F4-7A72-64FC68087BB2}"/>
              </a:ext>
            </a:extLst>
          </p:cNvPr>
          <p:cNvSpPr>
            <a:spLocks noGrp="1"/>
          </p:cNvSpPr>
          <p:nvPr>
            <p:ph type="pic" sz="quarter" idx="18"/>
          </p:nvPr>
        </p:nvSpPr>
        <p:spPr>
          <a:xfrm>
            <a:off x="6161671" y="1428750"/>
            <a:ext cx="1808162" cy="1428750"/>
          </a:xfrm>
          <a:ln>
            <a:solidFill>
              <a:srgbClr val="F5F7F8"/>
            </a:solidFill>
          </a:ln>
        </p:spPr>
        <p:txBody>
          <a:bodyPr/>
          <a:lstStyle/>
          <a:p>
            <a:endParaRPr lang="en-GB"/>
          </a:p>
        </p:txBody>
      </p:sp>
      <p:sp>
        <p:nvSpPr>
          <p:cNvPr id="9" name="Picture Placeholder 5">
            <a:extLst>
              <a:ext uri="{FF2B5EF4-FFF2-40B4-BE49-F238E27FC236}">
                <a16:creationId xmlns:a16="http://schemas.microsoft.com/office/drawing/2014/main" id="{1E315559-F16E-F3F9-FF8B-9A87040FC180}"/>
              </a:ext>
            </a:extLst>
          </p:cNvPr>
          <p:cNvSpPr>
            <a:spLocks noGrp="1"/>
          </p:cNvSpPr>
          <p:nvPr>
            <p:ph type="pic" sz="quarter" idx="19"/>
          </p:nvPr>
        </p:nvSpPr>
        <p:spPr>
          <a:xfrm>
            <a:off x="8080165" y="1428750"/>
            <a:ext cx="1808162" cy="1428750"/>
          </a:xfrm>
          <a:ln>
            <a:solidFill>
              <a:srgbClr val="F5F7F8"/>
            </a:solidFill>
          </a:ln>
        </p:spPr>
        <p:txBody>
          <a:bodyPr/>
          <a:lstStyle/>
          <a:p>
            <a:endParaRPr lang="en-GB"/>
          </a:p>
        </p:txBody>
      </p:sp>
      <p:sp>
        <p:nvSpPr>
          <p:cNvPr id="16" name="Picture Placeholder 5">
            <a:extLst>
              <a:ext uri="{FF2B5EF4-FFF2-40B4-BE49-F238E27FC236}">
                <a16:creationId xmlns:a16="http://schemas.microsoft.com/office/drawing/2014/main" id="{D1A15438-B093-8E23-0FCF-C0C1CBAE7367}"/>
              </a:ext>
            </a:extLst>
          </p:cNvPr>
          <p:cNvSpPr>
            <a:spLocks noGrp="1"/>
          </p:cNvSpPr>
          <p:nvPr>
            <p:ph type="pic" sz="quarter" idx="20"/>
          </p:nvPr>
        </p:nvSpPr>
        <p:spPr>
          <a:xfrm>
            <a:off x="9998659" y="1428750"/>
            <a:ext cx="1808162" cy="1428750"/>
          </a:xfrm>
          <a:ln>
            <a:solidFill>
              <a:srgbClr val="F5F7F8"/>
            </a:solidFill>
          </a:ln>
        </p:spPr>
        <p:txBody>
          <a:bodyPr/>
          <a:lstStyle/>
          <a:p>
            <a:endParaRPr lang="en-GB"/>
          </a:p>
        </p:txBody>
      </p:sp>
    </p:spTree>
    <p:extLst>
      <p:ext uri="{BB962C8B-B14F-4D97-AF65-F5344CB8AC3E}">
        <p14:creationId xmlns:p14="http://schemas.microsoft.com/office/powerpoint/2010/main" val="964876271"/>
      </p:ext>
    </p:extLst>
  </p:cSld>
  <p:clrMapOvr>
    <a:masterClrMapping/>
  </p:clrMapOvr>
  <p:extLst>
    <p:ext uri="{DCECCB84-F9BA-43D5-87BE-67443E8EF086}">
      <p15:sldGuideLst xmlns:p15="http://schemas.microsoft.com/office/powerpoint/2012/main"/>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Five Content opt2">
    <p:spTree>
      <p:nvGrpSpPr>
        <p:cNvPr id="1" name=""/>
        <p:cNvGrpSpPr/>
        <p:nvPr/>
      </p:nvGrpSpPr>
      <p:grpSpPr>
        <a:xfrm>
          <a:off x="0" y="0"/>
          <a:ext cx="0" cy="0"/>
          <a:chOff x="0" y="0"/>
          <a:chExt cx="0" cy="0"/>
        </a:xfrm>
      </p:grpSpPr>
      <p:sp>
        <p:nvSpPr>
          <p:cNvPr id="3" name="Footer Placeholder 4">
            <a:extLst>
              <a:ext uri="{FF2B5EF4-FFF2-40B4-BE49-F238E27FC236}">
                <a16:creationId xmlns:a16="http://schemas.microsoft.com/office/drawing/2014/main" id="{9FC01FB3-8B1A-6F97-AB07-F4AF0F675FEA}"/>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PwC Risk Management</a:t>
            </a:r>
          </a:p>
        </p:txBody>
      </p:sp>
      <p:sp>
        <p:nvSpPr>
          <p:cNvPr id="5" name="Slide Number Placeholder 13">
            <a:extLst>
              <a:ext uri="{FF2B5EF4-FFF2-40B4-BE49-F238E27FC236}">
                <a16:creationId xmlns:a16="http://schemas.microsoft.com/office/drawing/2014/main" id="{2E9AFACD-CF24-6CBE-B881-BC672575304B}"/>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
        <p:nvSpPr>
          <p:cNvPr id="2" name="Title 1">
            <a:extLst>
              <a:ext uri="{FF2B5EF4-FFF2-40B4-BE49-F238E27FC236}">
                <a16:creationId xmlns:a16="http://schemas.microsoft.com/office/drawing/2014/main" id="{F57FE178-C50A-D4BC-23B3-FCFC9C26F720}"/>
              </a:ext>
            </a:extLst>
          </p:cNvPr>
          <p:cNvSpPr>
            <a:spLocks noGrp="1"/>
          </p:cNvSpPr>
          <p:nvPr>
            <p:ph type="title"/>
          </p:nvPr>
        </p:nvSpPr>
        <p:spPr/>
        <p:txBody>
          <a:bodyPr/>
          <a:lstStyle/>
          <a:p>
            <a:r>
              <a:rPr lang="en-GB"/>
              <a:t>Click to edit Master title style</a:t>
            </a:r>
          </a:p>
        </p:txBody>
      </p:sp>
      <p:sp>
        <p:nvSpPr>
          <p:cNvPr id="10" name="Content Placeholder 9">
            <a:extLst>
              <a:ext uri="{FF2B5EF4-FFF2-40B4-BE49-F238E27FC236}">
                <a16:creationId xmlns:a16="http://schemas.microsoft.com/office/drawing/2014/main" id="{CA0BB6D6-980C-7998-263D-D93CFD9AD44C}"/>
              </a:ext>
            </a:extLst>
          </p:cNvPr>
          <p:cNvSpPr>
            <a:spLocks noGrp="1"/>
          </p:cNvSpPr>
          <p:nvPr>
            <p:ph sz="quarter" idx="10"/>
          </p:nvPr>
        </p:nvSpPr>
        <p:spPr>
          <a:xfrm>
            <a:off x="400050" y="3487738"/>
            <a:ext cx="1808163" cy="2459622"/>
          </a:xfrm>
        </p:spPr>
        <p:txBody>
          <a:bodyPr/>
          <a:lstStyle>
            <a:lvl1pPr algn="l">
              <a:defRPr/>
            </a:lvl1pPr>
            <a:lvl2pPr algn="l">
              <a:defRPr/>
            </a:lvl2pPr>
            <a:lvl3pPr algn="l">
              <a:defRPr/>
            </a:lvl3pPr>
            <a:lvl4pPr algn="l">
              <a:defRPr/>
            </a:lvl4pPr>
            <a:lvl5pPr algn="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1" name="Content Placeholder 9">
            <a:extLst>
              <a:ext uri="{FF2B5EF4-FFF2-40B4-BE49-F238E27FC236}">
                <a16:creationId xmlns:a16="http://schemas.microsoft.com/office/drawing/2014/main" id="{BF0A3254-6C33-5884-7861-A2AE733CB65F}"/>
              </a:ext>
            </a:extLst>
          </p:cNvPr>
          <p:cNvSpPr>
            <a:spLocks noGrp="1"/>
          </p:cNvSpPr>
          <p:nvPr>
            <p:ph sz="quarter" idx="11"/>
          </p:nvPr>
        </p:nvSpPr>
        <p:spPr>
          <a:xfrm>
            <a:off x="7598883" y="3487738"/>
            <a:ext cx="1808163" cy="2459622"/>
          </a:xfrm>
        </p:spPr>
        <p:txBody>
          <a:bodyPr/>
          <a:lstStyle>
            <a:lvl1pPr algn="l">
              <a:defRPr/>
            </a:lvl1pPr>
            <a:lvl2pPr algn="l">
              <a:defRPr/>
            </a:lvl2pPr>
            <a:lvl3pPr algn="l">
              <a:defRPr/>
            </a:lvl3pPr>
            <a:lvl4pPr algn="l">
              <a:defRPr/>
            </a:lvl4pPr>
            <a:lvl5pPr algn="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2" name="Content Placeholder 9">
            <a:extLst>
              <a:ext uri="{FF2B5EF4-FFF2-40B4-BE49-F238E27FC236}">
                <a16:creationId xmlns:a16="http://schemas.microsoft.com/office/drawing/2014/main" id="{F4BFDC30-86D3-C9E6-03E2-DC0866B26139}"/>
              </a:ext>
            </a:extLst>
          </p:cNvPr>
          <p:cNvSpPr>
            <a:spLocks noGrp="1"/>
          </p:cNvSpPr>
          <p:nvPr>
            <p:ph sz="quarter" idx="12"/>
          </p:nvPr>
        </p:nvSpPr>
        <p:spPr>
          <a:xfrm>
            <a:off x="9998492" y="3487738"/>
            <a:ext cx="1802983" cy="2459622"/>
          </a:xfrm>
        </p:spPr>
        <p:txBody>
          <a:bodyPr/>
          <a:lstStyle>
            <a:lvl1pPr algn="l">
              <a:defRPr/>
            </a:lvl1pPr>
            <a:lvl2pPr algn="l">
              <a:defRPr/>
            </a:lvl2pPr>
            <a:lvl3pPr algn="l">
              <a:defRPr/>
            </a:lvl3pPr>
            <a:lvl4pPr algn="l">
              <a:defRPr/>
            </a:lvl4pPr>
            <a:lvl5pPr algn="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3" name="Content Placeholder 9">
            <a:extLst>
              <a:ext uri="{FF2B5EF4-FFF2-40B4-BE49-F238E27FC236}">
                <a16:creationId xmlns:a16="http://schemas.microsoft.com/office/drawing/2014/main" id="{18887492-7BCC-83E5-2329-2A0D47483DDC}"/>
              </a:ext>
            </a:extLst>
          </p:cNvPr>
          <p:cNvSpPr>
            <a:spLocks noGrp="1"/>
          </p:cNvSpPr>
          <p:nvPr>
            <p:ph sz="quarter" idx="13"/>
          </p:nvPr>
        </p:nvSpPr>
        <p:spPr>
          <a:xfrm>
            <a:off x="2799661" y="3487738"/>
            <a:ext cx="1808163" cy="2459622"/>
          </a:xfrm>
        </p:spPr>
        <p:txBody>
          <a:bodyPr/>
          <a:lstStyle>
            <a:lvl1pPr algn="l">
              <a:defRPr/>
            </a:lvl1pPr>
            <a:lvl2pPr algn="l">
              <a:defRPr/>
            </a:lvl2pPr>
            <a:lvl3pPr algn="l">
              <a:defRPr/>
            </a:lvl3pPr>
            <a:lvl4pPr algn="l">
              <a:defRPr/>
            </a:lvl4pPr>
            <a:lvl5pPr algn="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4" name="Content Placeholder 9">
            <a:extLst>
              <a:ext uri="{FF2B5EF4-FFF2-40B4-BE49-F238E27FC236}">
                <a16:creationId xmlns:a16="http://schemas.microsoft.com/office/drawing/2014/main" id="{B978364F-C35F-06F2-DC68-2F767D05513D}"/>
              </a:ext>
            </a:extLst>
          </p:cNvPr>
          <p:cNvSpPr>
            <a:spLocks noGrp="1"/>
          </p:cNvSpPr>
          <p:nvPr>
            <p:ph sz="quarter" idx="14"/>
          </p:nvPr>
        </p:nvSpPr>
        <p:spPr>
          <a:xfrm>
            <a:off x="5202448" y="3487738"/>
            <a:ext cx="1804990" cy="2459622"/>
          </a:xfrm>
        </p:spPr>
        <p:txBody>
          <a:bodyPr/>
          <a:lstStyle>
            <a:lvl1pPr algn="l">
              <a:defRPr/>
            </a:lvl1pPr>
            <a:lvl2pPr algn="l">
              <a:defRPr/>
            </a:lvl2pPr>
            <a:lvl3pPr algn="l">
              <a:defRPr/>
            </a:lvl3pPr>
            <a:lvl4pPr algn="l">
              <a:defRPr/>
            </a:lvl4pPr>
            <a:lvl5pPr algn="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Tree>
    <p:extLst>
      <p:ext uri="{BB962C8B-B14F-4D97-AF65-F5344CB8AC3E}">
        <p14:creationId xmlns:p14="http://schemas.microsoft.com/office/powerpoint/2010/main" val="4195032945"/>
      </p:ext>
    </p:extLst>
  </p:cSld>
  <p:clrMapOvr>
    <a:masterClrMapping/>
  </p:clrMapOvr>
  <p:extLst>
    <p:ext uri="{DCECCB84-F9BA-43D5-87BE-67443E8EF086}">
      <p15:sldGuideLst xmlns:p15="http://schemas.microsoft.com/office/powerpoint/2012/main"/>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Five Content opt3">
    <p:spTree>
      <p:nvGrpSpPr>
        <p:cNvPr id="1" name=""/>
        <p:cNvGrpSpPr/>
        <p:nvPr/>
      </p:nvGrpSpPr>
      <p:grpSpPr>
        <a:xfrm>
          <a:off x="0" y="0"/>
          <a:ext cx="0" cy="0"/>
          <a:chOff x="0" y="0"/>
          <a:chExt cx="0" cy="0"/>
        </a:xfrm>
      </p:grpSpPr>
      <p:sp>
        <p:nvSpPr>
          <p:cNvPr id="3" name="Footer Placeholder 4">
            <a:extLst>
              <a:ext uri="{FF2B5EF4-FFF2-40B4-BE49-F238E27FC236}">
                <a16:creationId xmlns:a16="http://schemas.microsoft.com/office/drawing/2014/main" id="{9FC01FB3-8B1A-6F97-AB07-F4AF0F675FEA}"/>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PwC Risk Management</a:t>
            </a:r>
          </a:p>
        </p:txBody>
      </p:sp>
      <p:sp>
        <p:nvSpPr>
          <p:cNvPr id="5" name="Slide Number Placeholder 13">
            <a:extLst>
              <a:ext uri="{FF2B5EF4-FFF2-40B4-BE49-F238E27FC236}">
                <a16:creationId xmlns:a16="http://schemas.microsoft.com/office/drawing/2014/main" id="{2E9AFACD-CF24-6CBE-B881-BC672575304B}"/>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
        <p:nvSpPr>
          <p:cNvPr id="2" name="Title 1">
            <a:extLst>
              <a:ext uri="{FF2B5EF4-FFF2-40B4-BE49-F238E27FC236}">
                <a16:creationId xmlns:a16="http://schemas.microsoft.com/office/drawing/2014/main" id="{F57FE178-C50A-D4BC-23B3-FCFC9C26F720}"/>
              </a:ext>
            </a:extLst>
          </p:cNvPr>
          <p:cNvSpPr>
            <a:spLocks noGrp="1"/>
          </p:cNvSpPr>
          <p:nvPr>
            <p:ph type="title"/>
          </p:nvPr>
        </p:nvSpPr>
        <p:spPr/>
        <p:txBody>
          <a:bodyPr/>
          <a:lstStyle/>
          <a:p>
            <a:r>
              <a:rPr lang="en-GB"/>
              <a:t>Click to edit Master title style</a:t>
            </a:r>
          </a:p>
        </p:txBody>
      </p:sp>
      <p:sp>
        <p:nvSpPr>
          <p:cNvPr id="10" name="Content Placeholder 9">
            <a:extLst>
              <a:ext uri="{FF2B5EF4-FFF2-40B4-BE49-F238E27FC236}">
                <a16:creationId xmlns:a16="http://schemas.microsoft.com/office/drawing/2014/main" id="{CA0BB6D6-980C-7998-263D-D93CFD9AD44C}"/>
              </a:ext>
            </a:extLst>
          </p:cNvPr>
          <p:cNvSpPr>
            <a:spLocks noGrp="1"/>
          </p:cNvSpPr>
          <p:nvPr>
            <p:ph sz="quarter" idx="10"/>
          </p:nvPr>
        </p:nvSpPr>
        <p:spPr>
          <a:xfrm>
            <a:off x="400050" y="3487738"/>
            <a:ext cx="1808163" cy="2459622"/>
          </a:xfrm>
        </p:spPr>
        <p:txBody>
          <a:bodyPr/>
          <a:lstStyle>
            <a:lvl1pPr algn="l">
              <a:defRPr/>
            </a:lvl1pPr>
            <a:lvl2pPr algn="l">
              <a:defRPr/>
            </a:lvl2pPr>
            <a:lvl3pPr algn="l">
              <a:defRPr/>
            </a:lvl3pPr>
            <a:lvl4pPr algn="l">
              <a:defRPr/>
            </a:lvl4pPr>
            <a:lvl5pPr algn="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1" name="Content Placeholder 9">
            <a:extLst>
              <a:ext uri="{FF2B5EF4-FFF2-40B4-BE49-F238E27FC236}">
                <a16:creationId xmlns:a16="http://schemas.microsoft.com/office/drawing/2014/main" id="{BF0A3254-6C33-5884-7861-A2AE733CB65F}"/>
              </a:ext>
            </a:extLst>
          </p:cNvPr>
          <p:cNvSpPr>
            <a:spLocks noGrp="1"/>
          </p:cNvSpPr>
          <p:nvPr>
            <p:ph sz="quarter" idx="11"/>
          </p:nvPr>
        </p:nvSpPr>
        <p:spPr>
          <a:xfrm>
            <a:off x="7598883" y="3487738"/>
            <a:ext cx="1808163" cy="2459622"/>
          </a:xfrm>
        </p:spPr>
        <p:txBody>
          <a:bodyPr/>
          <a:lstStyle>
            <a:lvl1pPr algn="l">
              <a:defRPr/>
            </a:lvl1pPr>
            <a:lvl2pPr algn="l">
              <a:defRPr/>
            </a:lvl2pPr>
            <a:lvl3pPr algn="l">
              <a:defRPr/>
            </a:lvl3pPr>
            <a:lvl4pPr algn="l">
              <a:defRPr/>
            </a:lvl4pPr>
            <a:lvl5pPr algn="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2" name="Content Placeholder 9">
            <a:extLst>
              <a:ext uri="{FF2B5EF4-FFF2-40B4-BE49-F238E27FC236}">
                <a16:creationId xmlns:a16="http://schemas.microsoft.com/office/drawing/2014/main" id="{F4BFDC30-86D3-C9E6-03E2-DC0866B26139}"/>
              </a:ext>
            </a:extLst>
          </p:cNvPr>
          <p:cNvSpPr>
            <a:spLocks noGrp="1"/>
          </p:cNvSpPr>
          <p:nvPr>
            <p:ph sz="quarter" idx="12"/>
          </p:nvPr>
        </p:nvSpPr>
        <p:spPr>
          <a:xfrm>
            <a:off x="9998492" y="3484563"/>
            <a:ext cx="1808163" cy="2459622"/>
          </a:xfrm>
        </p:spPr>
        <p:txBody>
          <a:bodyPr/>
          <a:lstStyle>
            <a:lvl1pPr algn="l">
              <a:defRPr/>
            </a:lvl1pPr>
            <a:lvl2pPr algn="l">
              <a:defRPr/>
            </a:lvl2pPr>
            <a:lvl3pPr algn="l">
              <a:defRPr/>
            </a:lvl3pPr>
            <a:lvl4pPr algn="l">
              <a:defRPr/>
            </a:lvl4pPr>
            <a:lvl5pPr algn="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3" name="Content Placeholder 9">
            <a:extLst>
              <a:ext uri="{FF2B5EF4-FFF2-40B4-BE49-F238E27FC236}">
                <a16:creationId xmlns:a16="http://schemas.microsoft.com/office/drawing/2014/main" id="{18887492-7BCC-83E5-2329-2A0D47483DDC}"/>
              </a:ext>
            </a:extLst>
          </p:cNvPr>
          <p:cNvSpPr>
            <a:spLocks noGrp="1"/>
          </p:cNvSpPr>
          <p:nvPr>
            <p:ph sz="quarter" idx="13"/>
          </p:nvPr>
        </p:nvSpPr>
        <p:spPr>
          <a:xfrm>
            <a:off x="2799661" y="3487738"/>
            <a:ext cx="1808163" cy="2459622"/>
          </a:xfrm>
        </p:spPr>
        <p:txBody>
          <a:bodyPr/>
          <a:lstStyle>
            <a:lvl1pPr algn="l">
              <a:defRPr/>
            </a:lvl1pPr>
            <a:lvl2pPr algn="l">
              <a:defRPr/>
            </a:lvl2pPr>
            <a:lvl3pPr algn="l">
              <a:defRPr/>
            </a:lvl3pPr>
            <a:lvl4pPr algn="l">
              <a:defRPr/>
            </a:lvl4pPr>
            <a:lvl5pPr algn="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4" name="Content Placeholder 9">
            <a:extLst>
              <a:ext uri="{FF2B5EF4-FFF2-40B4-BE49-F238E27FC236}">
                <a16:creationId xmlns:a16="http://schemas.microsoft.com/office/drawing/2014/main" id="{B978364F-C35F-06F2-DC68-2F767D05513D}"/>
              </a:ext>
            </a:extLst>
          </p:cNvPr>
          <p:cNvSpPr>
            <a:spLocks noGrp="1"/>
          </p:cNvSpPr>
          <p:nvPr>
            <p:ph sz="quarter" idx="14"/>
          </p:nvPr>
        </p:nvSpPr>
        <p:spPr>
          <a:xfrm>
            <a:off x="5202447" y="3487738"/>
            <a:ext cx="1808163" cy="2459622"/>
          </a:xfrm>
        </p:spPr>
        <p:txBody>
          <a:bodyPr/>
          <a:lstStyle>
            <a:lvl1pPr algn="l">
              <a:defRPr/>
            </a:lvl1pPr>
            <a:lvl2pPr algn="l">
              <a:defRPr/>
            </a:lvl2pPr>
            <a:lvl3pPr algn="l">
              <a:defRPr/>
            </a:lvl3pPr>
            <a:lvl4pPr algn="l">
              <a:defRPr/>
            </a:lvl4pPr>
            <a:lvl5pPr algn="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cxnSp>
        <p:nvCxnSpPr>
          <p:cNvPr id="4" name="Straight Connector 3">
            <a:extLst>
              <a:ext uri="{FF2B5EF4-FFF2-40B4-BE49-F238E27FC236}">
                <a16:creationId xmlns:a16="http://schemas.microsoft.com/office/drawing/2014/main" id="{3E41D6AF-825C-DCBA-949C-17309627E046}"/>
              </a:ext>
            </a:extLst>
          </p:cNvPr>
          <p:cNvCxnSpPr>
            <a:cxnSpLocks/>
          </p:cNvCxnSpPr>
          <p:nvPr userDrawn="1"/>
        </p:nvCxnSpPr>
        <p:spPr>
          <a:xfrm>
            <a:off x="-4800" y="3227009"/>
            <a:ext cx="12196800" cy="0"/>
          </a:xfrm>
          <a:prstGeom prst="line">
            <a:avLst/>
          </a:prstGeom>
          <a:ln w="19050">
            <a:solidFill>
              <a:srgbClr val="DFE3E6"/>
            </a:solidFill>
          </a:ln>
        </p:spPr>
        <p:style>
          <a:lnRef idx="2">
            <a:schemeClr val="accent1"/>
          </a:lnRef>
          <a:fillRef idx="0">
            <a:schemeClr val="accent1"/>
          </a:fillRef>
          <a:effectRef idx="1">
            <a:schemeClr val="accent1"/>
          </a:effectRef>
          <a:fontRef idx="minor">
            <a:schemeClr val="tx1"/>
          </a:fontRef>
        </p:style>
      </p:cxnSp>
      <p:sp>
        <p:nvSpPr>
          <p:cNvPr id="6" name="Rectangle 5">
            <a:extLst>
              <a:ext uri="{FF2B5EF4-FFF2-40B4-BE49-F238E27FC236}">
                <a16:creationId xmlns:a16="http://schemas.microsoft.com/office/drawing/2014/main" id="{E3BFCB25-7E7F-7F68-F158-62D138A007BF}"/>
              </a:ext>
            </a:extLst>
          </p:cNvPr>
          <p:cNvSpPr/>
          <p:nvPr userDrawn="1"/>
        </p:nvSpPr>
        <p:spPr>
          <a:xfrm>
            <a:off x="407553" y="3099314"/>
            <a:ext cx="252000" cy="252000"/>
          </a:xfrm>
          <a:prstGeom prst="rect">
            <a:avLst/>
          </a:prstGeom>
          <a:solidFill>
            <a:srgbClr val="FFE8D4"/>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a:solidFill>
                <a:schemeClr val="tx1"/>
              </a:solidFill>
            </a:endParaRPr>
          </a:p>
        </p:txBody>
      </p:sp>
      <p:sp>
        <p:nvSpPr>
          <p:cNvPr id="7" name="Rectangle 6">
            <a:extLst>
              <a:ext uri="{FF2B5EF4-FFF2-40B4-BE49-F238E27FC236}">
                <a16:creationId xmlns:a16="http://schemas.microsoft.com/office/drawing/2014/main" id="{3202B35F-49DF-DD51-E409-25C952F6FCBB}"/>
              </a:ext>
            </a:extLst>
          </p:cNvPr>
          <p:cNvSpPr/>
          <p:nvPr userDrawn="1"/>
        </p:nvSpPr>
        <p:spPr>
          <a:xfrm>
            <a:off x="2799661" y="3099314"/>
            <a:ext cx="252000" cy="252000"/>
          </a:xfrm>
          <a:prstGeom prst="rect">
            <a:avLst/>
          </a:prstGeom>
          <a:solidFill>
            <a:srgbClr val="FFCDA8"/>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a:solidFill>
                <a:schemeClr val="tx1"/>
              </a:solidFill>
            </a:endParaRPr>
          </a:p>
        </p:txBody>
      </p:sp>
      <p:sp>
        <p:nvSpPr>
          <p:cNvPr id="8" name="Rectangle 7">
            <a:extLst>
              <a:ext uri="{FF2B5EF4-FFF2-40B4-BE49-F238E27FC236}">
                <a16:creationId xmlns:a16="http://schemas.microsoft.com/office/drawing/2014/main" id="{F6DB3449-98E1-7EF4-311E-ED2A6A3D932B}"/>
              </a:ext>
            </a:extLst>
          </p:cNvPr>
          <p:cNvSpPr/>
          <p:nvPr userDrawn="1"/>
        </p:nvSpPr>
        <p:spPr>
          <a:xfrm>
            <a:off x="5191769" y="3099314"/>
            <a:ext cx="252000" cy="252000"/>
          </a:xfrm>
          <a:prstGeom prst="rect">
            <a:avLst/>
          </a:prstGeom>
          <a:solidFill>
            <a:srgbClr val="FFAA72"/>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a:solidFill>
                <a:schemeClr val="tx1"/>
              </a:solidFill>
            </a:endParaRPr>
          </a:p>
        </p:txBody>
      </p:sp>
      <p:sp>
        <p:nvSpPr>
          <p:cNvPr id="9" name="Rectangle 8">
            <a:extLst>
              <a:ext uri="{FF2B5EF4-FFF2-40B4-BE49-F238E27FC236}">
                <a16:creationId xmlns:a16="http://schemas.microsoft.com/office/drawing/2014/main" id="{5CBCD507-A77E-D0C1-1FA9-9D56B17D2651}"/>
              </a:ext>
            </a:extLst>
          </p:cNvPr>
          <p:cNvSpPr/>
          <p:nvPr userDrawn="1"/>
        </p:nvSpPr>
        <p:spPr>
          <a:xfrm>
            <a:off x="7598883" y="3099314"/>
            <a:ext cx="252000" cy="252000"/>
          </a:xfrm>
          <a:prstGeom prst="rect">
            <a:avLst/>
          </a:prstGeom>
          <a:solidFill>
            <a:srgbClr val="FE7C39"/>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a:solidFill>
                <a:schemeClr val="tx1"/>
              </a:solidFill>
            </a:endParaRPr>
          </a:p>
        </p:txBody>
      </p:sp>
      <p:sp>
        <p:nvSpPr>
          <p:cNvPr id="15" name="Rectangle 14">
            <a:extLst>
              <a:ext uri="{FF2B5EF4-FFF2-40B4-BE49-F238E27FC236}">
                <a16:creationId xmlns:a16="http://schemas.microsoft.com/office/drawing/2014/main" id="{825BF76B-115D-D583-DB0D-72C66BF6B15B}"/>
              </a:ext>
            </a:extLst>
          </p:cNvPr>
          <p:cNvSpPr/>
          <p:nvPr userDrawn="1"/>
        </p:nvSpPr>
        <p:spPr>
          <a:xfrm>
            <a:off x="10005997" y="3099314"/>
            <a:ext cx="252000" cy="252000"/>
          </a:xfrm>
          <a:prstGeom prst="rect">
            <a:avLst/>
          </a:prstGeom>
          <a:solidFill>
            <a:schemeClr val="accent1"/>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a:solidFill>
                <a:schemeClr val="tx1"/>
              </a:solidFill>
            </a:endParaRPr>
          </a:p>
        </p:txBody>
      </p:sp>
    </p:spTree>
    <p:extLst>
      <p:ext uri="{BB962C8B-B14F-4D97-AF65-F5344CB8AC3E}">
        <p14:creationId xmlns:p14="http://schemas.microsoft.com/office/powerpoint/2010/main" val="3059361655"/>
      </p:ext>
    </p:extLst>
  </p:cSld>
  <p:clrMapOvr>
    <a:masterClrMapping/>
  </p:clrMapOvr>
  <p:extLst>
    <p:ext uri="{DCECCB84-F9BA-43D5-87BE-67443E8EF086}">
      <p15:sldGuideLst xmlns:p15="http://schemas.microsoft.com/office/powerpoint/2012/main"/>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Five Content Five Numbers">
    <p:spTree>
      <p:nvGrpSpPr>
        <p:cNvPr id="1" name=""/>
        <p:cNvGrpSpPr/>
        <p:nvPr/>
      </p:nvGrpSpPr>
      <p:grpSpPr>
        <a:xfrm>
          <a:off x="0" y="0"/>
          <a:ext cx="0" cy="0"/>
          <a:chOff x="0" y="0"/>
          <a:chExt cx="0" cy="0"/>
        </a:xfrm>
      </p:grpSpPr>
      <p:sp>
        <p:nvSpPr>
          <p:cNvPr id="11" name="Text Placeholder 2">
            <a:extLst>
              <a:ext uri="{FF2B5EF4-FFF2-40B4-BE49-F238E27FC236}">
                <a16:creationId xmlns:a16="http://schemas.microsoft.com/office/drawing/2014/main" id="{93E53EE2-D031-FB0F-FA32-18DFB38D8530}"/>
              </a:ext>
            </a:extLst>
          </p:cNvPr>
          <p:cNvSpPr>
            <a:spLocks noGrp="1"/>
          </p:cNvSpPr>
          <p:nvPr>
            <p:ph type="body" idx="15" hasCustomPrompt="1"/>
          </p:nvPr>
        </p:nvSpPr>
        <p:spPr>
          <a:xfrm>
            <a:off x="407670" y="1949410"/>
            <a:ext cx="1800543" cy="1415772"/>
          </a:xfrm>
          <a:prstGeom prst="rect">
            <a:avLst/>
          </a:prstGeom>
        </p:spPr>
        <p:txBody>
          <a:bodyPr wrap="square">
            <a:spAutoFit/>
          </a:bodyPr>
          <a:lstStyle>
            <a:lvl1pPr marL="0" indent="0" algn="l">
              <a:lnSpc>
                <a:spcPct val="80000"/>
              </a:lnSpc>
              <a:spcBef>
                <a:spcPts val="0"/>
              </a:spcBef>
              <a:spcAft>
                <a:spcPts val="0"/>
              </a:spcAft>
              <a:buNone/>
              <a:defRPr sz="11500" b="0" kern="100" spc="-50" baseline="0">
                <a:solidFill>
                  <a:schemeClr val="accent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0</a:t>
            </a:r>
          </a:p>
        </p:txBody>
      </p:sp>
      <p:sp>
        <p:nvSpPr>
          <p:cNvPr id="12" name="Text Placeholder 2">
            <a:extLst>
              <a:ext uri="{FF2B5EF4-FFF2-40B4-BE49-F238E27FC236}">
                <a16:creationId xmlns:a16="http://schemas.microsoft.com/office/drawing/2014/main" id="{3544A30F-D4EB-D59A-37AC-6229A950B4EE}"/>
              </a:ext>
            </a:extLst>
          </p:cNvPr>
          <p:cNvSpPr>
            <a:spLocks noGrp="1"/>
          </p:cNvSpPr>
          <p:nvPr>
            <p:ph type="body" idx="16" hasCustomPrompt="1"/>
          </p:nvPr>
        </p:nvSpPr>
        <p:spPr>
          <a:xfrm>
            <a:off x="2805986" y="1949410"/>
            <a:ext cx="1800543" cy="1415772"/>
          </a:xfrm>
          <a:prstGeom prst="rect">
            <a:avLst/>
          </a:prstGeom>
        </p:spPr>
        <p:txBody>
          <a:bodyPr wrap="square">
            <a:spAutoFit/>
          </a:bodyPr>
          <a:lstStyle>
            <a:lvl1pPr marL="0" indent="0" algn="l">
              <a:lnSpc>
                <a:spcPct val="80000"/>
              </a:lnSpc>
              <a:spcBef>
                <a:spcPts val="0"/>
              </a:spcBef>
              <a:spcAft>
                <a:spcPts val="0"/>
              </a:spcAft>
              <a:buNone/>
              <a:defRPr sz="11500" b="0" kern="100" spc="-50" baseline="0">
                <a:solidFill>
                  <a:schemeClr val="accent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0</a:t>
            </a:r>
          </a:p>
        </p:txBody>
      </p:sp>
      <p:sp>
        <p:nvSpPr>
          <p:cNvPr id="13" name="Text Placeholder 2">
            <a:extLst>
              <a:ext uri="{FF2B5EF4-FFF2-40B4-BE49-F238E27FC236}">
                <a16:creationId xmlns:a16="http://schemas.microsoft.com/office/drawing/2014/main" id="{CC17F671-8B9C-F9FE-AEDA-9A8FBDDADA36}"/>
              </a:ext>
            </a:extLst>
          </p:cNvPr>
          <p:cNvSpPr>
            <a:spLocks noGrp="1"/>
          </p:cNvSpPr>
          <p:nvPr>
            <p:ph type="body" idx="17" hasCustomPrompt="1"/>
          </p:nvPr>
        </p:nvSpPr>
        <p:spPr>
          <a:xfrm>
            <a:off x="5204302" y="1949410"/>
            <a:ext cx="1800543" cy="1415772"/>
          </a:xfrm>
          <a:prstGeom prst="rect">
            <a:avLst/>
          </a:prstGeom>
        </p:spPr>
        <p:txBody>
          <a:bodyPr wrap="square">
            <a:spAutoFit/>
          </a:bodyPr>
          <a:lstStyle>
            <a:lvl1pPr marL="0" indent="0" algn="l">
              <a:lnSpc>
                <a:spcPct val="80000"/>
              </a:lnSpc>
              <a:spcBef>
                <a:spcPts val="0"/>
              </a:spcBef>
              <a:spcAft>
                <a:spcPts val="0"/>
              </a:spcAft>
              <a:buNone/>
              <a:defRPr sz="11500" b="0" kern="100" spc="-50" baseline="0">
                <a:solidFill>
                  <a:schemeClr val="accent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0</a:t>
            </a:r>
          </a:p>
        </p:txBody>
      </p:sp>
      <p:sp>
        <p:nvSpPr>
          <p:cNvPr id="14" name="Text Placeholder 2">
            <a:extLst>
              <a:ext uri="{FF2B5EF4-FFF2-40B4-BE49-F238E27FC236}">
                <a16:creationId xmlns:a16="http://schemas.microsoft.com/office/drawing/2014/main" id="{ECE30FE5-2A66-1ECD-730E-80C2B769357F}"/>
              </a:ext>
            </a:extLst>
          </p:cNvPr>
          <p:cNvSpPr>
            <a:spLocks noGrp="1"/>
          </p:cNvSpPr>
          <p:nvPr>
            <p:ph type="body" idx="18" hasCustomPrompt="1"/>
          </p:nvPr>
        </p:nvSpPr>
        <p:spPr>
          <a:xfrm>
            <a:off x="7602618" y="1949410"/>
            <a:ext cx="1800543" cy="1415772"/>
          </a:xfrm>
          <a:prstGeom prst="rect">
            <a:avLst/>
          </a:prstGeom>
        </p:spPr>
        <p:txBody>
          <a:bodyPr wrap="square">
            <a:spAutoFit/>
          </a:bodyPr>
          <a:lstStyle>
            <a:lvl1pPr marL="0" indent="0" algn="l">
              <a:lnSpc>
                <a:spcPct val="80000"/>
              </a:lnSpc>
              <a:spcBef>
                <a:spcPts val="0"/>
              </a:spcBef>
              <a:spcAft>
                <a:spcPts val="0"/>
              </a:spcAft>
              <a:buNone/>
              <a:defRPr sz="11500" b="0" kern="100" spc="-50" baseline="0">
                <a:solidFill>
                  <a:schemeClr val="accent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0</a:t>
            </a:r>
          </a:p>
        </p:txBody>
      </p:sp>
      <p:sp>
        <p:nvSpPr>
          <p:cNvPr id="15" name="Text Placeholder 2">
            <a:extLst>
              <a:ext uri="{FF2B5EF4-FFF2-40B4-BE49-F238E27FC236}">
                <a16:creationId xmlns:a16="http://schemas.microsoft.com/office/drawing/2014/main" id="{067701D3-6751-E230-8414-4D83FACD1903}"/>
              </a:ext>
            </a:extLst>
          </p:cNvPr>
          <p:cNvSpPr>
            <a:spLocks noGrp="1"/>
          </p:cNvSpPr>
          <p:nvPr>
            <p:ph type="body" idx="19" hasCustomPrompt="1"/>
          </p:nvPr>
        </p:nvSpPr>
        <p:spPr>
          <a:xfrm>
            <a:off x="10000932" y="1949410"/>
            <a:ext cx="1800543" cy="1415772"/>
          </a:xfrm>
          <a:prstGeom prst="rect">
            <a:avLst/>
          </a:prstGeom>
        </p:spPr>
        <p:txBody>
          <a:bodyPr wrap="square">
            <a:spAutoFit/>
          </a:bodyPr>
          <a:lstStyle>
            <a:lvl1pPr marL="0" indent="0" algn="l">
              <a:lnSpc>
                <a:spcPct val="80000"/>
              </a:lnSpc>
              <a:spcBef>
                <a:spcPts val="0"/>
              </a:spcBef>
              <a:spcAft>
                <a:spcPts val="0"/>
              </a:spcAft>
              <a:buNone/>
              <a:defRPr sz="11500" b="0" kern="100" spc="-50" baseline="0">
                <a:solidFill>
                  <a:schemeClr val="accent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0</a:t>
            </a:r>
          </a:p>
        </p:txBody>
      </p:sp>
      <p:sp>
        <p:nvSpPr>
          <p:cNvPr id="3" name="Footer Placeholder 4">
            <a:extLst>
              <a:ext uri="{FF2B5EF4-FFF2-40B4-BE49-F238E27FC236}">
                <a16:creationId xmlns:a16="http://schemas.microsoft.com/office/drawing/2014/main" id="{7953C0A1-993D-3C98-C331-16749B76A861}"/>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PwC Risk Management</a:t>
            </a:r>
          </a:p>
        </p:txBody>
      </p:sp>
      <p:sp>
        <p:nvSpPr>
          <p:cNvPr id="5" name="Slide Number Placeholder 13">
            <a:extLst>
              <a:ext uri="{FF2B5EF4-FFF2-40B4-BE49-F238E27FC236}">
                <a16:creationId xmlns:a16="http://schemas.microsoft.com/office/drawing/2014/main" id="{15441E1C-321B-0C48-3C86-6A2676A09A5F}"/>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
        <p:nvSpPr>
          <p:cNvPr id="2" name="Title 1">
            <a:extLst>
              <a:ext uri="{FF2B5EF4-FFF2-40B4-BE49-F238E27FC236}">
                <a16:creationId xmlns:a16="http://schemas.microsoft.com/office/drawing/2014/main" id="{E166B43A-020D-EA59-624C-DD176BEA6D1C}"/>
              </a:ext>
            </a:extLst>
          </p:cNvPr>
          <p:cNvSpPr>
            <a:spLocks noGrp="1"/>
          </p:cNvSpPr>
          <p:nvPr>
            <p:ph type="title"/>
          </p:nvPr>
        </p:nvSpPr>
        <p:spPr/>
        <p:txBody>
          <a:bodyPr/>
          <a:lstStyle/>
          <a:p>
            <a:r>
              <a:rPr lang="en-GB"/>
              <a:t>Click to edit Master title style</a:t>
            </a:r>
          </a:p>
        </p:txBody>
      </p:sp>
      <p:sp>
        <p:nvSpPr>
          <p:cNvPr id="4" name="Content Placeholder 9">
            <a:extLst>
              <a:ext uri="{FF2B5EF4-FFF2-40B4-BE49-F238E27FC236}">
                <a16:creationId xmlns:a16="http://schemas.microsoft.com/office/drawing/2014/main" id="{C392C2F7-97BE-F3B0-42A1-EF4A342DCB45}"/>
              </a:ext>
            </a:extLst>
          </p:cNvPr>
          <p:cNvSpPr>
            <a:spLocks noGrp="1"/>
          </p:cNvSpPr>
          <p:nvPr>
            <p:ph sz="quarter" idx="10"/>
          </p:nvPr>
        </p:nvSpPr>
        <p:spPr>
          <a:xfrm>
            <a:off x="400050" y="3489910"/>
            <a:ext cx="1808163" cy="2454275"/>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Content Placeholder 9">
            <a:extLst>
              <a:ext uri="{FF2B5EF4-FFF2-40B4-BE49-F238E27FC236}">
                <a16:creationId xmlns:a16="http://schemas.microsoft.com/office/drawing/2014/main" id="{BD25238D-21A9-0465-864A-AF810CA83287}"/>
              </a:ext>
            </a:extLst>
          </p:cNvPr>
          <p:cNvSpPr>
            <a:spLocks noGrp="1"/>
          </p:cNvSpPr>
          <p:nvPr>
            <p:ph sz="quarter" idx="11"/>
          </p:nvPr>
        </p:nvSpPr>
        <p:spPr>
          <a:xfrm>
            <a:off x="7600713" y="3489910"/>
            <a:ext cx="1808163" cy="2454275"/>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7" name="Content Placeholder 9">
            <a:extLst>
              <a:ext uri="{FF2B5EF4-FFF2-40B4-BE49-F238E27FC236}">
                <a16:creationId xmlns:a16="http://schemas.microsoft.com/office/drawing/2014/main" id="{F9C1AB68-059A-7217-AAFE-D08EF701C486}"/>
              </a:ext>
            </a:extLst>
          </p:cNvPr>
          <p:cNvSpPr>
            <a:spLocks noGrp="1"/>
          </p:cNvSpPr>
          <p:nvPr>
            <p:ph sz="quarter" idx="12"/>
          </p:nvPr>
        </p:nvSpPr>
        <p:spPr>
          <a:xfrm>
            <a:off x="10000932" y="3489910"/>
            <a:ext cx="1808163" cy="2454275"/>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8" name="Content Placeholder 9">
            <a:extLst>
              <a:ext uri="{FF2B5EF4-FFF2-40B4-BE49-F238E27FC236}">
                <a16:creationId xmlns:a16="http://schemas.microsoft.com/office/drawing/2014/main" id="{6D93451E-C2D1-7B49-340A-5546B2805A93}"/>
              </a:ext>
            </a:extLst>
          </p:cNvPr>
          <p:cNvSpPr>
            <a:spLocks noGrp="1"/>
          </p:cNvSpPr>
          <p:nvPr>
            <p:ph sz="quarter" idx="13"/>
          </p:nvPr>
        </p:nvSpPr>
        <p:spPr>
          <a:xfrm>
            <a:off x="2800271" y="3489910"/>
            <a:ext cx="1808163" cy="2454275"/>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0" name="Content Placeholder 9">
            <a:extLst>
              <a:ext uri="{FF2B5EF4-FFF2-40B4-BE49-F238E27FC236}">
                <a16:creationId xmlns:a16="http://schemas.microsoft.com/office/drawing/2014/main" id="{23BEBA6E-E560-6DD9-1347-01DCD95C7CDF}"/>
              </a:ext>
            </a:extLst>
          </p:cNvPr>
          <p:cNvSpPr>
            <a:spLocks noGrp="1"/>
          </p:cNvSpPr>
          <p:nvPr>
            <p:ph sz="quarter" idx="14"/>
          </p:nvPr>
        </p:nvSpPr>
        <p:spPr>
          <a:xfrm>
            <a:off x="5203667" y="3489910"/>
            <a:ext cx="1808163" cy="2454275"/>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Tree>
    <p:extLst>
      <p:ext uri="{BB962C8B-B14F-4D97-AF65-F5344CB8AC3E}">
        <p14:creationId xmlns:p14="http://schemas.microsoft.com/office/powerpoint/2010/main" val="826667760"/>
      </p:ext>
    </p:extLst>
  </p:cSld>
  <p:clrMapOvr>
    <a:masterClrMapping/>
  </p:clrMapOvr>
  <p:extLst>
    <p:ext uri="{DCECCB84-F9BA-43D5-87BE-67443E8EF086}">
      <p15:sldGuideLst xmlns:p15="http://schemas.microsoft.com/office/powerpoint/2012/main"/>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Six Content">
    <p:spTree>
      <p:nvGrpSpPr>
        <p:cNvPr id="1" name=""/>
        <p:cNvGrpSpPr/>
        <p:nvPr/>
      </p:nvGrpSpPr>
      <p:grpSpPr>
        <a:xfrm>
          <a:off x="0" y="0"/>
          <a:ext cx="0" cy="0"/>
          <a:chOff x="0" y="0"/>
          <a:chExt cx="0" cy="0"/>
        </a:xfrm>
      </p:grpSpPr>
      <p:sp>
        <p:nvSpPr>
          <p:cNvPr id="3" name="Footer Placeholder 4">
            <a:extLst>
              <a:ext uri="{FF2B5EF4-FFF2-40B4-BE49-F238E27FC236}">
                <a16:creationId xmlns:a16="http://schemas.microsoft.com/office/drawing/2014/main" id="{9FC01FB3-8B1A-6F97-AB07-F4AF0F675FEA}"/>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PwC Risk Management</a:t>
            </a:r>
          </a:p>
        </p:txBody>
      </p:sp>
      <p:sp>
        <p:nvSpPr>
          <p:cNvPr id="5" name="Slide Number Placeholder 13">
            <a:extLst>
              <a:ext uri="{FF2B5EF4-FFF2-40B4-BE49-F238E27FC236}">
                <a16:creationId xmlns:a16="http://schemas.microsoft.com/office/drawing/2014/main" id="{2E9AFACD-CF24-6CBE-B881-BC672575304B}"/>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
        <p:nvSpPr>
          <p:cNvPr id="2" name="Title 1">
            <a:extLst>
              <a:ext uri="{FF2B5EF4-FFF2-40B4-BE49-F238E27FC236}">
                <a16:creationId xmlns:a16="http://schemas.microsoft.com/office/drawing/2014/main" id="{F57FE178-C50A-D4BC-23B3-FCFC9C26F720}"/>
              </a:ext>
            </a:extLst>
          </p:cNvPr>
          <p:cNvSpPr>
            <a:spLocks noGrp="1"/>
          </p:cNvSpPr>
          <p:nvPr>
            <p:ph type="title"/>
          </p:nvPr>
        </p:nvSpPr>
        <p:spPr/>
        <p:txBody>
          <a:bodyPr/>
          <a:lstStyle/>
          <a:p>
            <a:r>
              <a:rPr lang="en-GB"/>
              <a:t>Click to edit Master title style</a:t>
            </a:r>
          </a:p>
        </p:txBody>
      </p:sp>
      <p:sp>
        <p:nvSpPr>
          <p:cNvPr id="10" name="Content Placeholder 9">
            <a:extLst>
              <a:ext uri="{FF2B5EF4-FFF2-40B4-BE49-F238E27FC236}">
                <a16:creationId xmlns:a16="http://schemas.microsoft.com/office/drawing/2014/main" id="{CA0BB6D6-980C-7998-263D-D93CFD9AD44C}"/>
              </a:ext>
            </a:extLst>
          </p:cNvPr>
          <p:cNvSpPr>
            <a:spLocks noGrp="1"/>
          </p:cNvSpPr>
          <p:nvPr>
            <p:ph sz="quarter" idx="10"/>
          </p:nvPr>
        </p:nvSpPr>
        <p:spPr>
          <a:xfrm>
            <a:off x="403225" y="1948447"/>
            <a:ext cx="1808163" cy="3992563"/>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1" name="Content Placeholder 9">
            <a:extLst>
              <a:ext uri="{FF2B5EF4-FFF2-40B4-BE49-F238E27FC236}">
                <a16:creationId xmlns:a16="http://schemas.microsoft.com/office/drawing/2014/main" id="{BF0A3254-6C33-5884-7861-A2AE733CB65F}"/>
              </a:ext>
            </a:extLst>
          </p:cNvPr>
          <p:cNvSpPr>
            <a:spLocks noGrp="1"/>
          </p:cNvSpPr>
          <p:nvPr>
            <p:ph sz="quarter" idx="11"/>
          </p:nvPr>
        </p:nvSpPr>
        <p:spPr>
          <a:xfrm>
            <a:off x="6162391" y="1948447"/>
            <a:ext cx="1808163" cy="3992563"/>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2" name="Content Placeholder 9">
            <a:extLst>
              <a:ext uri="{FF2B5EF4-FFF2-40B4-BE49-F238E27FC236}">
                <a16:creationId xmlns:a16="http://schemas.microsoft.com/office/drawing/2014/main" id="{F4BFDC30-86D3-C9E6-03E2-DC0866B26139}"/>
              </a:ext>
            </a:extLst>
          </p:cNvPr>
          <p:cNvSpPr>
            <a:spLocks noGrp="1"/>
          </p:cNvSpPr>
          <p:nvPr>
            <p:ph sz="quarter" idx="12"/>
          </p:nvPr>
        </p:nvSpPr>
        <p:spPr>
          <a:xfrm>
            <a:off x="8078939" y="1948447"/>
            <a:ext cx="1802678" cy="3992563"/>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3" name="Content Placeholder 9">
            <a:extLst>
              <a:ext uri="{FF2B5EF4-FFF2-40B4-BE49-F238E27FC236}">
                <a16:creationId xmlns:a16="http://schemas.microsoft.com/office/drawing/2014/main" id="{18887492-7BCC-83E5-2329-2A0D47483DDC}"/>
              </a:ext>
            </a:extLst>
          </p:cNvPr>
          <p:cNvSpPr>
            <a:spLocks noGrp="1"/>
          </p:cNvSpPr>
          <p:nvPr>
            <p:ph sz="quarter" idx="13"/>
          </p:nvPr>
        </p:nvSpPr>
        <p:spPr>
          <a:xfrm>
            <a:off x="2322947" y="1948447"/>
            <a:ext cx="1808163" cy="3992563"/>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4" name="Content Placeholder 9">
            <a:extLst>
              <a:ext uri="{FF2B5EF4-FFF2-40B4-BE49-F238E27FC236}">
                <a16:creationId xmlns:a16="http://schemas.microsoft.com/office/drawing/2014/main" id="{B978364F-C35F-06F2-DC68-2F767D05513D}"/>
              </a:ext>
            </a:extLst>
          </p:cNvPr>
          <p:cNvSpPr>
            <a:spLocks noGrp="1"/>
          </p:cNvSpPr>
          <p:nvPr>
            <p:ph sz="quarter" idx="14"/>
          </p:nvPr>
        </p:nvSpPr>
        <p:spPr>
          <a:xfrm>
            <a:off x="4239494" y="1948447"/>
            <a:ext cx="1808163" cy="3992563"/>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5" name="Content Placeholder 9">
            <a:extLst>
              <a:ext uri="{FF2B5EF4-FFF2-40B4-BE49-F238E27FC236}">
                <a16:creationId xmlns:a16="http://schemas.microsoft.com/office/drawing/2014/main" id="{088185DE-9CFD-E20D-BB15-576E7E8D8127}"/>
              </a:ext>
            </a:extLst>
          </p:cNvPr>
          <p:cNvSpPr>
            <a:spLocks noGrp="1"/>
          </p:cNvSpPr>
          <p:nvPr>
            <p:ph sz="quarter" idx="15"/>
          </p:nvPr>
        </p:nvSpPr>
        <p:spPr>
          <a:xfrm>
            <a:off x="9998659" y="1948447"/>
            <a:ext cx="1808163" cy="3992563"/>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Tree>
    <p:extLst>
      <p:ext uri="{BB962C8B-B14F-4D97-AF65-F5344CB8AC3E}">
        <p14:creationId xmlns:p14="http://schemas.microsoft.com/office/powerpoint/2010/main" val="381765571"/>
      </p:ext>
    </p:extLst>
  </p:cSld>
  <p:clrMapOvr>
    <a:masterClrMapping/>
  </p:clrMapOvr>
  <p:extLst>
    <p:ext uri="{DCECCB84-F9BA-43D5-87BE-67443E8EF086}">
      <p15:sldGuideLst xmlns:p15="http://schemas.microsoft.com/office/powerpoint/2012/main"/>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1_Six Content-subtitle">
    <p:spTree>
      <p:nvGrpSpPr>
        <p:cNvPr id="1" name=""/>
        <p:cNvGrpSpPr/>
        <p:nvPr/>
      </p:nvGrpSpPr>
      <p:grpSpPr>
        <a:xfrm>
          <a:off x="0" y="0"/>
          <a:ext cx="0" cy="0"/>
          <a:chOff x="0" y="0"/>
          <a:chExt cx="0" cy="0"/>
        </a:xfrm>
      </p:grpSpPr>
      <p:sp>
        <p:nvSpPr>
          <p:cNvPr id="3" name="Footer Placeholder 4">
            <a:extLst>
              <a:ext uri="{FF2B5EF4-FFF2-40B4-BE49-F238E27FC236}">
                <a16:creationId xmlns:a16="http://schemas.microsoft.com/office/drawing/2014/main" id="{9FC01FB3-8B1A-6F97-AB07-F4AF0F675FEA}"/>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PwC Risk Management</a:t>
            </a:r>
          </a:p>
        </p:txBody>
      </p:sp>
      <p:sp>
        <p:nvSpPr>
          <p:cNvPr id="5" name="Slide Number Placeholder 13">
            <a:extLst>
              <a:ext uri="{FF2B5EF4-FFF2-40B4-BE49-F238E27FC236}">
                <a16:creationId xmlns:a16="http://schemas.microsoft.com/office/drawing/2014/main" id="{2E9AFACD-CF24-6CBE-B881-BC672575304B}"/>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
        <p:nvSpPr>
          <p:cNvPr id="2" name="Title 1">
            <a:extLst>
              <a:ext uri="{FF2B5EF4-FFF2-40B4-BE49-F238E27FC236}">
                <a16:creationId xmlns:a16="http://schemas.microsoft.com/office/drawing/2014/main" id="{F57FE178-C50A-D4BC-23B3-FCFC9C26F720}"/>
              </a:ext>
            </a:extLst>
          </p:cNvPr>
          <p:cNvSpPr>
            <a:spLocks noGrp="1"/>
          </p:cNvSpPr>
          <p:nvPr>
            <p:ph type="title"/>
          </p:nvPr>
        </p:nvSpPr>
        <p:spPr/>
        <p:txBody>
          <a:bodyPr/>
          <a:lstStyle/>
          <a:p>
            <a:r>
              <a:rPr lang="en-GB"/>
              <a:t>Click to edit Master title style</a:t>
            </a:r>
          </a:p>
        </p:txBody>
      </p:sp>
      <p:sp>
        <p:nvSpPr>
          <p:cNvPr id="10" name="Content Placeholder 9">
            <a:extLst>
              <a:ext uri="{FF2B5EF4-FFF2-40B4-BE49-F238E27FC236}">
                <a16:creationId xmlns:a16="http://schemas.microsoft.com/office/drawing/2014/main" id="{CA0BB6D6-980C-7998-263D-D93CFD9AD44C}"/>
              </a:ext>
            </a:extLst>
          </p:cNvPr>
          <p:cNvSpPr>
            <a:spLocks noGrp="1"/>
          </p:cNvSpPr>
          <p:nvPr>
            <p:ph sz="quarter" idx="10"/>
          </p:nvPr>
        </p:nvSpPr>
        <p:spPr>
          <a:xfrm>
            <a:off x="403225" y="1948447"/>
            <a:ext cx="1808163" cy="3992563"/>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1" name="Content Placeholder 9">
            <a:extLst>
              <a:ext uri="{FF2B5EF4-FFF2-40B4-BE49-F238E27FC236}">
                <a16:creationId xmlns:a16="http://schemas.microsoft.com/office/drawing/2014/main" id="{BF0A3254-6C33-5884-7861-A2AE733CB65F}"/>
              </a:ext>
            </a:extLst>
          </p:cNvPr>
          <p:cNvSpPr>
            <a:spLocks noGrp="1"/>
          </p:cNvSpPr>
          <p:nvPr>
            <p:ph sz="quarter" idx="11"/>
          </p:nvPr>
        </p:nvSpPr>
        <p:spPr>
          <a:xfrm>
            <a:off x="6162391" y="1948447"/>
            <a:ext cx="1808163" cy="3992563"/>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2" name="Content Placeholder 9">
            <a:extLst>
              <a:ext uri="{FF2B5EF4-FFF2-40B4-BE49-F238E27FC236}">
                <a16:creationId xmlns:a16="http://schemas.microsoft.com/office/drawing/2014/main" id="{F4BFDC30-86D3-C9E6-03E2-DC0866B26139}"/>
              </a:ext>
            </a:extLst>
          </p:cNvPr>
          <p:cNvSpPr>
            <a:spLocks noGrp="1"/>
          </p:cNvSpPr>
          <p:nvPr>
            <p:ph sz="quarter" idx="12"/>
          </p:nvPr>
        </p:nvSpPr>
        <p:spPr>
          <a:xfrm>
            <a:off x="8078938" y="1948447"/>
            <a:ext cx="1808163" cy="3992563"/>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3" name="Content Placeholder 9">
            <a:extLst>
              <a:ext uri="{FF2B5EF4-FFF2-40B4-BE49-F238E27FC236}">
                <a16:creationId xmlns:a16="http://schemas.microsoft.com/office/drawing/2014/main" id="{18887492-7BCC-83E5-2329-2A0D47483DDC}"/>
              </a:ext>
            </a:extLst>
          </p:cNvPr>
          <p:cNvSpPr>
            <a:spLocks noGrp="1"/>
          </p:cNvSpPr>
          <p:nvPr>
            <p:ph sz="quarter" idx="13"/>
          </p:nvPr>
        </p:nvSpPr>
        <p:spPr>
          <a:xfrm>
            <a:off x="2322947" y="1948447"/>
            <a:ext cx="1808163" cy="3992563"/>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4" name="Content Placeholder 9">
            <a:extLst>
              <a:ext uri="{FF2B5EF4-FFF2-40B4-BE49-F238E27FC236}">
                <a16:creationId xmlns:a16="http://schemas.microsoft.com/office/drawing/2014/main" id="{B978364F-C35F-06F2-DC68-2F767D05513D}"/>
              </a:ext>
            </a:extLst>
          </p:cNvPr>
          <p:cNvSpPr>
            <a:spLocks noGrp="1"/>
          </p:cNvSpPr>
          <p:nvPr>
            <p:ph sz="quarter" idx="14"/>
          </p:nvPr>
        </p:nvSpPr>
        <p:spPr>
          <a:xfrm>
            <a:off x="4242669" y="1948447"/>
            <a:ext cx="1808163" cy="3992563"/>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5" name="Content Placeholder 9">
            <a:extLst>
              <a:ext uri="{FF2B5EF4-FFF2-40B4-BE49-F238E27FC236}">
                <a16:creationId xmlns:a16="http://schemas.microsoft.com/office/drawing/2014/main" id="{088185DE-9CFD-E20D-BB15-576E7E8D8127}"/>
              </a:ext>
            </a:extLst>
          </p:cNvPr>
          <p:cNvSpPr>
            <a:spLocks noGrp="1"/>
          </p:cNvSpPr>
          <p:nvPr>
            <p:ph sz="quarter" idx="15"/>
          </p:nvPr>
        </p:nvSpPr>
        <p:spPr>
          <a:xfrm>
            <a:off x="9998659" y="1948447"/>
            <a:ext cx="1808163" cy="3992563"/>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Content Placeholder 3">
            <a:extLst>
              <a:ext uri="{FF2B5EF4-FFF2-40B4-BE49-F238E27FC236}">
                <a16:creationId xmlns:a16="http://schemas.microsoft.com/office/drawing/2014/main" id="{6FF51575-990A-A595-7CDB-577DB40F513D}"/>
              </a:ext>
            </a:extLst>
          </p:cNvPr>
          <p:cNvSpPr>
            <a:spLocks noGrp="1"/>
          </p:cNvSpPr>
          <p:nvPr>
            <p:ph sz="quarter" idx="16"/>
          </p:nvPr>
        </p:nvSpPr>
        <p:spPr>
          <a:xfrm>
            <a:off x="404489" y="920102"/>
            <a:ext cx="11401425" cy="502297"/>
          </a:xfrm>
        </p:spPr>
        <p:txBody>
          <a:bodyPr/>
          <a:lstStyle>
            <a:lvl1pPr>
              <a:spcBef>
                <a:spcPts val="0"/>
              </a:spcBef>
              <a:spcAft>
                <a:spcPts val="0"/>
              </a:spcAft>
              <a:defRPr b="0">
                <a:latin typeface="+mj-lt"/>
              </a:defRPr>
            </a:lvl1pPr>
          </a:lstStyle>
          <a:p>
            <a:pPr lvl="0"/>
            <a:r>
              <a:rPr lang="en-GB"/>
              <a:t>Click to edit Master text styles</a:t>
            </a:r>
          </a:p>
        </p:txBody>
      </p:sp>
    </p:spTree>
    <p:extLst>
      <p:ext uri="{BB962C8B-B14F-4D97-AF65-F5344CB8AC3E}">
        <p14:creationId xmlns:p14="http://schemas.microsoft.com/office/powerpoint/2010/main" val="2376977481"/>
      </p:ext>
    </p:extLst>
  </p:cSld>
  <p:clrMapOvr>
    <a:masterClrMapping/>
  </p:clrMapOvr>
  <p:extLst>
    <p:ext uri="{DCECCB84-F9BA-43D5-87BE-67443E8EF086}">
      <p15:sldGuideLst xmlns:p15="http://schemas.microsoft.com/office/powerpoint/2012/main"/>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Six Content Six Numbers">
    <p:spTree>
      <p:nvGrpSpPr>
        <p:cNvPr id="1" name=""/>
        <p:cNvGrpSpPr/>
        <p:nvPr/>
      </p:nvGrpSpPr>
      <p:grpSpPr>
        <a:xfrm>
          <a:off x="0" y="0"/>
          <a:ext cx="0" cy="0"/>
          <a:chOff x="0" y="0"/>
          <a:chExt cx="0" cy="0"/>
        </a:xfrm>
      </p:grpSpPr>
      <p:sp>
        <p:nvSpPr>
          <p:cNvPr id="11" name="Text Placeholder 2">
            <a:extLst>
              <a:ext uri="{FF2B5EF4-FFF2-40B4-BE49-F238E27FC236}">
                <a16:creationId xmlns:a16="http://schemas.microsoft.com/office/drawing/2014/main" id="{93E53EE2-D031-FB0F-FA32-18DFB38D8530}"/>
              </a:ext>
            </a:extLst>
          </p:cNvPr>
          <p:cNvSpPr>
            <a:spLocks noGrp="1"/>
          </p:cNvSpPr>
          <p:nvPr>
            <p:ph type="body" idx="15" hasCustomPrompt="1"/>
          </p:nvPr>
        </p:nvSpPr>
        <p:spPr>
          <a:xfrm>
            <a:off x="407670" y="1949410"/>
            <a:ext cx="1800543" cy="1415772"/>
          </a:xfrm>
          <a:prstGeom prst="rect">
            <a:avLst/>
          </a:prstGeom>
        </p:spPr>
        <p:txBody>
          <a:bodyPr wrap="square">
            <a:spAutoFit/>
          </a:bodyPr>
          <a:lstStyle>
            <a:lvl1pPr marL="0" indent="0" algn="l">
              <a:lnSpc>
                <a:spcPct val="80000"/>
              </a:lnSpc>
              <a:spcBef>
                <a:spcPts val="0"/>
              </a:spcBef>
              <a:spcAft>
                <a:spcPts val="0"/>
              </a:spcAft>
              <a:buNone/>
              <a:defRPr sz="11500" b="0" kern="100" spc="-50" baseline="0">
                <a:solidFill>
                  <a:schemeClr val="accent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0</a:t>
            </a:r>
          </a:p>
        </p:txBody>
      </p:sp>
      <p:sp>
        <p:nvSpPr>
          <p:cNvPr id="12" name="Text Placeholder 2">
            <a:extLst>
              <a:ext uri="{FF2B5EF4-FFF2-40B4-BE49-F238E27FC236}">
                <a16:creationId xmlns:a16="http://schemas.microsoft.com/office/drawing/2014/main" id="{3544A30F-D4EB-D59A-37AC-6229A950B4EE}"/>
              </a:ext>
            </a:extLst>
          </p:cNvPr>
          <p:cNvSpPr>
            <a:spLocks noGrp="1"/>
          </p:cNvSpPr>
          <p:nvPr>
            <p:ph type="body" idx="16" hasCustomPrompt="1"/>
          </p:nvPr>
        </p:nvSpPr>
        <p:spPr>
          <a:xfrm>
            <a:off x="2326433" y="1949410"/>
            <a:ext cx="1800543" cy="1415772"/>
          </a:xfrm>
          <a:prstGeom prst="rect">
            <a:avLst/>
          </a:prstGeom>
        </p:spPr>
        <p:txBody>
          <a:bodyPr wrap="square">
            <a:spAutoFit/>
          </a:bodyPr>
          <a:lstStyle>
            <a:lvl1pPr marL="0" indent="0" algn="l">
              <a:lnSpc>
                <a:spcPct val="80000"/>
              </a:lnSpc>
              <a:spcBef>
                <a:spcPts val="0"/>
              </a:spcBef>
              <a:spcAft>
                <a:spcPts val="0"/>
              </a:spcAft>
              <a:buNone/>
              <a:defRPr sz="11500" b="0" kern="100" spc="-50" baseline="0">
                <a:solidFill>
                  <a:schemeClr val="accent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0</a:t>
            </a:r>
          </a:p>
        </p:txBody>
      </p:sp>
      <p:sp>
        <p:nvSpPr>
          <p:cNvPr id="13" name="Text Placeholder 2">
            <a:extLst>
              <a:ext uri="{FF2B5EF4-FFF2-40B4-BE49-F238E27FC236}">
                <a16:creationId xmlns:a16="http://schemas.microsoft.com/office/drawing/2014/main" id="{CC17F671-8B9C-F9FE-AEDA-9A8FBDDADA36}"/>
              </a:ext>
            </a:extLst>
          </p:cNvPr>
          <p:cNvSpPr>
            <a:spLocks noGrp="1"/>
          </p:cNvSpPr>
          <p:nvPr>
            <p:ph type="body" idx="17" hasCustomPrompt="1"/>
          </p:nvPr>
        </p:nvSpPr>
        <p:spPr>
          <a:xfrm>
            <a:off x="4249006" y="1949410"/>
            <a:ext cx="1800543" cy="1415772"/>
          </a:xfrm>
          <a:prstGeom prst="rect">
            <a:avLst/>
          </a:prstGeom>
        </p:spPr>
        <p:txBody>
          <a:bodyPr wrap="square">
            <a:spAutoFit/>
          </a:bodyPr>
          <a:lstStyle>
            <a:lvl1pPr marL="0" indent="0" algn="l">
              <a:lnSpc>
                <a:spcPct val="80000"/>
              </a:lnSpc>
              <a:spcBef>
                <a:spcPts val="0"/>
              </a:spcBef>
              <a:spcAft>
                <a:spcPts val="0"/>
              </a:spcAft>
              <a:buNone/>
              <a:defRPr sz="11500" b="0" kern="100" spc="-50" baseline="0">
                <a:solidFill>
                  <a:schemeClr val="accent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0</a:t>
            </a:r>
          </a:p>
        </p:txBody>
      </p:sp>
      <p:sp>
        <p:nvSpPr>
          <p:cNvPr id="14" name="Text Placeholder 2">
            <a:extLst>
              <a:ext uri="{FF2B5EF4-FFF2-40B4-BE49-F238E27FC236}">
                <a16:creationId xmlns:a16="http://schemas.microsoft.com/office/drawing/2014/main" id="{ECE30FE5-2A66-1ECD-730E-80C2B769357F}"/>
              </a:ext>
            </a:extLst>
          </p:cNvPr>
          <p:cNvSpPr>
            <a:spLocks noGrp="1"/>
          </p:cNvSpPr>
          <p:nvPr>
            <p:ph type="body" idx="18" hasCustomPrompt="1"/>
          </p:nvPr>
        </p:nvSpPr>
        <p:spPr>
          <a:xfrm>
            <a:off x="6167769" y="1949410"/>
            <a:ext cx="1800543" cy="1415772"/>
          </a:xfrm>
          <a:prstGeom prst="rect">
            <a:avLst/>
          </a:prstGeom>
        </p:spPr>
        <p:txBody>
          <a:bodyPr wrap="square">
            <a:spAutoFit/>
          </a:bodyPr>
          <a:lstStyle>
            <a:lvl1pPr marL="0" indent="0" algn="l">
              <a:lnSpc>
                <a:spcPct val="80000"/>
              </a:lnSpc>
              <a:spcBef>
                <a:spcPts val="0"/>
              </a:spcBef>
              <a:spcAft>
                <a:spcPts val="0"/>
              </a:spcAft>
              <a:buNone/>
              <a:defRPr sz="11500" b="0" kern="100" spc="-50" baseline="0">
                <a:solidFill>
                  <a:schemeClr val="accent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0</a:t>
            </a:r>
          </a:p>
        </p:txBody>
      </p:sp>
      <p:sp>
        <p:nvSpPr>
          <p:cNvPr id="15" name="Text Placeholder 2">
            <a:extLst>
              <a:ext uri="{FF2B5EF4-FFF2-40B4-BE49-F238E27FC236}">
                <a16:creationId xmlns:a16="http://schemas.microsoft.com/office/drawing/2014/main" id="{067701D3-6751-E230-8414-4D83FACD1903}"/>
              </a:ext>
            </a:extLst>
          </p:cNvPr>
          <p:cNvSpPr>
            <a:spLocks noGrp="1"/>
          </p:cNvSpPr>
          <p:nvPr>
            <p:ph type="body" idx="19" hasCustomPrompt="1"/>
          </p:nvPr>
        </p:nvSpPr>
        <p:spPr>
          <a:xfrm>
            <a:off x="8086532" y="1949410"/>
            <a:ext cx="1800543" cy="1415772"/>
          </a:xfrm>
          <a:prstGeom prst="rect">
            <a:avLst/>
          </a:prstGeom>
        </p:spPr>
        <p:txBody>
          <a:bodyPr wrap="square">
            <a:spAutoFit/>
          </a:bodyPr>
          <a:lstStyle>
            <a:lvl1pPr marL="0" indent="0" algn="l">
              <a:lnSpc>
                <a:spcPct val="80000"/>
              </a:lnSpc>
              <a:spcBef>
                <a:spcPts val="0"/>
              </a:spcBef>
              <a:spcAft>
                <a:spcPts val="0"/>
              </a:spcAft>
              <a:buNone/>
              <a:defRPr sz="11500" b="0" kern="100" spc="-50" baseline="0">
                <a:solidFill>
                  <a:schemeClr val="accent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0</a:t>
            </a:r>
          </a:p>
        </p:txBody>
      </p:sp>
      <p:sp>
        <p:nvSpPr>
          <p:cNvPr id="18" name="Text Placeholder 2">
            <a:extLst>
              <a:ext uri="{FF2B5EF4-FFF2-40B4-BE49-F238E27FC236}">
                <a16:creationId xmlns:a16="http://schemas.microsoft.com/office/drawing/2014/main" id="{464E5050-91BD-1F8D-DCE3-AFCCBA5D49FE}"/>
              </a:ext>
            </a:extLst>
          </p:cNvPr>
          <p:cNvSpPr>
            <a:spLocks noGrp="1"/>
          </p:cNvSpPr>
          <p:nvPr>
            <p:ph type="body" idx="20" hasCustomPrompt="1"/>
          </p:nvPr>
        </p:nvSpPr>
        <p:spPr>
          <a:xfrm>
            <a:off x="10005295" y="1949410"/>
            <a:ext cx="1800543" cy="1415772"/>
          </a:xfrm>
          <a:prstGeom prst="rect">
            <a:avLst/>
          </a:prstGeom>
        </p:spPr>
        <p:txBody>
          <a:bodyPr wrap="square">
            <a:spAutoFit/>
          </a:bodyPr>
          <a:lstStyle>
            <a:lvl1pPr marL="0" indent="0" algn="l">
              <a:lnSpc>
                <a:spcPct val="80000"/>
              </a:lnSpc>
              <a:spcBef>
                <a:spcPts val="0"/>
              </a:spcBef>
              <a:spcAft>
                <a:spcPts val="0"/>
              </a:spcAft>
              <a:buNone/>
              <a:defRPr sz="11500" b="0" kern="100" spc="-50" baseline="0">
                <a:solidFill>
                  <a:schemeClr val="accent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0</a:t>
            </a:r>
          </a:p>
        </p:txBody>
      </p:sp>
      <p:sp>
        <p:nvSpPr>
          <p:cNvPr id="3" name="Footer Placeholder 4">
            <a:extLst>
              <a:ext uri="{FF2B5EF4-FFF2-40B4-BE49-F238E27FC236}">
                <a16:creationId xmlns:a16="http://schemas.microsoft.com/office/drawing/2014/main" id="{7953C0A1-993D-3C98-C331-16749B76A861}"/>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PwC Risk Management</a:t>
            </a:r>
          </a:p>
        </p:txBody>
      </p:sp>
      <p:sp>
        <p:nvSpPr>
          <p:cNvPr id="5" name="Slide Number Placeholder 13">
            <a:extLst>
              <a:ext uri="{FF2B5EF4-FFF2-40B4-BE49-F238E27FC236}">
                <a16:creationId xmlns:a16="http://schemas.microsoft.com/office/drawing/2014/main" id="{15441E1C-321B-0C48-3C86-6A2676A09A5F}"/>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
        <p:nvSpPr>
          <p:cNvPr id="2" name="Title 1">
            <a:extLst>
              <a:ext uri="{FF2B5EF4-FFF2-40B4-BE49-F238E27FC236}">
                <a16:creationId xmlns:a16="http://schemas.microsoft.com/office/drawing/2014/main" id="{E166B43A-020D-EA59-624C-DD176BEA6D1C}"/>
              </a:ext>
            </a:extLst>
          </p:cNvPr>
          <p:cNvSpPr>
            <a:spLocks noGrp="1"/>
          </p:cNvSpPr>
          <p:nvPr>
            <p:ph type="title"/>
          </p:nvPr>
        </p:nvSpPr>
        <p:spPr/>
        <p:txBody>
          <a:bodyPr/>
          <a:lstStyle/>
          <a:p>
            <a:r>
              <a:rPr lang="en-GB"/>
              <a:t>Click to edit Master title style</a:t>
            </a:r>
          </a:p>
        </p:txBody>
      </p:sp>
      <p:sp>
        <p:nvSpPr>
          <p:cNvPr id="4" name="Content Placeholder 9">
            <a:extLst>
              <a:ext uri="{FF2B5EF4-FFF2-40B4-BE49-F238E27FC236}">
                <a16:creationId xmlns:a16="http://schemas.microsoft.com/office/drawing/2014/main" id="{C392C2F7-97BE-F3B0-42A1-EF4A342DCB45}"/>
              </a:ext>
            </a:extLst>
          </p:cNvPr>
          <p:cNvSpPr>
            <a:spLocks noGrp="1"/>
          </p:cNvSpPr>
          <p:nvPr>
            <p:ph sz="quarter" idx="10"/>
          </p:nvPr>
        </p:nvSpPr>
        <p:spPr>
          <a:xfrm>
            <a:off x="400050" y="3489910"/>
            <a:ext cx="1808163" cy="2454275"/>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Content Placeholder 9">
            <a:extLst>
              <a:ext uri="{FF2B5EF4-FFF2-40B4-BE49-F238E27FC236}">
                <a16:creationId xmlns:a16="http://schemas.microsoft.com/office/drawing/2014/main" id="{BD25238D-21A9-0465-864A-AF810CA83287}"/>
              </a:ext>
            </a:extLst>
          </p:cNvPr>
          <p:cNvSpPr>
            <a:spLocks noGrp="1"/>
          </p:cNvSpPr>
          <p:nvPr>
            <p:ph sz="quarter" idx="11"/>
          </p:nvPr>
        </p:nvSpPr>
        <p:spPr>
          <a:xfrm>
            <a:off x="6159216" y="3489910"/>
            <a:ext cx="1808163" cy="2454275"/>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7" name="Content Placeholder 9">
            <a:extLst>
              <a:ext uri="{FF2B5EF4-FFF2-40B4-BE49-F238E27FC236}">
                <a16:creationId xmlns:a16="http://schemas.microsoft.com/office/drawing/2014/main" id="{F9C1AB68-059A-7217-AAFE-D08EF701C486}"/>
              </a:ext>
            </a:extLst>
          </p:cNvPr>
          <p:cNvSpPr>
            <a:spLocks noGrp="1"/>
          </p:cNvSpPr>
          <p:nvPr>
            <p:ph sz="quarter" idx="12"/>
          </p:nvPr>
        </p:nvSpPr>
        <p:spPr>
          <a:xfrm>
            <a:off x="8078938" y="3489910"/>
            <a:ext cx="1808163" cy="2454275"/>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8" name="Content Placeholder 9">
            <a:extLst>
              <a:ext uri="{FF2B5EF4-FFF2-40B4-BE49-F238E27FC236}">
                <a16:creationId xmlns:a16="http://schemas.microsoft.com/office/drawing/2014/main" id="{6D93451E-C2D1-7B49-340A-5546B2805A93}"/>
              </a:ext>
            </a:extLst>
          </p:cNvPr>
          <p:cNvSpPr>
            <a:spLocks noGrp="1"/>
          </p:cNvSpPr>
          <p:nvPr>
            <p:ph sz="quarter" idx="13"/>
          </p:nvPr>
        </p:nvSpPr>
        <p:spPr>
          <a:xfrm>
            <a:off x="2319772" y="3489910"/>
            <a:ext cx="1808163" cy="2454275"/>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0" name="Content Placeholder 9">
            <a:extLst>
              <a:ext uri="{FF2B5EF4-FFF2-40B4-BE49-F238E27FC236}">
                <a16:creationId xmlns:a16="http://schemas.microsoft.com/office/drawing/2014/main" id="{23BEBA6E-E560-6DD9-1347-01DCD95C7CDF}"/>
              </a:ext>
            </a:extLst>
          </p:cNvPr>
          <p:cNvSpPr>
            <a:spLocks noGrp="1"/>
          </p:cNvSpPr>
          <p:nvPr>
            <p:ph sz="quarter" idx="14"/>
          </p:nvPr>
        </p:nvSpPr>
        <p:spPr>
          <a:xfrm>
            <a:off x="4239494" y="3489910"/>
            <a:ext cx="1808163" cy="2454275"/>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6" name="Content Placeholder 9">
            <a:extLst>
              <a:ext uri="{FF2B5EF4-FFF2-40B4-BE49-F238E27FC236}">
                <a16:creationId xmlns:a16="http://schemas.microsoft.com/office/drawing/2014/main" id="{0A9A8DB4-B3DD-6E50-6C17-9B0C4825BE61}"/>
              </a:ext>
            </a:extLst>
          </p:cNvPr>
          <p:cNvSpPr>
            <a:spLocks noGrp="1"/>
          </p:cNvSpPr>
          <p:nvPr>
            <p:ph sz="quarter" idx="21"/>
          </p:nvPr>
        </p:nvSpPr>
        <p:spPr>
          <a:xfrm>
            <a:off x="9998659" y="3489910"/>
            <a:ext cx="1808163" cy="2454275"/>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Tree>
    <p:extLst>
      <p:ext uri="{BB962C8B-B14F-4D97-AF65-F5344CB8AC3E}">
        <p14:creationId xmlns:p14="http://schemas.microsoft.com/office/powerpoint/2010/main" val="2359681179"/>
      </p:ext>
    </p:extLst>
  </p:cSld>
  <p:clrMapOvr>
    <a:masterClrMapping/>
  </p:clrMapOvr>
  <p:extLst>
    <p:ext uri="{DCECCB84-F9BA-43D5-87BE-67443E8EF086}">
      <p15:sldGuideLst xmlns:p15="http://schemas.microsoft.com/office/powerpoint/2012/main"/>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01A1D7-A824-48A0-3E0C-4A7C86CA63AB}"/>
              </a:ext>
            </a:extLst>
          </p:cNvPr>
          <p:cNvSpPr>
            <a:spLocks noGrp="1"/>
          </p:cNvSpPr>
          <p:nvPr>
            <p:ph type="title" hasCustomPrompt="1"/>
          </p:nvPr>
        </p:nvSpPr>
        <p:spPr>
          <a:xfrm>
            <a:off x="401883" y="-300748"/>
            <a:ext cx="5638005" cy="249299"/>
          </a:xfrm>
        </p:spPr>
        <p:txBody>
          <a:bodyPr wrap="square">
            <a:spAutoFit/>
          </a:bodyPr>
          <a:lstStyle>
            <a:lvl1pPr>
              <a:defRPr sz="1800" b="0"/>
            </a:lvl1pPr>
          </a:lstStyle>
          <a:p>
            <a:r>
              <a:rPr lang="en-US"/>
              <a:t>Title for accessibility</a:t>
            </a:r>
          </a:p>
        </p:txBody>
      </p:sp>
      <p:sp>
        <p:nvSpPr>
          <p:cNvPr id="10" name="TextBox 9">
            <a:extLst>
              <a:ext uri="{FF2B5EF4-FFF2-40B4-BE49-F238E27FC236}">
                <a16:creationId xmlns:a16="http://schemas.microsoft.com/office/drawing/2014/main" id="{83340C10-F5A2-1E40-474D-C57EC62F0F33}"/>
              </a:ext>
              <a:ext uri="{C183D7F6-B498-43B3-948B-1728B52AA6E4}">
                <adec:decorative xmlns:adec="http://schemas.microsoft.com/office/drawing/2017/decorative" val="1"/>
              </a:ext>
            </a:extLst>
          </p:cNvPr>
          <p:cNvSpPr txBox="1"/>
          <p:nvPr userDrawn="1"/>
        </p:nvSpPr>
        <p:spPr>
          <a:xfrm>
            <a:off x="6039888" y="593396"/>
            <a:ext cx="941937" cy="622957"/>
          </a:xfrm>
          <a:prstGeom prst="rect">
            <a:avLst/>
          </a:prstGeom>
          <a:noFill/>
        </p:spPr>
        <p:txBody>
          <a:bodyPr wrap="square" lIns="0" tIns="0" rIns="0" bIns="0" rtlCol="0" anchor="t">
            <a:noAutofit/>
          </a:bodyPr>
          <a:lstStyle/>
          <a:p>
            <a:pPr marL="12700" marR="5080" lvl="0" indent="0" defTabSz="914400" eaLnBrk="1" fontAlgn="auto" latinLnBrk="0" hangingPunct="1">
              <a:lnSpc>
                <a:spcPct val="80000"/>
              </a:lnSpc>
              <a:spcAft>
                <a:spcPts val="0"/>
              </a:spcAft>
              <a:buClrTx/>
              <a:buSzTx/>
              <a:buFontTx/>
              <a:buNone/>
              <a:tabLst/>
              <a:defRPr/>
            </a:pPr>
            <a:r>
              <a:rPr kumimoji="0" lang="en-US" sz="13800" b="1" u="none" strike="noStrike" kern="0" cap="none" spc="-105" normalizeH="0" baseline="0" noProof="0">
                <a:ln>
                  <a:noFill/>
                </a:ln>
                <a:solidFill>
                  <a:schemeClr val="accent1"/>
                </a:solidFill>
                <a:effectLst/>
                <a:uLnTx/>
                <a:uFillTx/>
                <a:cs typeface="Arial" panose="020B0604020202020204" pitchFamily="34" charset="0"/>
              </a:rPr>
              <a:t>“</a:t>
            </a:r>
            <a:endParaRPr lang="en-US" sz="6000" b="1">
              <a:solidFill>
                <a:schemeClr val="accent1"/>
              </a:solidFill>
              <a:cs typeface="Arial" panose="020B0604020202020204" pitchFamily="34" charset="0"/>
            </a:endParaRPr>
          </a:p>
        </p:txBody>
      </p:sp>
      <p:sp>
        <p:nvSpPr>
          <p:cNvPr id="3" name="Content Placeholder 2">
            <a:extLst>
              <a:ext uri="{FF2B5EF4-FFF2-40B4-BE49-F238E27FC236}">
                <a16:creationId xmlns:a16="http://schemas.microsoft.com/office/drawing/2014/main" id="{226E3B15-3502-F478-0302-DCABA0B41AD0}"/>
              </a:ext>
            </a:extLst>
          </p:cNvPr>
          <p:cNvSpPr>
            <a:spLocks noGrp="1"/>
          </p:cNvSpPr>
          <p:nvPr>
            <p:ph idx="1"/>
          </p:nvPr>
        </p:nvSpPr>
        <p:spPr>
          <a:xfrm>
            <a:off x="6163135" y="1317530"/>
            <a:ext cx="5638892" cy="3758184"/>
          </a:xfrm>
          <a:prstGeom prst="rect">
            <a:avLst/>
          </a:prstGeom>
        </p:spPr>
        <p:txBody>
          <a:bodyPr/>
          <a:lstStyle>
            <a:lvl1pPr>
              <a:lnSpc>
                <a:spcPct val="100000"/>
              </a:lnSpc>
              <a:spcBef>
                <a:spcPts val="900"/>
              </a:spcBef>
              <a:spcAft>
                <a:spcPts val="0"/>
              </a:spcAft>
              <a:defRPr sz="4000" b="0" spc="-50" baseline="0">
                <a:latin typeface="+mj-lt"/>
              </a:defRPr>
            </a:lvl1pPr>
          </a:lstStyle>
          <a:p>
            <a:pPr lvl="0"/>
            <a:r>
              <a:rPr lang="en-GB"/>
              <a:t>Click to edit Master text styles</a:t>
            </a:r>
          </a:p>
        </p:txBody>
      </p:sp>
      <p:sp>
        <p:nvSpPr>
          <p:cNvPr id="7" name="Footer Placeholder 4">
            <a:extLst>
              <a:ext uri="{FF2B5EF4-FFF2-40B4-BE49-F238E27FC236}">
                <a16:creationId xmlns:a16="http://schemas.microsoft.com/office/drawing/2014/main" id="{D2B9EA5E-E423-D219-6037-CCB61AE3B50F}"/>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PwC Risk Management</a:t>
            </a:r>
          </a:p>
        </p:txBody>
      </p:sp>
      <p:sp>
        <p:nvSpPr>
          <p:cNvPr id="8" name="Slide Number Placeholder 13">
            <a:extLst>
              <a:ext uri="{FF2B5EF4-FFF2-40B4-BE49-F238E27FC236}">
                <a16:creationId xmlns:a16="http://schemas.microsoft.com/office/drawing/2014/main" id="{C901CE32-26BB-268E-2590-66DB5ADDFD98}"/>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
        <p:nvSpPr>
          <p:cNvPr id="5" name="Content Placeholder 4">
            <a:extLst>
              <a:ext uri="{FF2B5EF4-FFF2-40B4-BE49-F238E27FC236}">
                <a16:creationId xmlns:a16="http://schemas.microsoft.com/office/drawing/2014/main" id="{6E4A5D4A-A54A-1CBA-4DC3-F639C40BA860}"/>
              </a:ext>
            </a:extLst>
          </p:cNvPr>
          <p:cNvSpPr>
            <a:spLocks noGrp="1"/>
          </p:cNvSpPr>
          <p:nvPr>
            <p:ph sz="quarter" idx="11"/>
          </p:nvPr>
        </p:nvSpPr>
        <p:spPr>
          <a:xfrm>
            <a:off x="401638" y="4516438"/>
            <a:ext cx="4684712" cy="1425575"/>
          </a:xfrm>
        </p:spPr>
        <p:txBody>
          <a:bodyPr/>
          <a:lstStyle>
            <a:lvl1pPr>
              <a:defRPr sz="2000"/>
            </a:lvl1pPr>
          </a:lstStyle>
          <a:p>
            <a:pPr lvl="0"/>
            <a:r>
              <a:rPr lang="en-GB"/>
              <a:t>Click to edit Master text styles</a:t>
            </a:r>
          </a:p>
          <a:p>
            <a:pPr lvl="1"/>
            <a:r>
              <a:rPr lang="en-GB"/>
              <a:t>Second level</a:t>
            </a:r>
          </a:p>
        </p:txBody>
      </p:sp>
    </p:spTree>
    <p:extLst>
      <p:ext uri="{BB962C8B-B14F-4D97-AF65-F5344CB8AC3E}">
        <p14:creationId xmlns:p14="http://schemas.microsoft.com/office/powerpoint/2010/main" val="4209472121"/>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Quote with Imag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01A1D7-A824-48A0-3E0C-4A7C86CA63AB}"/>
              </a:ext>
            </a:extLst>
          </p:cNvPr>
          <p:cNvSpPr>
            <a:spLocks noGrp="1"/>
          </p:cNvSpPr>
          <p:nvPr>
            <p:ph type="title" hasCustomPrompt="1"/>
          </p:nvPr>
        </p:nvSpPr>
        <p:spPr>
          <a:xfrm>
            <a:off x="396516" y="-300748"/>
            <a:ext cx="5647097" cy="249299"/>
          </a:xfrm>
        </p:spPr>
        <p:txBody>
          <a:bodyPr wrap="square">
            <a:spAutoFit/>
          </a:bodyPr>
          <a:lstStyle>
            <a:lvl1pPr>
              <a:defRPr sz="1800" b="0"/>
            </a:lvl1pPr>
          </a:lstStyle>
          <a:p>
            <a:r>
              <a:rPr lang="en-US"/>
              <a:t>Title for accessibility</a:t>
            </a:r>
          </a:p>
        </p:txBody>
      </p:sp>
      <p:sp>
        <p:nvSpPr>
          <p:cNvPr id="25" name="TextBox 24">
            <a:extLst>
              <a:ext uri="{FF2B5EF4-FFF2-40B4-BE49-F238E27FC236}">
                <a16:creationId xmlns:a16="http://schemas.microsoft.com/office/drawing/2014/main" id="{554BAF2E-BAB1-C03F-41A7-B26DABB21BF6}"/>
              </a:ext>
              <a:ext uri="{C183D7F6-B498-43B3-948B-1728B52AA6E4}">
                <adec:decorative xmlns:adec="http://schemas.microsoft.com/office/drawing/2017/decorative" val="1"/>
              </a:ext>
            </a:extLst>
          </p:cNvPr>
          <p:cNvSpPr txBox="1"/>
          <p:nvPr userDrawn="1"/>
        </p:nvSpPr>
        <p:spPr>
          <a:xfrm>
            <a:off x="272991" y="2732672"/>
            <a:ext cx="941937" cy="622957"/>
          </a:xfrm>
          <a:prstGeom prst="rect">
            <a:avLst/>
          </a:prstGeom>
          <a:noFill/>
        </p:spPr>
        <p:txBody>
          <a:bodyPr wrap="square" lIns="0" tIns="0" rIns="0" bIns="0" rtlCol="0" anchor="t">
            <a:noAutofit/>
          </a:bodyPr>
          <a:lstStyle/>
          <a:p>
            <a:pPr marL="12700" marR="5080" lvl="0" indent="0" defTabSz="914400" eaLnBrk="1" fontAlgn="auto" latinLnBrk="0" hangingPunct="1">
              <a:lnSpc>
                <a:spcPct val="80000"/>
              </a:lnSpc>
              <a:spcAft>
                <a:spcPts val="0"/>
              </a:spcAft>
              <a:buClrTx/>
              <a:buSzTx/>
              <a:buFontTx/>
              <a:buNone/>
              <a:tabLst/>
              <a:defRPr/>
            </a:pPr>
            <a:r>
              <a:rPr kumimoji="0" lang="en-US" sz="13800" b="1" u="none" strike="noStrike" kern="0" cap="none" spc="-105" normalizeH="0" baseline="0" noProof="0">
                <a:ln>
                  <a:noFill/>
                </a:ln>
                <a:solidFill>
                  <a:schemeClr val="accent1"/>
                </a:solidFill>
                <a:effectLst/>
                <a:uLnTx/>
                <a:uFillTx/>
                <a:cs typeface="Arial" panose="020B0604020202020204" pitchFamily="34" charset="0"/>
              </a:rPr>
              <a:t>“</a:t>
            </a:r>
            <a:endParaRPr lang="en-US" sz="6000" b="1">
              <a:solidFill>
                <a:schemeClr val="accent1"/>
              </a:solidFill>
              <a:cs typeface="Arial" panose="020B0604020202020204" pitchFamily="34" charset="0"/>
            </a:endParaRPr>
          </a:p>
        </p:txBody>
      </p:sp>
      <p:sp>
        <p:nvSpPr>
          <p:cNvPr id="3" name="Content Placeholder 2">
            <a:extLst>
              <a:ext uri="{FF2B5EF4-FFF2-40B4-BE49-F238E27FC236}">
                <a16:creationId xmlns:a16="http://schemas.microsoft.com/office/drawing/2014/main" id="{226E3B15-3502-F478-0302-DCABA0B41AD0}"/>
              </a:ext>
            </a:extLst>
          </p:cNvPr>
          <p:cNvSpPr>
            <a:spLocks noGrp="1"/>
          </p:cNvSpPr>
          <p:nvPr>
            <p:ph idx="1"/>
          </p:nvPr>
        </p:nvSpPr>
        <p:spPr>
          <a:xfrm>
            <a:off x="404035" y="3489915"/>
            <a:ext cx="5498502" cy="2503272"/>
          </a:xfrm>
          <a:prstGeom prst="rect">
            <a:avLst/>
          </a:prstGeom>
        </p:spPr>
        <p:txBody>
          <a:bodyPr/>
          <a:lstStyle>
            <a:lvl1pPr>
              <a:lnSpc>
                <a:spcPct val="100000"/>
              </a:lnSpc>
              <a:spcBef>
                <a:spcPts val="900"/>
              </a:spcBef>
              <a:spcAft>
                <a:spcPts val="0"/>
              </a:spcAft>
              <a:defRPr sz="3200" b="0" spc="-50" baseline="0">
                <a:latin typeface="+mj-lt"/>
              </a:defRPr>
            </a:lvl1pPr>
          </a:lstStyle>
          <a:p>
            <a:pPr lvl="0"/>
            <a:r>
              <a:rPr lang="en-GB"/>
              <a:t>Click to edit Master text styles</a:t>
            </a:r>
          </a:p>
        </p:txBody>
      </p:sp>
      <p:sp>
        <p:nvSpPr>
          <p:cNvPr id="9" name="Picture Placeholder 14">
            <a:extLst>
              <a:ext uri="{FF2B5EF4-FFF2-40B4-BE49-F238E27FC236}">
                <a16:creationId xmlns:a16="http://schemas.microsoft.com/office/drawing/2014/main" id="{60655EE7-5FC0-8DDF-88F0-21ECCBD7D31D}"/>
              </a:ext>
              <a:ext uri="{C183D7F6-B498-43B3-948B-1728B52AA6E4}">
                <adec:decorative xmlns:adec="http://schemas.microsoft.com/office/drawing/2017/decorative" val="1"/>
              </a:ext>
            </a:extLst>
          </p:cNvPr>
          <p:cNvSpPr>
            <a:spLocks noGrp="1"/>
          </p:cNvSpPr>
          <p:nvPr>
            <p:ph type="pic" sz="quarter" idx="11" hasCustomPrompt="1"/>
          </p:nvPr>
        </p:nvSpPr>
        <p:spPr>
          <a:xfrm>
            <a:off x="6168608" y="405397"/>
            <a:ext cx="5632867" cy="4513264"/>
          </a:xfrm>
          <a:custGeom>
            <a:avLst/>
            <a:gdLst>
              <a:gd name="connsiteX0" fmla="*/ 0 w 5660724"/>
              <a:gd name="connsiteY0" fmla="*/ 0 h 4544842"/>
              <a:gd name="connsiteX1" fmla="*/ 5660724 w 5660724"/>
              <a:gd name="connsiteY1" fmla="*/ 0 h 4544842"/>
              <a:gd name="connsiteX2" fmla="*/ 5660724 w 5660724"/>
              <a:gd name="connsiteY2" fmla="*/ 4544842 h 4544842"/>
              <a:gd name="connsiteX3" fmla="*/ 0 w 5660724"/>
              <a:gd name="connsiteY3" fmla="*/ 4544842 h 4544842"/>
              <a:gd name="connsiteX4" fmla="*/ 0 w 5660724"/>
              <a:gd name="connsiteY4" fmla="*/ 0 h 4544842"/>
              <a:gd name="connsiteX0" fmla="*/ 0 w 5660724"/>
              <a:gd name="connsiteY0" fmla="*/ 0 h 4544842"/>
              <a:gd name="connsiteX1" fmla="*/ 5660724 w 5660724"/>
              <a:gd name="connsiteY1" fmla="*/ 0 h 4544842"/>
              <a:gd name="connsiteX2" fmla="*/ 5660724 w 5660724"/>
              <a:gd name="connsiteY2" fmla="*/ 4544842 h 4544842"/>
              <a:gd name="connsiteX3" fmla="*/ 2056464 w 5660724"/>
              <a:gd name="connsiteY3" fmla="*/ 4536269 h 4544842"/>
              <a:gd name="connsiteX4" fmla="*/ 0 w 5660724"/>
              <a:gd name="connsiteY4" fmla="*/ 4544842 h 4544842"/>
              <a:gd name="connsiteX5" fmla="*/ 0 w 5660724"/>
              <a:gd name="connsiteY5" fmla="*/ 0 h 4544842"/>
              <a:gd name="connsiteX0" fmla="*/ 0 w 5660724"/>
              <a:gd name="connsiteY0" fmla="*/ 0 h 4544842"/>
              <a:gd name="connsiteX1" fmla="*/ 5660724 w 5660724"/>
              <a:gd name="connsiteY1" fmla="*/ 0 h 4544842"/>
              <a:gd name="connsiteX2" fmla="*/ 5660724 w 5660724"/>
              <a:gd name="connsiteY2" fmla="*/ 4544842 h 4544842"/>
              <a:gd name="connsiteX3" fmla="*/ 2643204 w 5660724"/>
              <a:gd name="connsiteY3" fmla="*/ 4521029 h 4544842"/>
              <a:gd name="connsiteX4" fmla="*/ 2056464 w 5660724"/>
              <a:gd name="connsiteY4" fmla="*/ 4536269 h 4544842"/>
              <a:gd name="connsiteX5" fmla="*/ 0 w 5660724"/>
              <a:gd name="connsiteY5" fmla="*/ 4544842 h 4544842"/>
              <a:gd name="connsiteX6" fmla="*/ 0 w 5660724"/>
              <a:gd name="connsiteY6" fmla="*/ 0 h 4544842"/>
              <a:gd name="connsiteX0" fmla="*/ 0 w 5660724"/>
              <a:gd name="connsiteY0" fmla="*/ 0 h 4544842"/>
              <a:gd name="connsiteX1" fmla="*/ 5660724 w 5660724"/>
              <a:gd name="connsiteY1" fmla="*/ 0 h 4544842"/>
              <a:gd name="connsiteX2" fmla="*/ 5660724 w 5660724"/>
              <a:gd name="connsiteY2" fmla="*/ 4544842 h 4544842"/>
              <a:gd name="connsiteX3" fmla="*/ 2231724 w 5660724"/>
              <a:gd name="connsiteY3" fmla="*/ 4071449 h 4544842"/>
              <a:gd name="connsiteX4" fmla="*/ 2056464 w 5660724"/>
              <a:gd name="connsiteY4" fmla="*/ 4536269 h 4544842"/>
              <a:gd name="connsiteX5" fmla="*/ 0 w 5660724"/>
              <a:gd name="connsiteY5" fmla="*/ 4544842 h 4544842"/>
              <a:gd name="connsiteX6" fmla="*/ 0 w 5660724"/>
              <a:gd name="connsiteY6" fmla="*/ 0 h 4544842"/>
              <a:gd name="connsiteX0" fmla="*/ 0 w 5660724"/>
              <a:gd name="connsiteY0" fmla="*/ 0 h 4544842"/>
              <a:gd name="connsiteX1" fmla="*/ 5660724 w 5660724"/>
              <a:gd name="connsiteY1" fmla="*/ 0 h 4544842"/>
              <a:gd name="connsiteX2" fmla="*/ 5660724 w 5660724"/>
              <a:gd name="connsiteY2" fmla="*/ 4544842 h 4544842"/>
              <a:gd name="connsiteX3" fmla="*/ 2925144 w 5660724"/>
              <a:gd name="connsiteY3" fmla="*/ 3781889 h 4544842"/>
              <a:gd name="connsiteX4" fmla="*/ 2056464 w 5660724"/>
              <a:gd name="connsiteY4" fmla="*/ 4536269 h 4544842"/>
              <a:gd name="connsiteX5" fmla="*/ 0 w 5660724"/>
              <a:gd name="connsiteY5" fmla="*/ 4544842 h 4544842"/>
              <a:gd name="connsiteX6" fmla="*/ 0 w 5660724"/>
              <a:gd name="connsiteY6" fmla="*/ 0 h 4544842"/>
              <a:gd name="connsiteX0" fmla="*/ 0 w 5660724"/>
              <a:gd name="connsiteY0" fmla="*/ 0 h 4544842"/>
              <a:gd name="connsiteX1" fmla="*/ 5660724 w 5660724"/>
              <a:gd name="connsiteY1" fmla="*/ 0 h 4544842"/>
              <a:gd name="connsiteX2" fmla="*/ 5660724 w 5660724"/>
              <a:gd name="connsiteY2" fmla="*/ 4544842 h 4544842"/>
              <a:gd name="connsiteX3" fmla="*/ 2909904 w 5660724"/>
              <a:gd name="connsiteY3" fmla="*/ 4109549 h 4544842"/>
              <a:gd name="connsiteX4" fmla="*/ 2056464 w 5660724"/>
              <a:gd name="connsiteY4" fmla="*/ 4536269 h 4544842"/>
              <a:gd name="connsiteX5" fmla="*/ 0 w 5660724"/>
              <a:gd name="connsiteY5" fmla="*/ 4544842 h 4544842"/>
              <a:gd name="connsiteX6" fmla="*/ 0 w 5660724"/>
              <a:gd name="connsiteY6" fmla="*/ 0 h 4544842"/>
              <a:gd name="connsiteX0" fmla="*/ 0 w 5660724"/>
              <a:gd name="connsiteY0" fmla="*/ 0 h 4544842"/>
              <a:gd name="connsiteX1" fmla="*/ 5660724 w 5660724"/>
              <a:gd name="connsiteY1" fmla="*/ 0 h 4544842"/>
              <a:gd name="connsiteX2" fmla="*/ 5660724 w 5660724"/>
              <a:gd name="connsiteY2" fmla="*/ 4544842 h 4544842"/>
              <a:gd name="connsiteX3" fmla="*/ 2909904 w 5660724"/>
              <a:gd name="connsiteY3" fmla="*/ 4109549 h 4544842"/>
              <a:gd name="connsiteX4" fmla="*/ 2612724 w 5660724"/>
              <a:gd name="connsiteY4" fmla="*/ 4528649 h 4544842"/>
              <a:gd name="connsiteX5" fmla="*/ 0 w 5660724"/>
              <a:gd name="connsiteY5" fmla="*/ 4544842 h 4544842"/>
              <a:gd name="connsiteX6" fmla="*/ 0 w 5660724"/>
              <a:gd name="connsiteY6" fmla="*/ 0 h 4544842"/>
              <a:gd name="connsiteX0" fmla="*/ 0 w 5660724"/>
              <a:gd name="connsiteY0" fmla="*/ 0 h 4544842"/>
              <a:gd name="connsiteX1" fmla="*/ 5660724 w 5660724"/>
              <a:gd name="connsiteY1" fmla="*/ 0 h 4544842"/>
              <a:gd name="connsiteX2" fmla="*/ 5660724 w 5660724"/>
              <a:gd name="connsiteY2" fmla="*/ 4544842 h 4544842"/>
              <a:gd name="connsiteX3" fmla="*/ 2909904 w 5660724"/>
              <a:gd name="connsiteY3" fmla="*/ 4109549 h 4544842"/>
              <a:gd name="connsiteX4" fmla="*/ 2534143 w 5660724"/>
              <a:gd name="connsiteY4" fmla="*/ 4442924 h 4544842"/>
              <a:gd name="connsiteX5" fmla="*/ 0 w 5660724"/>
              <a:gd name="connsiteY5" fmla="*/ 4544842 h 4544842"/>
              <a:gd name="connsiteX6" fmla="*/ 0 w 5660724"/>
              <a:gd name="connsiteY6" fmla="*/ 0 h 4544842"/>
              <a:gd name="connsiteX0" fmla="*/ 0 w 5660724"/>
              <a:gd name="connsiteY0" fmla="*/ 0 h 4544842"/>
              <a:gd name="connsiteX1" fmla="*/ 5660724 w 5660724"/>
              <a:gd name="connsiteY1" fmla="*/ 0 h 4544842"/>
              <a:gd name="connsiteX2" fmla="*/ 5660724 w 5660724"/>
              <a:gd name="connsiteY2" fmla="*/ 4544842 h 4544842"/>
              <a:gd name="connsiteX3" fmla="*/ 2909904 w 5660724"/>
              <a:gd name="connsiteY3" fmla="*/ 4109549 h 4544842"/>
              <a:gd name="connsiteX4" fmla="*/ 2593674 w 5660724"/>
              <a:gd name="connsiteY4" fmla="*/ 4535793 h 4544842"/>
              <a:gd name="connsiteX5" fmla="*/ 0 w 5660724"/>
              <a:gd name="connsiteY5" fmla="*/ 4544842 h 4544842"/>
              <a:gd name="connsiteX6" fmla="*/ 0 w 5660724"/>
              <a:gd name="connsiteY6" fmla="*/ 0 h 4544842"/>
              <a:gd name="connsiteX0" fmla="*/ 0 w 5660724"/>
              <a:gd name="connsiteY0" fmla="*/ 0 h 4544842"/>
              <a:gd name="connsiteX1" fmla="*/ 5660724 w 5660724"/>
              <a:gd name="connsiteY1" fmla="*/ 0 h 4544842"/>
              <a:gd name="connsiteX2" fmla="*/ 5660724 w 5660724"/>
              <a:gd name="connsiteY2" fmla="*/ 4544842 h 4544842"/>
              <a:gd name="connsiteX3" fmla="*/ 2771791 w 5660724"/>
              <a:gd name="connsiteY3" fmla="*/ 3971436 h 4544842"/>
              <a:gd name="connsiteX4" fmla="*/ 2593674 w 5660724"/>
              <a:gd name="connsiteY4" fmla="*/ 4535793 h 4544842"/>
              <a:gd name="connsiteX5" fmla="*/ 0 w 5660724"/>
              <a:gd name="connsiteY5" fmla="*/ 4544842 h 4544842"/>
              <a:gd name="connsiteX6" fmla="*/ 0 w 5660724"/>
              <a:gd name="connsiteY6" fmla="*/ 0 h 4544842"/>
              <a:gd name="connsiteX0" fmla="*/ 0 w 5660724"/>
              <a:gd name="connsiteY0" fmla="*/ 0 h 4544842"/>
              <a:gd name="connsiteX1" fmla="*/ 5660724 w 5660724"/>
              <a:gd name="connsiteY1" fmla="*/ 0 h 4544842"/>
              <a:gd name="connsiteX2" fmla="*/ 5660724 w 5660724"/>
              <a:gd name="connsiteY2" fmla="*/ 4544842 h 4544842"/>
              <a:gd name="connsiteX3" fmla="*/ 2874185 w 5660724"/>
              <a:gd name="connsiteY3" fmla="*/ 4114311 h 4544842"/>
              <a:gd name="connsiteX4" fmla="*/ 2593674 w 5660724"/>
              <a:gd name="connsiteY4" fmla="*/ 4535793 h 4544842"/>
              <a:gd name="connsiteX5" fmla="*/ 0 w 5660724"/>
              <a:gd name="connsiteY5" fmla="*/ 4544842 h 4544842"/>
              <a:gd name="connsiteX6" fmla="*/ 0 w 5660724"/>
              <a:gd name="connsiteY6" fmla="*/ 0 h 4544842"/>
              <a:gd name="connsiteX0" fmla="*/ 0 w 5660724"/>
              <a:gd name="connsiteY0" fmla="*/ 0 h 4544842"/>
              <a:gd name="connsiteX1" fmla="*/ 5660724 w 5660724"/>
              <a:gd name="connsiteY1" fmla="*/ 0 h 4544842"/>
              <a:gd name="connsiteX2" fmla="*/ 5660724 w 5660724"/>
              <a:gd name="connsiteY2" fmla="*/ 4113836 h 4544842"/>
              <a:gd name="connsiteX3" fmla="*/ 2874185 w 5660724"/>
              <a:gd name="connsiteY3" fmla="*/ 4114311 h 4544842"/>
              <a:gd name="connsiteX4" fmla="*/ 2593674 w 5660724"/>
              <a:gd name="connsiteY4" fmla="*/ 4535793 h 4544842"/>
              <a:gd name="connsiteX5" fmla="*/ 0 w 5660724"/>
              <a:gd name="connsiteY5" fmla="*/ 4544842 h 4544842"/>
              <a:gd name="connsiteX6" fmla="*/ 0 w 5660724"/>
              <a:gd name="connsiteY6" fmla="*/ 0 h 4544842"/>
              <a:gd name="connsiteX0" fmla="*/ 0 w 5672631"/>
              <a:gd name="connsiteY0" fmla="*/ 0 h 4544842"/>
              <a:gd name="connsiteX1" fmla="*/ 5660724 w 5672631"/>
              <a:gd name="connsiteY1" fmla="*/ 0 h 4544842"/>
              <a:gd name="connsiteX2" fmla="*/ 5672631 w 5672631"/>
              <a:gd name="connsiteY2" fmla="*/ 4054305 h 4544842"/>
              <a:gd name="connsiteX3" fmla="*/ 2874185 w 5672631"/>
              <a:gd name="connsiteY3" fmla="*/ 4114311 h 4544842"/>
              <a:gd name="connsiteX4" fmla="*/ 2593674 w 5672631"/>
              <a:gd name="connsiteY4" fmla="*/ 4535793 h 4544842"/>
              <a:gd name="connsiteX5" fmla="*/ 0 w 5672631"/>
              <a:gd name="connsiteY5" fmla="*/ 4544842 h 4544842"/>
              <a:gd name="connsiteX6" fmla="*/ 0 w 5672631"/>
              <a:gd name="connsiteY6" fmla="*/ 0 h 4544842"/>
              <a:gd name="connsiteX0" fmla="*/ 0 w 5660724"/>
              <a:gd name="connsiteY0" fmla="*/ 0 h 4544842"/>
              <a:gd name="connsiteX1" fmla="*/ 5660724 w 5660724"/>
              <a:gd name="connsiteY1" fmla="*/ 0 h 4544842"/>
              <a:gd name="connsiteX2" fmla="*/ 5655963 w 5660724"/>
              <a:gd name="connsiteY2" fmla="*/ 4120980 h 4544842"/>
              <a:gd name="connsiteX3" fmla="*/ 2874185 w 5660724"/>
              <a:gd name="connsiteY3" fmla="*/ 4114311 h 4544842"/>
              <a:gd name="connsiteX4" fmla="*/ 2593674 w 5660724"/>
              <a:gd name="connsiteY4" fmla="*/ 4535793 h 4544842"/>
              <a:gd name="connsiteX5" fmla="*/ 0 w 5660724"/>
              <a:gd name="connsiteY5" fmla="*/ 4544842 h 4544842"/>
              <a:gd name="connsiteX6" fmla="*/ 0 w 5660724"/>
              <a:gd name="connsiteY6" fmla="*/ 0 h 4544842"/>
              <a:gd name="connsiteX0" fmla="*/ 0 w 5660724"/>
              <a:gd name="connsiteY0" fmla="*/ 0 h 4544842"/>
              <a:gd name="connsiteX1" fmla="*/ 5660724 w 5660724"/>
              <a:gd name="connsiteY1" fmla="*/ 0 h 4544842"/>
              <a:gd name="connsiteX2" fmla="*/ 5655963 w 5660724"/>
              <a:gd name="connsiteY2" fmla="*/ 4120980 h 4544842"/>
              <a:gd name="connsiteX3" fmla="*/ 2874185 w 5660724"/>
              <a:gd name="connsiteY3" fmla="*/ 4121455 h 4544842"/>
              <a:gd name="connsiteX4" fmla="*/ 2593674 w 5660724"/>
              <a:gd name="connsiteY4" fmla="*/ 4535793 h 4544842"/>
              <a:gd name="connsiteX5" fmla="*/ 0 w 5660724"/>
              <a:gd name="connsiteY5" fmla="*/ 4544842 h 4544842"/>
              <a:gd name="connsiteX6" fmla="*/ 0 w 5660724"/>
              <a:gd name="connsiteY6" fmla="*/ 0 h 4544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660724" h="4544842">
                <a:moveTo>
                  <a:pt x="0" y="0"/>
                </a:moveTo>
                <a:lnTo>
                  <a:pt x="5660724" y="0"/>
                </a:lnTo>
                <a:lnTo>
                  <a:pt x="5655963" y="4120980"/>
                </a:lnTo>
                <a:lnTo>
                  <a:pt x="2874185" y="4121455"/>
                </a:lnTo>
                <a:lnTo>
                  <a:pt x="2593674" y="4535793"/>
                </a:lnTo>
                <a:lnTo>
                  <a:pt x="0" y="4544842"/>
                </a:lnTo>
                <a:lnTo>
                  <a:pt x="0" y="0"/>
                </a:lnTo>
                <a:close/>
              </a:path>
            </a:pathLst>
          </a:custGeom>
          <a:solidFill>
            <a:schemeClr val="bg2"/>
          </a:solidFill>
        </p:spPr>
        <p:txBody>
          <a:bodyPr tIns="1280160"/>
          <a:lstStyle>
            <a:lvl1pPr algn="ctr">
              <a:defRPr b="0" i="0"/>
            </a:lvl1pPr>
          </a:lstStyle>
          <a:p>
            <a:r>
              <a:rPr lang="en-US"/>
              <a:t>Click icon to add picture—do</a:t>
            </a:r>
            <a:r>
              <a:rPr lang="en-US" sz="1500" kern="100">
                <a:effectLst/>
                <a:latin typeface="Arial" panose="020B0604020202020204" pitchFamily="34" charset="0"/>
                <a:ea typeface="Aptos" panose="020B0004020202020204" pitchFamily="34" charset="0"/>
                <a:cs typeface="Times New Roman" panose="02020603050405020304" pitchFamily="18" charset="0"/>
              </a:rPr>
              <a:t> </a:t>
            </a:r>
            <a:r>
              <a:rPr lang="en-US"/>
              <a:t>not</a:t>
            </a:r>
            <a:r>
              <a:rPr lang="en-US" sz="1500" kern="100">
                <a:effectLst/>
                <a:latin typeface="Arial" panose="020B0604020202020204" pitchFamily="34" charset="0"/>
                <a:ea typeface="Aptos" panose="020B0004020202020204" pitchFamily="34" charset="0"/>
                <a:cs typeface="Times New Roman" panose="02020603050405020304" pitchFamily="18" charset="0"/>
              </a:rPr>
              <a:t> </a:t>
            </a:r>
            <a:r>
              <a:rPr lang="en-US"/>
              <a:t>scale</a:t>
            </a:r>
            <a:r>
              <a:rPr lang="en-US" sz="1500" kern="100">
                <a:effectLst/>
                <a:latin typeface="Arial" panose="020B0604020202020204" pitchFamily="34" charset="0"/>
                <a:ea typeface="Aptos" panose="020B0004020202020204" pitchFamily="34" charset="0"/>
                <a:cs typeface="Times New Roman" panose="02020603050405020304" pitchFamily="18" charset="0"/>
              </a:rPr>
              <a:t> </a:t>
            </a:r>
            <a:r>
              <a:rPr lang="en-US"/>
              <a:t>or</a:t>
            </a:r>
            <a:r>
              <a:rPr lang="en-US" sz="1500" kern="100">
                <a:effectLst/>
                <a:latin typeface="Arial" panose="020B0604020202020204" pitchFamily="34" charset="0"/>
                <a:ea typeface="Aptos" panose="020B0004020202020204" pitchFamily="34" charset="0"/>
                <a:cs typeface="Times New Roman" panose="02020603050405020304" pitchFamily="18" charset="0"/>
              </a:rPr>
              <a:t> </a:t>
            </a:r>
            <a:r>
              <a:rPr lang="en-US"/>
              <a:t>stretch</a:t>
            </a:r>
            <a:r>
              <a:rPr lang="en-US" sz="1500" kern="100">
                <a:effectLst/>
                <a:latin typeface="Arial" panose="020B0604020202020204" pitchFamily="34" charset="0"/>
                <a:ea typeface="Aptos" panose="020B0004020202020204" pitchFamily="34" charset="0"/>
                <a:cs typeface="Times New Roman" panose="02020603050405020304" pitchFamily="18" charset="0"/>
              </a:rPr>
              <a:t> </a:t>
            </a:r>
            <a:r>
              <a:rPr lang="en-US"/>
              <a:t>this</a:t>
            </a:r>
            <a:r>
              <a:rPr lang="en-US" sz="1500" kern="100">
                <a:effectLst/>
                <a:latin typeface="Arial" panose="020B0604020202020204" pitchFamily="34" charset="0"/>
                <a:ea typeface="Aptos" panose="020B0004020202020204" pitchFamily="34" charset="0"/>
                <a:cs typeface="Times New Roman" panose="02020603050405020304" pitchFamily="18" charset="0"/>
              </a:rPr>
              <a:t> </a:t>
            </a:r>
            <a:r>
              <a:rPr lang="en-US"/>
              <a:t>photo</a:t>
            </a:r>
            <a:r>
              <a:rPr lang="en-US" sz="1500" kern="100">
                <a:effectLst/>
                <a:latin typeface="Arial" panose="020B0604020202020204" pitchFamily="34" charset="0"/>
                <a:ea typeface="Aptos" panose="020B0004020202020204" pitchFamily="34" charset="0"/>
                <a:cs typeface="Times New Roman" panose="02020603050405020304" pitchFamily="18" charset="0"/>
              </a:rPr>
              <a:t> </a:t>
            </a:r>
            <a:r>
              <a:rPr lang="en-US"/>
              <a:t>placeholder</a:t>
            </a:r>
          </a:p>
        </p:txBody>
      </p:sp>
      <p:sp>
        <p:nvSpPr>
          <p:cNvPr id="7" name="Footer Placeholder 4">
            <a:extLst>
              <a:ext uri="{FF2B5EF4-FFF2-40B4-BE49-F238E27FC236}">
                <a16:creationId xmlns:a16="http://schemas.microsoft.com/office/drawing/2014/main" id="{AE32291E-24B4-2FB8-4B35-A439686DB956}"/>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PwC Risk Management</a:t>
            </a:r>
          </a:p>
        </p:txBody>
      </p:sp>
      <p:sp>
        <p:nvSpPr>
          <p:cNvPr id="8" name="Slide Number Placeholder 13">
            <a:extLst>
              <a:ext uri="{FF2B5EF4-FFF2-40B4-BE49-F238E27FC236}">
                <a16:creationId xmlns:a16="http://schemas.microsoft.com/office/drawing/2014/main" id="{61A378F0-4CD0-C4E0-D2F7-5959B577E15B}"/>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
        <p:nvSpPr>
          <p:cNvPr id="4" name="Content Placeholder 4">
            <a:extLst>
              <a:ext uri="{FF2B5EF4-FFF2-40B4-BE49-F238E27FC236}">
                <a16:creationId xmlns:a16="http://schemas.microsoft.com/office/drawing/2014/main" id="{64B1E342-306F-8086-762A-4FD2EE0AD1B1}"/>
              </a:ext>
            </a:extLst>
          </p:cNvPr>
          <p:cNvSpPr>
            <a:spLocks noGrp="1"/>
          </p:cNvSpPr>
          <p:nvPr>
            <p:ph sz="quarter" idx="12"/>
          </p:nvPr>
        </p:nvSpPr>
        <p:spPr>
          <a:xfrm>
            <a:off x="6164071" y="5030788"/>
            <a:ext cx="5637404" cy="911225"/>
          </a:xfrm>
        </p:spPr>
        <p:txBody>
          <a:bodyPr/>
          <a:lstStyle>
            <a:lvl1pPr>
              <a:defRPr sz="2000"/>
            </a:lvl1pPr>
          </a:lstStyle>
          <a:p>
            <a:pPr lvl="0"/>
            <a:r>
              <a:rPr lang="en-GB"/>
              <a:t>Click to edit Master text styles</a:t>
            </a:r>
          </a:p>
          <a:p>
            <a:pPr lvl="1"/>
            <a:r>
              <a:rPr lang="en-GB"/>
              <a:t>Second level</a:t>
            </a:r>
          </a:p>
        </p:txBody>
      </p:sp>
    </p:spTree>
    <p:extLst>
      <p:ext uri="{BB962C8B-B14F-4D97-AF65-F5344CB8AC3E}">
        <p14:creationId xmlns:p14="http://schemas.microsoft.com/office/powerpoint/2010/main" val="2039475006"/>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Three Row_Image">
    <p:bg>
      <p:bgPr>
        <a:solidFill>
          <a:schemeClr val="bg1"/>
        </a:solidFill>
        <a:effectLst/>
      </p:bgPr>
    </p:bg>
    <p:spTree>
      <p:nvGrpSpPr>
        <p:cNvPr id="1" name=""/>
        <p:cNvGrpSpPr/>
        <p:nvPr/>
      </p:nvGrpSpPr>
      <p:grpSpPr>
        <a:xfrm>
          <a:off x="0" y="0"/>
          <a:ext cx="0" cy="0"/>
          <a:chOff x="0" y="0"/>
          <a:chExt cx="0" cy="0"/>
        </a:xfrm>
      </p:grpSpPr>
      <p:sp>
        <p:nvSpPr>
          <p:cNvPr id="9" name="Picture Placeholder 14">
            <a:extLst>
              <a:ext uri="{FF2B5EF4-FFF2-40B4-BE49-F238E27FC236}">
                <a16:creationId xmlns:a16="http://schemas.microsoft.com/office/drawing/2014/main" id="{60655EE7-5FC0-8DDF-88F0-21ECCBD7D31D}"/>
              </a:ext>
              <a:ext uri="{C183D7F6-B498-43B3-948B-1728B52AA6E4}">
                <adec:decorative xmlns:adec="http://schemas.microsoft.com/office/drawing/2017/decorative" val="1"/>
              </a:ext>
            </a:extLst>
          </p:cNvPr>
          <p:cNvSpPr>
            <a:spLocks noGrp="1"/>
          </p:cNvSpPr>
          <p:nvPr>
            <p:ph type="pic" sz="quarter" idx="11" hasCustomPrompt="1"/>
          </p:nvPr>
        </p:nvSpPr>
        <p:spPr>
          <a:xfrm>
            <a:off x="6168608" y="1951622"/>
            <a:ext cx="5632867" cy="4513264"/>
          </a:xfrm>
          <a:custGeom>
            <a:avLst/>
            <a:gdLst>
              <a:gd name="connsiteX0" fmla="*/ 0 w 5660724"/>
              <a:gd name="connsiteY0" fmla="*/ 0 h 4544842"/>
              <a:gd name="connsiteX1" fmla="*/ 5660724 w 5660724"/>
              <a:gd name="connsiteY1" fmla="*/ 0 h 4544842"/>
              <a:gd name="connsiteX2" fmla="*/ 5660724 w 5660724"/>
              <a:gd name="connsiteY2" fmla="*/ 4544842 h 4544842"/>
              <a:gd name="connsiteX3" fmla="*/ 0 w 5660724"/>
              <a:gd name="connsiteY3" fmla="*/ 4544842 h 4544842"/>
              <a:gd name="connsiteX4" fmla="*/ 0 w 5660724"/>
              <a:gd name="connsiteY4" fmla="*/ 0 h 4544842"/>
              <a:gd name="connsiteX0" fmla="*/ 0 w 5660724"/>
              <a:gd name="connsiteY0" fmla="*/ 0 h 4544842"/>
              <a:gd name="connsiteX1" fmla="*/ 5660724 w 5660724"/>
              <a:gd name="connsiteY1" fmla="*/ 0 h 4544842"/>
              <a:gd name="connsiteX2" fmla="*/ 5660724 w 5660724"/>
              <a:gd name="connsiteY2" fmla="*/ 4544842 h 4544842"/>
              <a:gd name="connsiteX3" fmla="*/ 2056464 w 5660724"/>
              <a:gd name="connsiteY3" fmla="*/ 4536269 h 4544842"/>
              <a:gd name="connsiteX4" fmla="*/ 0 w 5660724"/>
              <a:gd name="connsiteY4" fmla="*/ 4544842 h 4544842"/>
              <a:gd name="connsiteX5" fmla="*/ 0 w 5660724"/>
              <a:gd name="connsiteY5" fmla="*/ 0 h 4544842"/>
              <a:gd name="connsiteX0" fmla="*/ 0 w 5660724"/>
              <a:gd name="connsiteY0" fmla="*/ 0 h 4544842"/>
              <a:gd name="connsiteX1" fmla="*/ 5660724 w 5660724"/>
              <a:gd name="connsiteY1" fmla="*/ 0 h 4544842"/>
              <a:gd name="connsiteX2" fmla="*/ 5660724 w 5660724"/>
              <a:gd name="connsiteY2" fmla="*/ 4544842 h 4544842"/>
              <a:gd name="connsiteX3" fmla="*/ 2643204 w 5660724"/>
              <a:gd name="connsiteY3" fmla="*/ 4521029 h 4544842"/>
              <a:gd name="connsiteX4" fmla="*/ 2056464 w 5660724"/>
              <a:gd name="connsiteY4" fmla="*/ 4536269 h 4544842"/>
              <a:gd name="connsiteX5" fmla="*/ 0 w 5660724"/>
              <a:gd name="connsiteY5" fmla="*/ 4544842 h 4544842"/>
              <a:gd name="connsiteX6" fmla="*/ 0 w 5660724"/>
              <a:gd name="connsiteY6" fmla="*/ 0 h 4544842"/>
              <a:gd name="connsiteX0" fmla="*/ 0 w 5660724"/>
              <a:gd name="connsiteY0" fmla="*/ 0 h 4544842"/>
              <a:gd name="connsiteX1" fmla="*/ 5660724 w 5660724"/>
              <a:gd name="connsiteY1" fmla="*/ 0 h 4544842"/>
              <a:gd name="connsiteX2" fmla="*/ 5660724 w 5660724"/>
              <a:gd name="connsiteY2" fmla="*/ 4544842 h 4544842"/>
              <a:gd name="connsiteX3" fmla="*/ 2231724 w 5660724"/>
              <a:gd name="connsiteY3" fmla="*/ 4071449 h 4544842"/>
              <a:gd name="connsiteX4" fmla="*/ 2056464 w 5660724"/>
              <a:gd name="connsiteY4" fmla="*/ 4536269 h 4544842"/>
              <a:gd name="connsiteX5" fmla="*/ 0 w 5660724"/>
              <a:gd name="connsiteY5" fmla="*/ 4544842 h 4544842"/>
              <a:gd name="connsiteX6" fmla="*/ 0 w 5660724"/>
              <a:gd name="connsiteY6" fmla="*/ 0 h 4544842"/>
              <a:gd name="connsiteX0" fmla="*/ 0 w 5660724"/>
              <a:gd name="connsiteY0" fmla="*/ 0 h 4544842"/>
              <a:gd name="connsiteX1" fmla="*/ 5660724 w 5660724"/>
              <a:gd name="connsiteY1" fmla="*/ 0 h 4544842"/>
              <a:gd name="connsiteX2" fmla="*/ 5660724 w 5660724"/>
              <a:gd name="connsiteY2" fmla="*/ 4544842 h 4544842"/>
              <a:gd name="connsiteX3" fmla="*/ 2925144 w 5660724"/>
              <a:gd name="connsiteY3" fmla="*/ 3781889 h 4544842"/>
              <a:gd name="connsiteX4" fmla="*/ 2056464 w 5660724"/>
              <a:gd name="connsiteY4" fmla="*/ 4536269 h 4544842"/>
              <a:gd name="connsiteX5" fmla="*/ 0 w 5660724"/>
              <a:gd name="connsiteY5" fmla="*/ 4544842 h 4544842"/>
              <a:gd name="connsiteX6" fmla="*/ 0 w 5660724"/>
              <a:gd name="connsiteY6" fmla="*/ 0 h 4544842"/>
              <a:gd name="connsiteX0" fmla="*/ 0 w 5660724"/>
              <a:gd name="connsiteY0" fmla="*/ 0 h 4544842"/>
              <a:gd name="connsiteX1" fmla="*/ 5660724 w 5660724"/>
              <a:gd name="connsiteY1" fmla="*/ 0 h 4544842"/>
              <a:gd name="connsiteX2" fmla="*/ 5660724 w 5660724"/>
              <a:gd name="connsiteY2" fmla="*/ 4544842 h 4544842"/>
              <a:gd name="connsiteX3" fmla="*/ 2909904 w 5660724"/>
              <a:gd name="connsiteY3" fmla="*/ 4109549 h 4544842"/>
              <a:gd name="connsiteX4" fmla="*/ 2056464 w 5660724"/>
              <a:gd name="connsiteY4" fmla="*/ 4536269 h 4544842"/>
              <a:gd name="connsiteX5" fmla="*/ 0 w 5660724"/>
              <a:gd name="connsiteY5" fmla="*/ 4544842 h 4544842"/>
              <a:gd name="connsiteX6" fmla="*/ 0 w 5660724"/>
              <a:gd name="connsiteY6" fmla="*/ 0 h 4544842"/>
              <a:gd name="connsiteX0" fmla="*/ 0 w 5660724"/>
              <a:gd name="connsiteY0" fmla="*/ 0 h 4544842"/>
              <a:gd name="connsiteX1" fmla="*/ 5660724 w 5660724"/>
              <a:gd name="connsiteY1" fmla="*/ 0 h 4544842"/>
              <a:gd name="connsiteX2" fmla="*/ 5660724 w 5660724"/>
              <a:gd name="connsiteY2" fmla="*/ 4544842 h 4544842"/>
              <a:gd name="connsiteX3" fmla="*/ 2909904 w 5660724"/>
              <a:gd name="connsiteY3" fmla="*/ 4109549 h 4544842"/>
              <a:gd name="connsiteX4" fmla="*/ 2612724 w 5660724"/>
              <a:gd name="connsiteY4" fmla="*/ 4528649 h 4544842"/>
              <a:gd name="connsiteX5" fmla="*/ 0 w 5660724"/>
              <a:gd name="connsiteY5" fmla="*/ 4544842 h 4544842"/>
              <a:gd name="connsiteX6" fmla="*/ 0 w 5660724"/>
              <a:gd name="connsiteY6" fmla="*/ 0 h 4544842"/>
              <a:gd name="connsiteX0" fmla="*/ 0 w 5660724"/>
              <a:gd name="connsiteY0" fmla="*/ 0 h 4544842"/>
              <a:gd name="connsiteX1" fmla="*/ 5660724 w 5660724"/>
              <a:gd name="connsiteY1" fmla="*/ 0 h 4544842"/>
              <a:gd name="connsiteX2" fmla="*/ 5660724 w 5660724"/>
              <a:gd name="connsiteY2" fmla="*/ 4544842 h 4544842"/>
              <a:gd name="connsiteX3" fmla="*/ 2909904 w 5660724"/>
              <a:gd name="connsiteY3" fmla="*/ 4109549 h 4544842"/>
              <a:gd name="connsiteX4" fmla="*/ 2534143 w 5660724"/>
              <a:gd name="connsiteY4" fmla="*/ 4442924 h 4544842"/>
              <a:gd name="connsiteX5" fmla="*/ 0 w 5660724"/>
              <a:gd name="connsiteY5" fmla="*/ 4544842 h 4544842"/>
              <a:gd name="connsiteX6" fmla="*/ 0 w 5660724"/>
              <a:gd name="connsiteY6" fmla="*/ 0 h 4544842"/>
              <a:gd name="connsiteX0" fmla="*/ 0 w 5660724"/>
              <a:gd name="connsiteY0" fmla="*/ 0 h 4544842"/>
              <a:gd name="connsiteX1" fmla="*/ 5660724 w 5660724"/>
              <a:gd name="connsiteY1" fmla="*/ 0 h 4544842"/>
              <a:gd name="connsiteX2" fmla="*/ 5660724 w 5660724"/>
              <a:gd name="connsiteY2" fmla="*/ 4544842 h 4544842"/>
              <a:gd name="connsiteX3" fmla="*/ 2909904 w 5660724"/>
              <a:gd name="connsiteY3" fmla="*/ 4109549 h 4544842"/>
              <a:gd name="connsiteX4" fmla="*/ 2593674 w 5660724"/>
              <a:gd name="connsiteY4" fmla="*/ 4535793 h 4544842"/>
              <a:gd name="connsiteX5" fmla="*/ 0 w 5660724"/>
              <a:gd name="connsiteY5" fmla="*/ 4544842 h 4544842"/>
              <a:gd name="connsiteX6" fmla="*/ 0 w 5660724"/>
              <a:gd name="connsiteY6" fmla="*/ 0 h 4544842"/>
              <a:gd name="connsiteX0" fmla="*/ 0 w 5660724"/>
              <a:gd name="connsiteY0" fmla="*/ 0 h 4544842"/>
              <a:gd name="connsiteX1" fmla="*/ 5660724 w 5660724"/>
              <a:gd name="connsiteY1" fmla="*/ 0 h 4544842"/>
              <a:gd name="connsiteX2" fmla="*/ 5660724 w 5660724"/>
              <a:gd name="connsiteY2" fmla="*/ 4544842 h 4544842"/>
              <a:gd name="connsiteX3" fmla="*/ 2771791 w 5660724"/>
              <a:gd name="connsiteY3" fmla="*/ 3971436 h 4544842"/>
              <a:gd name="connsiteX4" fmla="*/ 2593674 w 5660724"/>
              <a:gd name="connsiteY4" fmla="*/ 4535793 h 4544842"/>
              <a:gd name="connsiteX5" fmla="*/ 0 w 5660724"/>
              <a:gd name="connsiteY5" fmla="*/ 4544842 h 4544842"/>
              <a:gd name="connsiteX6" fmla="*/ 0 w 5660724"/>
              <a:gd name="connsiteY6" fmla="*/ 0 h 4544842"/>
              <a:gd name="connsiteX0" fmla="*/ 0 w 5660724"/>
              <a:gd name="connsiteY0" fmla="*/ 0 h 4544842"/>
              <a:gd name="connsiteX1" fmla="*/ 5660724 w 5660724"/>
              <a:gd name="connsiteY1" fmla="*/ 0 h 4544842"/>
              <a:gd name="connsiteX2" fmla="*/ 5660724 w 5660724"/>
              <a:gd name="connsiteY2" fmla="*/ 4544842 h 4544842"/>
              <a:gd name="connsiteX3" fmla="*/ 2874185 w 5660724"/>
              <a:gd name="connsiteY3" fmla="*/ 4114311 h 4544842"/>
              <a:gd name="connsiteX4" fmla="*/ 2593674 w 5660724"/>
              <a:gd name="connsiteY4" fmla="*/ 4535793 h 4544842"/>
              <a:gd name="connsiteX5" fmla="*/ 0 w 5660724"/>
              <a:gd name="connsiteY5" fmla="*/ 4544842 h 4544842"/>
              <a:gd name="connsiteX6" fmla="*/ 0 w 5660724"/>
              <a:gd name="connsiteY6" fmla="*/ 0 h 4544842"/>
              <a:gd name="connsiteX0" fmla="*/ 0 w 5660724"/>
              <a:gd name="connsiteY0" fmla="*/ 0 h 4544842"/>
              <a:gd name="connsiteX1" fmla="*/ 5660724 w 5660724"/>
              <a:gd name="connsiteY1" fmla="*/ 0 h 4544842"/>
              <a:gd name="connsiteX2" fmla="*/ 5660724 w 5660724"/>
              <a:gd name="connsiteY2" fmla="*/ 4113836 h 4544842"/>
              <a:gd name="connsiteX3" fmla="*/ 2874185 w 5660724"/>
              <a:gd name="connsiteY3" fmla="*/ 4114311 h 4544842"/>
              <a:gd name="connsiteX4" fmla="*/ 2593674 w 5660724"/>
              <a:gd name="connsiteY4" fmla="*/ 4535793 h 4544842"/>
              <a:gd name="connsiteX5" fmla="*/ 0 w 5660724"/>
              <a:gd name="connsiteY5" fmla="*/ 4544842 h 4544842"/>
              <a:gd name="connsiteX6" fmla="*/ 0 w 5660724"/>
              <a:gd name="connsiteY6" fmla="*/ 0 h 4544842"/>
              <a:gd name="connsiteX0" fmla="*/ 0 w 5672631"/>
              <a:gd name="connsiteY0" fmla="*/ 0 h 4544842"/>
              <a:gd name="connsiteX1" fmla="*/ 5660724 w 5672631"/>
              <a:gd name="connsiteY1" fmla="*/ 0 h 4544842"/>
              <a:gd name="connsiteX2" fmla="*/ 5672631 w 5672631"/>
              <a:gd name="connsiteY2" fmla="*/ 4054305 h 4544842"/>
              <a:gd name="connsiteX3" fmla="*/ 2874185 w 5672631"/>
              <a:gd name="connsiteY3" fmla="*/ 4114311 h 4544842"/>
              <a:gd name="connsiteX4" fmla="*/ 2593674 w 5672631"/>
              <a:gd name="connsiteY4" fmla="*/ 4535793 h 4544842"/>
              <a:gd name="connsiteX5" fmla="*/ 0 w 5672631"/>
              <a:gd name="connsiteY5" fmla="*/ 4544842 h 4544842"/>
              <a:gd name="connsiteX6" fmla="*/ 0 w 5672631"/>
              <a:gd name="connsiteY6" fmla="*/ 0 h 4544842"/>
              <a:gd name="connsiteX0" fmla="*/ 0 w 5660724"/>
              <a:gd name="connsiteY0" fmla="*/ 0 h 4544842"/>
              <a:gd name="connsiteX1" fmla="*/ 5660724 w 5660724"/>
              <a:gd name="connsiteY1" fmla="*/ 0 h 4544842"/>
              <a:gd name="connsiteX2" fmla="*/ 5655963 w 5660724"/>
              <a:gd name="connsiteY2" fmla="*/ 4120980 h 4544842"/>
              <a:gd name="connsiteX3" fmla="*/ 2874185 w 5660724"/>
              <a:gd name="connsiteY3" fmla="*/ 4114311 h 4544842"/>
              <a:gd name="connsiteX4" fmla="*/ 2593674 w 5660724"/>
              <a:gd name="connsiteY4" fmla="*/ 4535793 h 4544842"/>
              <a:gd name="connsiteX5" fmla="*/ 0 w 5660724"/>
              <a:gd name="connsiteY5" fmla="*/ 4544842 h 4544842"/>
              <a:gd name="connsiteX6" fmla="*/ 0 w 5660724"/>
              <a:gd name="connsiteY6" fmla="*/ 0 h 4544842"/>
              <a:gd name="connsiteX0" fmla="*/ 0 w 5660724"/>
              <a:gd name="connsiteY0" fmla="*/ 0 h 4544842"/>
              <a:gd name="connsiteX1" fmla="*/ 5660724 w 5660724"/>
              <a:gd name="connsiteY1" fmla="*/ 0 h 4544842"/>
              <a:gd name="connsiteX2" fmla="*/ 5655963 w 5660724"/>
              <a:gd name="connsiteY2" fmla="*/ 4120980 h 4544842"/>
              <a:gd name="connsiteX3" fmla="*/ 2874185 w 5660724"/>
              <a:gd name="connsiteY3" fmla="*/ 4121455 h 4544842"/>
              <a:gd name="connsiteX4" fmla="*/ 2593674 w 5660724"/>
              <a:gd name="connsiteY4" fmla="*/ 4535793 h 4544842"/>
              <a:gd name="connsiteX5" fmla="*/ 0 w 5660724"/>
              <a:gd name="connsiteY5" fmla="*/ 4544842 h 4544842"/>
              <a:gd name="connsiteX6" fmla="*/ 0 w 5660724"/>
              <a:gd name="connsiteY6" fmla="*/ 0 h 4544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660724" h="4544842">
                <a:moveTo>
                  <a:pt x="0" y="0"/>
                </a:moveTo>
                <a:lnTo>
                  <a:pt x="5660724" y="0"/>
                </a:lnTo>
                <a:lnTo>
                  <a:pt x="5655963" y="4120980"/>
                </a:lnTo>
                <a:lnTo>
                  <a:pt x="2874185" y="4121455"/>
                </a:lnTo>
                <a:lnTo>
                  <a:pt x="2593674" y="4535793"/>
                </a:lnTo>
                <a:lnTo>
                  <a:pt x="0" y="4544842"/>
                </a:lnTo>
                <a:lnTo>
                  <a:pt x="0" y="0"/>
                </a:lnTo>
                <a:close/>
              </a:path>
            </a:pathLst>
          </a:custGeom>
          <a:solidFill>
            <a:schemeClr val="bg2"/>
          </a:solidFill>
        </p:spPr>
        <p:txBody>
          <a:bodyPr tIns="1280160"/>
          <a:lstStyle>
            <a:lvl1pPr algn="ctr">
              <a:defRPr b="0" i="0"/>
            </a:lvl1pPr>
          </a:lstStyle>
          <a:p>
            <a:r>
              <a:rPr lang="en-US"/>
              <a:t>Click icon to add picture—do</a:t>
            </a:r>
            <a:r>
              <a:rPr lang="en-US" sz="1500" kern="100">
                <a:effectLst/>
                <a:latin typeface="Arial" panose="020B0604020202020204" pitchFamily="34" charset="0"/>
                <a:ea typeface="Aptos" panose="020B0004020202020204" pitchFamily="34" charset="0"/>
                <a:cs typeface="Times New Roman" panose="02020603050405020304" pitchFamily="18" charset="0"/>
              </a:rPr>
              <a:t> </a:t>
            </a:r>
            <a:r>
              <a:rPr lang="en-US"/>
              <a:t>not</a:t>
            </a:r>
            <a:r>
              <a:rPr lang="en-US" sz="1500" kern="100">
                <a:effectLst/>
                <a:latin typeface="Arial" panose="020B0604020202020204" pitchFamily="34" charset="0"/>
                <a:ea typeface="Aptos" panose="020B0004020202020204" pitchFamily="34" charset="0"/>
                <a:cs typeface="Times New Roman" panose="02020603050405020304" pitchFamily="18" charset="0"/>
              </a:rPr>
              <a:t> </a:t>
            </a:r>
            <a:r>
              <a:rPr lang="en-US"/>
              <a:t>scale</a:t>
            </a:r>
            <a:r>
              <a:rPr lang="en-US" sz="1500" kern="100">
                <a:effectLst/>
                <a:latin typeface="Arial" panose="020B0604020202020204" pitchFamily="34" charset="0"/>
                <a:ea typeface="Aptos" panose="020B0004020202020204" pitchFamily="34" charset="0"/>
                <a:cs typeface="Times New Roman" panose="02020603050405020304" pitchFamily="18" charset="0"/>
              </a:rPr>
              <a:t> </a:t>
            </a:r>
            <a:r>
              <a:rPr lang="en-US"/>
              <a:t>or</a:t>
            </a:r>
            <a:r>
              <a:rPr lang="en-US" sz="1500" kern="100">
                <a:effectLst/>
                <a:latin typeface="Arial" panose="020B0604020202020204" pitchFamily="34" charset="0"/>
                <a:ea typeface="Aptos" panose="020B0004020202020204" pitchFamily="34" charset="0"/>
                <a:cs typeface="Times New Roman" panose="02020603050405020304" pitchFamily="18" charset="0"/>
              </a:rPr>
              <a:t> </a:t>
            </a:r>
            <a:r>
              <a:rPr lang="en-US"/>
              <a:t>stretch</a:t>
            </a:r>
            <a:r>
              <a:rPr lang="en-US" sz="1500" kern="100">
                <a:effectLst/>
                <a:latin typeface="Arial" panose="020B0604020202020204" pitchFamily="34" charset="0"/>
                <a:ea typeface="Aptos" panose="020B0004020202020204" pitchFamily="34" charset="0"/>
                <a:cs typeface="Times New Roman" panose="02020603050405020304" pitchFamily="18" charset="0"/>
              </a:rPr>
              <a:t> </a:t>
            </a:r>
            <a:r>
              <a:rPr lang="en-US"/>
              <a:t>this</a:t>
            </a:r>
            <a:r>
              <a:rPr lang="en-US" sz="1500" kern="100">
                <a:effectLst/>
                <a:latin typeface="Arial" panose="020B0604020202020204" pitchFamily="34" charset="0"/>
                <a:ea typeface="Aptos" panose="020B0004020202020204" pitchFamily="34" charset="0"/>
                <a:cs typeface="Times New Roman" panose="02020603050405020304" pitchFamily="18" charset="0"/>
              </a:rPr>
              <a:t> </a:t>
            </a:r>
            <a:r>
              <a:rPr lang="en-US"/>
              <a:t>photo</a:t>
            </a:r>
            <a:r>
              <a:rPr lang="en-US" sz="1500" kern="100">
                <a:effectLst/>
                <a:latin typeface="Arial" panose="020B0604020202020204" pitchFamily="34" charset="0"/>
                <a:ea typeface="Aptos" panose="020B0004020202020204" pitchFamily="34" charset="0"/>
                <a:cs typeface="Times New Roman" panose="02020603050405020304" pitchFamily="18" charset="0"/>
              </a:rPr>
              <a:t> </a:t>
            </a:r>
            <a:r>
              <a:rPr lang="en-US"/>
              <a:t>placeholder</a:t>
            </a:r>
          </a:p>
        </p:txBody>
      </p:sp>
      <p:sp>
        <p:nvSpPr>
          <p:cNvPr id="7" name="Footer Placeholder 4">
            <a:extLst>
              <a:ext uri="{FF2B5EF4-FFF2-40B4-BE49-F238E27FC236}">
                <a16:creationId xmlns:a16="http://schemas.microsoft.com/office/drawing/2014/main" id="{AE32291E-24B4-2FB8-4B35-A439686DB956}"/>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PwC Risk Management</a:t>
            </a:r>
          </a:p>
        </p:txBody>
      </p:sp>
      <p:sp>
        <p:nvSpPr>
          <p:cNvPr id="8" name="Slide Number Placeholder 13">
            <a:extLst>
              <a:ext uri="{FF2B5EF4-FFF2-40B4-BE49-F238E27FC236}">
                <a16:creationId xmlns:a16="http://schemas.microsoft.com/office/drawing/2014/main" id="{61A378F0-4CD0-C4E0-D2F7-5959B577E15B}"/>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
        <p:nvSpPr>
          <p:cNvPr id="5" name="Title 4">
            <a:extLst>
              <a:ext uri="{FF2B5EF4-FFF2-40B4-BE49-F238E27FC236}">
                <a16:creationId xmlns:a16="http://schemas.microsoft.com/office/drawing/2014/main" id="{E699EA49-CF74-B4B1-CAD6-2FBB359481F1}"/>
              </a:ext>
            </a:extLst>
          </p:cNvPr>
          <p:cNvSpPr>
            <a:spLocks noGrp="1"/>
          </p:cNvSpPr>
          <p:nvPr>
            <p:ph type="title"/>
          </p:nvPr>
        </p:nvSpPr>
        <p:spPr/>
        <p:txBody>
          <a:bodyPr/>
          <a:lstStyle/>
          <a:p>
            <a:r>
              <a:rPr lang="en-GB"/>
              <a:t>Click to edit Master title style</a:t>
            </a:r>
          </a:p>
        </p:txBody>
      </p:sp>
      <p:sp>
        <p:nvSpPr>
          <p:cNvPr id="10" name="Content Placeholder 9">
            <a:extLst>
              <a:ext uri="{FF2B5EF4-FFF2-40B4-BE49-F238E27FC236}">
                <a16:creationId xmlns:a16="http://schemas.microsoft.com/office/drawing/2014/main" id="{B7B4FAA2-D0C5-1913-E221-773BCC5D5988}"/>
              </a:ext>
            </a:extLst>
          </p:cNvPr>
          <p:cNvSpPr>
            <a:spLocks noGrp="1"/>
          </p:cNvSpPr>
          <p:nvPr>
            <p:ph sz="quarter" idx="12" hasCustomPrompt="1"/>
          </p:nvPr>
        </p:nvSpPr>
        <p:spPr>
          <a:xfrm>
            <a:off x="1367422" y="1951622"/>
            <a:ext cx="3724275" cy="911225"/>
          </a:xfrm>
        </p:spPr>
        <p:txBody>
          <a:bodyPr/>
          <a:lstStyle/>
          <a:p>
            <a:pPr lvl="1"/>
            <a:r>
              <a:rPr lang="en-GB"/>
              <a:t>Second level</a:t>
            </a:r>
          </a:p>
        </p:txBody>
      </p:sp>
      <p:sp>
        <p:nvSpPr>
          <p:cNvPr id="11" name="Content Placeholder 9">
            <a:extLst>
              <a:ext uri="{FF2B5EF4-FFF2-40B4-BE49-F238E27FC236}">
                <a16:creationId xmlns:a16="http://schemas.microsoft.com/office/drawing/2014/main" id="{69E61648-D7E6-D102-1532-10800AE08E41}"/>
              </a:ext>
            </a:extLst>
          </p:cNvPr>
          <p:cNvSpPr>
            <a:spLocks noGrp="1"/>
          </p:cNvSpPr>
          <p:nvPr>
            <p:ph sz="quarter" idx="13" hasCustomPrompt="1"/>
          </p:nvPr>
        </p:nvSpPr>
        <p:spPr>
          <a:xfrm>
            <a:off x="1367422" y="3491664"/>
            <a:ext cx="3724275" cy="911225"/>
          </a:xfrm>
        </p:spPr>
        <p:txBody>
          <a:bodyPr/>
          <a:lstStyle/>
          <a:p>
            <a:pPr lvl="1"/>
            <a:r>
              <a:rPr lang="en-GB"/>
              <a:t>Second level</a:t>
            </a:r>
          </a:p>
        </p:txBody>
      </p:sp>
      <p:sp>
        <p:nvSpPr>
          <p:cNvPr id="12" name="Content Placeholder 9">
            <a:extLst>
              <a:ext uri="{FF2B5EF4-FFF2-40B4-BE49-F238E27FC236}">
                <a16:creationId xmlns:a16="http://schemas.microsoft.com/office/drawing/2014/main" id="{32D0465B-7336-B018-ABEE-948C17B03C67}"/>
              </a:ext>
            </a:extLst>
          </p:cNvPr>
          <p:cNvSpPr>
            <a:spLocks noGrp="1"/>
          </p:cNvSpPr>
          <p:nvPr>
            <p:ph sz="quarter" idx="14" hasCustomPrompt="1"/>
          </p:nvPr>
        </p:nvSpPr>
        <p:spPr>
          <a:xfrm>
            <a:off x="1367422" y="5037054"/>
            <a:ext cx="3724275" cy="911225"/>
          </a:xfrm>
        </p:spPr>
        <p:txBody>
          <a:bodyPr/>
          <a:lstStyle/>
          <a:p>
            <a:pPr lvl="1"/>
            <a:r>
              <a:rPr lang="en-GB"/>
              <a:t>Second level</a:t>
            </a:r>
          </a:p>
        </p:txBody>
      </p:sp>
      <p:sp>
        <p:nvSpPr>
          <p:cNvPr id="14" name="Content Placeholder 13">
            <a:extLst>
              <a:ext uri="{FF2B5EF4-FFF2-40B4-BE49-F238E27FC236}">
                <a16:creationId xmlns:a16="http://schemas.microsoft.com/office/drawing/2014/main" id="{CFE6EDAC-F619-CB98-5768-DC055C38CB07}"/>
              </a:ext>
            </a:extLst>
          </p:cNvPr>
          <p:cNvSpPr>
            <a:spLocks noGrp="1"/>
          </p:cNvSpPr>
          <p:nvPr>
            <p:ph sz="quarter" idx="15" hasCustomPrompt="1"/>
          </p:nvPr>
        </p:nvSpPr>
        <p:spPr>
          <a:xfrm>
            <a:off x="405397" y="1809037"/>
            <a:ext cx="847725" cy="906462"/>
          </a:xfrm>
        </p:spPr>
        <p:txBody>
          <a:bodyPr/>
          <a:lstStyle>
            <a:lvl1pPr>
              <a:defRPr sz="6000">
                <a:solidFill>
                  <a:schemeClr val="accent1"/>
                </a:solidFill>
              </a:defRPr>
            </a:lvl1pPr>
          </a:lstStyle>
          <a:p>
            <a:pPr lvl="0"/>
            <a:r>
              <a:rPr lang="en-GB"/>
              <a:t>1</a:t>
            </a:r>
          </a:p>
        </p:txBody>
      </p:sp>
      <p:sp>
        <p:nvSpPr>
          <p:cNvPr id="15" name="Content Placeholder 13">
            <a:extLst>
              <a:ext uri="{FF2B5EF4-FFF2-40B4-BE49-F238E27FC236}">
                <a16:creationId xmlns:a16="http://schemas.microsoft.com/office/drawing/2014/main" id="{4D8557C8-B813-6381-48D8-0C1EE9180ED9}"/>
              </a:ext>
            </a:extLst>
          </p:cNvPr>
          <p:cNvSpPr>
            <a:spLocks noGrp="1"/>
          </p:cNvSpPr>
          <p:nvPr>
            <p:ph sz="quarter" idx="16" hasCustomPrompt="1"/>
          </p:nvPr>
        </p:nvSpPr>
        <p:spPr>
          <a:xfrm>
            <a:off x="405397" y="3342980"/>
            <a:ext cx="847725" cy="906462"/>
          </a:xfrm>
        </p:spPr>
        <p:txBody>
          <a:bodyPr/>
          <a:lstStyle>
            <a:lvl1pPr>
              <a:defRPr sz="6000">
                <a:solidFill>
                  <a:schemeClr val="accent1"/>
                </a:solidFill>
              </a:defRPr>
            </a:lvl1pPr>
          </a:lstStyle>
          <a:p>
            <a:pPr lvl="0"/>
            <a:r>
              <a:rPr lang="en-GB"/>
              <a:t>2</a:t>
            </a:r>
          </a:p>
        </p:txBody>
      </p:sp>
      <p:sp>
        <p:nvSpPr>
          <p:cNvPr id="16" name="Content Placeholder 13">
            <a:extLst>
              <a:ext uri="{FF2B5EF4-FFF2-40B4-BE49-F238E27FC236}">
                <a16:creationId xmlns:a16="http://schemas.microsoft.com/office/drawing/2014/main" id="{6A64B53A-B733-85D4-4F0A-33BB13C27145}"/>
              </a:ext>
            </a:extLst>
          </p:cNvPr>
          <p:cNvSpPr>
            <a:spLocks noGrp="1"/>
          </p:cNvSpPr>
          <p:nvPr>
            <p:ph sz="quarter" idx="17" hasCustomPrompt="1"/>
          </p:nvPr>
        </p:nvSpPr>
        <p:spPr>
          <a:xfrm>
            <a:off x="405397" y="4895249"/>
            <a:ext cx="847725" cy="906462"/>
          </a:xfrm>
        </p:spPr>
        <p:txBody>
          <a:bodyPr/>
          <a:lstStyle>
            <a:lvl1pPr>
              <a:defRPr sz="6000">
                <a:solidFill>
                  <a:schemeClr val="accent1"/>
                </a:solidFill>
              </a:defRPr>
            </a:lvl1pPr>
          </a:lstStyle>
          <a:p>
            <a:pPr lvl="0"/>
            <a:r>
              <a:rPr lang="en-GB"/>
              <a:t>3</a:t>
            </a:r>
          </a:p>
        </p:txBody>
      </p:sp>
      <p:cxnSp>
        <p:nvCxnSpPr>
          <p:cNvPr id="18" name="Straight Connector 17">
            <a:extLst>
              <a:ext uri="{FF2B5EF4-FFF2-40B4-BE49-F238E27FC236}">
                <a16:creationId xmlns:a16="http://schemas.microsoft.com/office/drawing/2014/main" id="{64E8E57D-8D36-5D02-90C4-827C8D3876BE}"/>
              </a:ext>
            </a:extLst>
          </p:cNvPr>
          <p:cNvCxnSpPr/>
          <p:nvPr userDrawn="1"/>
        </p:nvCxnSpPr>
        <p:spPr>
          <a:xfrm>
            <a:off x="400050" y="3090779"/>
            <a:ext cx="4686300" cy="0"/>
          </a:xfrm>
          <a:prstGeom prst="line">
            <a:avLst/>
          </a:prstGeom>
          <a:ln w="6350">
            <a:solidFill>
              <a:schemeClr val="accent1"/>
            </a:solidFill>
          </a:ln>
        </p:spPr>
        <p:style>
          <a:lnRef idx="2">
            <a:schemeClr val="accent1"/>
          </a:lnRef>
          <a:fillRef idx="0">
            <a:schemeClr val="accent1"/>
          </a:fillRef>
          <a:effectRef idx="1">
            <a:schemeClr val="accent1"/>
          </a:effectRef>
          <a:fontRef idx="minor">
            <a:schemeClr val="tx1"/>
          </a:fontRef>
        </p:style>
      </p:cxnSp>
      <p:cxnSp>
        <p:nvCxnSpPr>
          <p:cNvPr id="19" name="Straight Connector 18">
            <a:extLst>
              <a:ext uri="{FF2B5EF4-FFF2-40B4-BE49-F238E27FC236}">
                <a16:creationId xmlns:a16="http://schemas.microsoft.com/office/drawing/2014/main" id="{FE8E70ED-3B73-51DD-090D-E377724AE290}"/>
              </a:ext>
            </a:extLst>
          </p:cNvPr>
          <p:cNvCxnSpPr/>
          <p:nvPr userDrawn="1"/>
        </p:nvCxnSpPr>
        <p:spPr>
          <a:xfrm>
            <a:off x="400050" y="4652211"/>
            <a:ext cx="4686300" cy="0"/>
          </a:xfrm>
          <a:prstGeom prst="line">
            <a:avLst/>
          </a:prstGeom>
          <a:ln w="6350">
            <a:solidFill>
              <a:schemeClr val="accent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391455860"/>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Four Row_image">
    <p:bg>
      <p:bgPr>
        <a:solidFill>
          <a:schemeClr val="bg1"/>
        </a:solidFill>
        <a:effectLst/>
      </p:bgPr>
    </p:bg>
    <p:spTree>
      <p:nvGrpSpPr>
        <p:cNvPr id="1" name=""/>
        <p:cNvGrpSpPr/>
        <p:nvPr/>
      </p:nvGrpSpPr>
      <p:grpSpPr>
        <a:xfrm>
          <a:off x="0" y="0"/>
          <a:ext cx="0" cy="0"/>
          <a:chOff x="0" y="0"/>
          <a:chExt cx="0" cy="0"/>
        </a:xfrm>
      </p:grpSpPr>
      <p:sp>
        <p:nvSpPr>
          <p:cNvPr id="9" name="Picture Placeholder 14">
            <a:extLst>
              <a:ext uri="{FF2B5EF4-FFF2-40B4-BE49-F238E27FC236}">
                <a16:creationId xmlns:a16="http://schemas.microsoft.com/office/drawing/2014/main" id="{60655EE7-5FC0-8DDF-88F0-21ECCBD7D31D}"/>
              </a:ext>
              <a:ext uri="{C183D7F6-B498-43B3-948B-1728B52AA6E4}">
                <adec:decorative xmlns:adec="http://schemas.microsoft.com/office/drawing/2017/decorative" val="1"/>
              </a:ext>
            </a:extLst>
          </p:cNvPr>
          <p:cNvSpPr>
            <a:spLocks noGrp="1"/>
          </p:cNvSpPr>
          <p:nvPr>
            <p:ph type="pic" sz="quarter" idx="11" hasCustomPrompt="1"/>
          </p:nvPr>
        </p:nvSpPr>
        <p:spPr>
          <a:xfrm>
            <a:off x="6168608" y="1951622"/>
            <a:ext cx="5632867" cy="4513264"/>
          </a:xfrm>
          <a:custGeom>
            <a:avLst/>
            <a:gdLst>
              <a:gd name="connsiteX0" fmla="*/ 0 w 5660724"/>
              <a:gd name="connsiteY0" fmla="*/ 0 h 4544842"/>
              <a:gd name="connsiteX1" fmla="*/ 5660724 w 5660724"/>
              <a:gd name="connsiteY1" fmla="*/ 0 h 4544842"/>
              <a:gd name="connsiteX2" fmla="*/ 5660724 w 5660724"/>
              <a:gd name="connsiteY2" fmla="*/ 4544842 h 4544842"/>
              <a:gd name="connsiteX3" fmla="*/ 0 w 5660724"/>
              <a:gd name="connsiteY3" fmla="*/ 4544842 h 4544842"/>
              <a:gd name="connsiteX4" fmla="*/ 0 w 5660724"/>
              <a:gd name="connsiteY4" fmla="*/ 0 h 4544842"/>
              <a:gd name="connsiteX0" fmla="*/ 0 w 5660724"/>
              <a:gd name="connsiteY0" fmla="*/ 0 h 4544842"/>
              <a:gd name="connsiteX1" fmla="*/ 5660724 w 5660724"/>
              <a:gd name="connsiteY1" fmla="*/ 0 h 4544842"/>
              <a:gd name="connsiteX2" fmla="*/ 5660724 w 5660724"/>
              <a:gd name="connsiteY2" fmla="*/ 4544842 h 4544842"/>
              <a:gd name="connsiteX3" fmla="*/ 2056464 w 5660724"/>
              <a:gd name="connsiteY3" fmla="*/ 4536269 h 4544842"/>
              <a:gd name="connsiteX4" fmla="*/ 0 w 5660724"/>
              <a:gd name="connsiteY4" fmla="*/ 4544842 h 4544842"/>
              <a:gd name="connsiteX5" fmla="*/ 0 w 5660724"/>
              <a:gd name="connsiteY5" fmla="*/ 0 h 4544842"/>
              <a:gd name="connsiteX0" fmla="*/ 0 w 5660724"/>
              <a:gd name="connsiteY0" fmla="*/ 0 h 4544842"/>
              <a:gd name="connsiteX1" fmla="*/ 5660724 w 5660724"/>
              <a:gd name="connsiteY1" fmla="*/ 0 h 4544842"/>
              <a:gd name="connsiteX2" fmla="*/ 5660724 w 5660724"/>
              <a:gd name="connsiteY2" fmla="*/ 4544842 h 4544842"/>
              <a:gd name="connsiteX3" fmla="*/ 2643204 w 5660724"/>
              <a:gd name="connsiteY3" fmla="*/ 4521029 h 4544842"/>
              <a:gd name="connsiteX4" fmla="*/ 2056464 w 5660724"/>
              <a:gd name="connsiteY4" fmla="*/ 4536269 h 4544842"/>
              <a:gd name="connsiteX5" fmla="*/ 0 w 5660724"/>
              <a:gd name="connsiteY5" fmla="*/ 4544842 h 4544842"/>
              <a:gd name="connsiteX6" fmla="*/ 0 w 5660724"/>
              <a:gd name="connsiteY6" fmla="*/ 0 h 4544842"/>
              <a:gd name="connsiteX0" fmla="*/ 0 w 5660724"/>
              <a:gd name="connsiteY0" fmla="*/ 0 h 4544842"/>
              <a:gd name="connsiteX1" fmla="*/ 5660724 w 5660724"/>
              <a:gd name="connsiteY1" fmla="*/ 0 h 4544842"/>
              <a:gd name="connsiteX2" fmla="*/ 5660724 w 5660724"/>
              <a:gd name="connsiteY2" fmla="*/ 4544842 h 4544842"/>
              <a:gd name="connsiteX3" fmla="*/ 2231724 w 5660724"/>
              <a:gd name="connsiteY3" fmla="*/ 4071449 h 4544842"/>
              <a:gd name="connsiteX4" fmla="*/ 2056464 w 5660724"/>
              <a:gd name="connsiteY4" fmla="*/ 4536269 h 4544842"/>
              <a:gd name="connsiteX5" fmla="*/ 0 w 5660724"/>
              <a:gd name="connsiteY5" fmla="*/ 4544842 h 4544842"/>
              <a:gd name="connsiteX6" fmla="*/ 0 w 5660724"/>
              <a:gd name="connsiteY6" fmla="*/ 0 h 4544842"/>
              <a:gd name="connsiteX0" fmla="*/ 0 w 5660724"/>
              <a:gd name="connsiteY0" fmla="*/ 0 h 4544842"/>
              <a:gd name="connsiteX1" fmla="*/ 5660724 w 5660724"/>
              <a:gd name="connsiteY1" fmla="*/ 0 h 4544842"/>
              <a:gd name="connsiteX2" fmla="*/ 5660724 w 5660724"/>
              <a:gd name="connsiteY2" fmla="*/ 4544842 h 4544842"/>
              <a:gd name="connsiteX3" fmla="*/ 2925144 w 5660724"/>
              <a:gd name="connsiteY3" fmla="*/ 3781889 h 4544842"/>
              <a:gd name="connsiteX4" fmla="*/ 2056464 w 5660724"/>
              <a:gd name="connsiteY4" fmla="*/ 4536269 h 4544842"/>
              <a:gd name="connsiteX5" fmla="*/ 0 w 5660724"/>
              <a:gd name="connsiteY5" fmla="*/ 4544842 h 4544842"/>
              <a:gd name="connsiteX6" fmla="*/ 0 w 5660724"/>
              <a:gd name="connsiteY6" fmla="*/ 0 h 4544842"/>
              <a:gd name="connsiteX0" fmla="*/ 0 w 5660724"/>
              <a:gd name="connsiteY0" fmla="*/ 0 h 4544842"/>
              <a:gd name="connsiteX1" fmla="*/ 5660724 w 5660724"/>
              <a:gd name="connsiteY1" fmla="*/ 0 h 4544842"/>
              <a:gd name="connsiteX2" fmla="*/ 5660724 w 5660724"/>
              <a:gd name="connsiteY2" fmla="*/ 4544842 h 4544842"/>
              <a:gd name="connsiteX3" fmla="*/ 2909904 w 5660724"/>
              <a:gd name="connsiteY3" fmla="*/ 4109549 h 4544842"/>
              <a:gd name="connsiteX4" fmla="*/ 2056464 w 5660724"/>
              <a:gd name="connsiteY4" fmla="*/ 4536269 h 4544842"/>
              <a:gd name="connsiteX5" fmla="*/ 0 w 5660724"/>
              <a:gd name="connsiteY5" fmla="*/ 4544842 h 4544842"/>
              <a:gd name="connsiteX6" fmla="*/ 0 w 5660724"/>
              <a:gd name="connsiteY6" fmla="*/ 0 h 4544842"/>
              <a:gd name="connsiteX0" fmla="*/ 0 w 5660724"/>
              <a:gd name="connsiteY0" fmla="*/ 0 h 4544842"/>
              <a:gd name="connsiteX1" fmla="*/ 5660724 w 5660724"/>
              <a:gd name="connsiteY1" fmla="*/ 0 h 4544842"/>
              <a:gd name="connsiteX2" fmla="*/ 5660724 w 5660724"/>
              <a:gd name="connsiteY2" fmla="*/ 4544842 h 4544842"/>
              <a:gd name="connsiteX3" fmla="*/ 2909904 w 5660724"/>
              <a:gd name="connsiteY3" fmla="*/ 4109549 h 4544842"/>
              <a:gd name="connsiteX4" fmla="*/ 2612724 w 5660724"/>
              <a:gd name="connsiteY4" fmla="*/ 4528649 h 4544842"/>
              <a:gd name="connsiteX5" fmla="*/ 0 w 5660724"/>
              <a:gd name="connsiteY5" fmla="*/ 4544842 h 4544842"/>
              <a:gd name="connsiteX6" fmla="*/ 0 w 5660724"/>
              <a:gd name="connsiteY6" fmla="*/ 0 h 4544842"/>
              <a:gd name="connsiteX0" fmla="*/ 0 w 5660724"/>
              <a:gd name="connsiteY0" fmla="*/ 0 h 4544842"/>
              <a:gd name="connsiteX1" fmla="*/ 5660724 w 5660724"/>
              <a:gd name="connsiteY1" fmla="*/ 0 h 4544842"/>
              <a:gd name="connsiteX2" fmla="*/ 5660724 w 5660724"/>
              <a:gd name="connsiteY2" fmla="*/ 4544842 h 4544842"/>
              <a:gd name="connsiteX3" fmla="*/ 2909904 w 5660724"/>
              <a:gd name="connsiteY3" fmla="*/ 4109549 h 4544842"/>
              <a:gd name="connsiteX4" fmla="*/ 2534143 w 5660724"/>
              <a:gd name="connsiteY4" fmla="*/ 4442924 h 4544842"/>
              <a:gd name="connsiteX5" fmla="*/ 0 w 5660724"/>
              <a:gd name="connsiteY5" fmla="*/ 4544842 h 4544842"/>
              <a:gd name="connsiteX6" fmla="*/ 0 w 5660724"/>
              <a:gd name="connsiteY6" fmla="*/ 0 h 4544842"/>
              <a:gd name="connsiteX0" fmla="*/ 0 w 5660724"/>
              <a:gd name="connsiteY0" fmla="*/ 0 h 4544842"/>
              <a:gd name="connsiteX1" fmla="*/ 5660724 w 5660724"/>
              <a:gd name="connsiteY1" fmla="*/ 0 h 4544842"/>
              <a:gd name="connsiteX2" fmla="*/ 5660724 w 5660724"/>
              <a:gd name="connsiteY2" fmla="*/ 4544842 h 4544842"/>
              <a:gd name="connsiteX3" fmla="*/ 2909904 w 5660724"/>
              <a:gd name="connsiteY3" fmla="*/ 4109549 h 4544842"/>
              <a:gd name="connsiteX4" fmla="*/ 2593674 w 5660724"/>
              <a:gd name="connsiteY4" fmla="*/ 4535793 h 4544842"/>
              <a:gd name="connsiteX5" fmla="*/ 0 w 5660724"/>
              <a:gd name="connsiteY5" fmla="*/ 4544842 h 4544842"/>
              <a:gd name="connsiteX6" fmla="*/ 0 w 5660724"/>
              <a:gd name="connsiteY6" fmla="*/ 0 h 4544842"/>
              <a:gd name="connsiteX0" fmla="*/ 0 w 5660724"/>
              <a:gd name="connsiteY0" fmla="*/ 0 h 4544842"/>
              <a:gd name="connsiteX1" fmla="*/ 5660724 w 5660724"/>
              <a:gd name="connsiteY1" fmla="*/ 0 h 4544842"/>
              <a:gd name="connsiteX2" fmla="*/ 5660724 w 5660724"/>
              <a:gd name="connsiteY2" fmla="*/ 4544842 h 4544842"/>
              <a:gd name="connsiteX3" fmla="*/ 2771791 w 5660724"/>
              <a:gd name="connsiteY3" fmla="*/ 3971436 h 4544842"/>
              <a:gd name="connsiteX4" fmla="*/ 2593674 w 5660724"/>
              <a:gd name="connsiteY4" fmla="*/ 4535793 h 4544842"/>
              <a:gd name="connsiteX5" fmla="*/ 0 w 5660724"/>
              <a:gd name="connsiteY5" fmla="*/ 4544842 h 4544842"/>
              <a:gd name="connsiteX6" fmla="*/ 0 w 5660724"/>
              <a:gd name="connsiteY6" fmla="*/ 0 h 4544842"/>
              <a:gd name="connsiteX0" fmla="*/ 0 w 5660724"/>
              <a:gd name="connsiteY0" fmla="*/ 0 h 4544842"/>
              <a:gd name="connsiteX1" fmla="*/ 5660724 w 5660724"/>
              <a:gd name="connsiteY1" fmla="*/ 0 h 4544842"/>
              <a:gd name="connsiteX2" fmla="*/ 5660724 w 5660724"/>
              <a:gd name="connsiteY2" fmla="*/ 4544842 h 4544842"/>
              <a:gd name="connsiteX3" fmla="*/ 2874185 w 5660724"/>
              <a:gd name="connsiteY3" fmla="*/ 4114311 h 4544842"/>
              <a:gd name="connsiteX4" fmla="*/ 2593674 w 5660724"/>
              <a:gd name="connsiteY4" fmla="*/ 4535793 h 4544842"/>
              <a:gd name="connsiteX5" fmla="*/ 0 w 5660724"/>
              <a:gd name="connsiteY5" fmla="*/ 4544842 h 4544842"/>
              <a:gd name="connsiteX6" fmla="*/ 0 w 5660724"/>
              <a:gd name="connsiteY6" fmla="*/ 0 h 4544842"/>
              <a:gd name="connsiteX0" fmla="*/ 0 w 5660724"/>
              <a:gd name="connsiteY0" fmla="*/ 0 h 4544842"/>
              <a:gd name="connsiteX1" fmla="*/ 5660724 w 5660724"/>
              <a:gd name="connsiteY1" fmla="*/ 0 h 4544842"/>
              <a:gd name="connsiteX2" fmla="*/ 5660724 w 5660724"/>
              <a:gd name="connsiteY2" fmla="*/ 4113836 h 4544842"/>
              <a:gd name="connsiteX3" fmla="*/ 2874185 w 5660724"/>
              <a:gd name="connsiteY3" fmla="*/ 4114311 h 4544842"/>
              <a:gd name="connsiteX4" fmla="*/ 2593674 w 5660724"/>
              <a:gd name="connsiteY4" fmla="*/ 4535793 h 4544842"/>
              <a:gd name="connsiteX5" fmla="*/ 0 w 5660724"/>
              <a:gd name="connsiteY5" fmla="*/ 4544842 h 4544842"/>
              <a:gd name="connsiteX6" fmla="*/ 0 w 5660724"/>
              <a:gd name="connsiteY6" fmla="*/ 0 h 4544842"/>
              <a:gd name="connsiteX0" fmla="*/ 0 w 5672631"/>
              <a:gd name="connsiteY0" fmla="*/ 0 h 4544842"/>
              <a:gd name="connsiteX1" fmla="*/ 5660724 w 5672631"/>
              <a:gd name="connsiteY1" fmla="*/ 0 h 4544842"/>
              <a:gd name="connsiteX2" fmla="*/ 5672631 w 5672631"/>
              <a:gd name="connsiteY2" fmla="*/ 4054305 h 4544842"/>
              <a:gd name="connsiteX3" fmla="*/ 2874185 w 5672631"/>
              <a:gd name="connsiteY3" fmla="*/ 4114311 h 4544842"/>
              <a:gd name="connsiteX4" fmla="*/ 2593674 w 5672631"/>
              <a:gd name="connsiteY4" fmla="*/ 4535793 h 4544842"/>
              <a:gd name="connsiteX5" fmla="*/ 0 w 5672631"/>
              <a:gd name="connsiteY5" fmla="*/ 4544842 h 4544842"/>
              <a:gd name="connsiteX6" fmla="*/ 0 w 5672631"/>
              <a:gd name="connsiteY6" fmla="*/ 0 h 4544842"/>
              <a:gd name="connsiteX0" fmla="*/ 0 w 5660724"/>
              <a:gd name="connsiteY0" fmla="*/ 0 h 4544842"/>
              <a:gd name="connsiteX1" fmla="*/ 5660724 w 5660724"/>
              <a:gd name="connsiteY1" fmla="*/ 0 h 4544842"/>
              <a:gd name="connsiteX2" fmla="*/ 5655963 w 5660724"/>
              <a:gd name="connsiteY2" fmla="*/ 4120980 h 4544842"/>
              <a:gd name="connsiteX3" fmla="*/ 2874185 w 5660724"/>
              <a:gd name="connsiteY3" fmla="*/ 4114311 h 4544842"/>
              <a:gd name="connsiteX4" fmla="*/ 2593674 w 5660724"/>
              <a:gd name="connsiteY4" fmla="*/ 4535793 h 4544842"/>
              <a:gd name="connsiteX5" fmla="*/ 0 w 5660724"/>
              <a:gd name="connsiteY5" fmla="*/ 4544842 h 4544842"/>
              <a:gd name="connsiteX6" fmla="*/ 0 w 5660724"/>
              <a:gd name="connsiteY6" fmla="*/ 0 h 4544842"/>
              <a:gd name="connsiteX0" fmla="*/ 0 w 5660724"/>
              <a:gd name="connsiteY0" fmla="*/ 0 h 4544842"/>
              <a:gd name="connsiteX1" fmla="*/ 5660724 w 5660724"/>
              <a:gd name="connsiteY1" fmla="*/ 0 h 4544842"/>
              <a:gd name="connsiteX2" fmla="*/ 5655963 w 5660724"/>
              <a:gd name="connsiteY2" fmla="*/ 4120980 h 4544842"/>
              <a:gd name="connsiteX3" fmla="*/ 2874185 w 5660724"/>
              <a:gd name="connsiteY3" fmla="*/ 4121455 h 4544842"/>
              <a:gd name="connsiteX4" fmla="*/ 2593674 w 5660724"/>
              <a:gd name="connsiteY4" fmla="*/ 4535793 h 4544842"/>
              <a:gd name="connsiteX5" fmla="*/ 0 w 5660724"/>
              <a:gd name="connsiteY5" fmla="*/ 4544842 h 4544842"/>
              <a:gd name="connsiteX6" fmla="*/ 0 w 5660724"/>
              <a:gd name="connsiteY6" fmla="*/ 0 h 4544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660724" h="4544842">
                <a:moveTo>
                  <a:pt x="0" y="0"/>
                </a:moveTo>
                <a:lnTo>
                  <a:pt x="5660724" y="0"/>
                </a:lnTo>
                <a:lnTo>
                  <a:pt x="5655963" y="4120980"/>
                </a:lnTo>
                <a:lnTo>
                  <a:pt x="2874185" y="4121455"/>
                </a:lnTo>
                <a:lnTo>
                  <a:pt x="2593674" y="4535793"/>
                </a:lnTo>
                <a:lnTo>
                  <a:pt x="0" y="4544842"/>
                </a:lnTo>
                <a:lnTo>
                  <a:pt x="0" y="0"/>
                </a:lnTo>
                <a:close/>
              </a:path>
            </a:pathLst>
          </a:custGeom>
          <a:solidFill>
            <a:schemeClr val="bg2"/>
          </a:solidFill>
        </p:spPr>
        <p:txBody>
          <a:bodyPr tIns="1280160"/>
          <a:lstStyle>
            <a:lvl1pPr algn="ctr">
              <a:defRPr b="0" i="0"/>
            </a:lvl1pPr>
          </a:lstStyle>
          <a:p>
            <a:r>
              <a:rPr lang="en-US"/>
              <a:t>Click icon to add picture—do</a:t>
            </a:r>
            <a:r>
              <a:rPr lang="en-US" sz="1500" kern="100">
                <a:effectLst/>
                <a:latin typeface="Arial" panose="020B0604020202020204" pitchFamily="34" charset="0"/>
                <a:ea typeface="Aptos" panose="020B0004020202020204" pitchFamily="34" charset="0"/>
                <a:cs typeface="Times New Roman" panose="02020603050405020304" pitchFamily="18" charset="0"/>
              </a:rPr>
              <a:t> </a:t>
            </a:r>
            <a:r>
              <a:rPr lang="en-US"/>
              <a:t>not</a:t>
            </a:r>
            <a:r>
              <a:rPr lang="en-US" sz="1500" kern="100">
                <a:effectLst/>
                <a:latin typeface="Arial" panose="020B0604020202020204" pitchFamily="34" charset="0"/>
                <a:ea typeface="Aptos" panose="020B0004020202020204" pitchFamily="34" charset="0"/>
                <a:cs typeface="Times New Roman" panose="02020603050405020304" pitchFamily="18" charset="0"/>
              </a:rPr>
              <a:t> </a:t>
            </a:r>
            <a:r>
              <a:rPr lang="en-US"/>
              <a:t>scale</a:t>
            </a:r>
            <a:r>
              <a:rPr lang="en-US" sz="1500" kern="100">
                <a:effectLst/>
                <a:latin typeface="Arial" panose="020B0604020202020204" pitchFamily="34" charset="0"/>
                <a:ea typeface="Aptos" panose="020B0004020202020204" pitchFamily="34" charset="0"/>
                <a:cs typeface="Times New Roman" panose="02020603050405020304" pitchFamily="18" charset="0"/>
              </a:rPr>
              <a:t> </a:t>
            </a:r>
            <a:r>
              <a:rPr lang="en-US"/>
              <a:t>or</a:t>
            </a:r>
            <a:r>
              <a:rPr lang="en-US" sz="1500" kern="100">
                <a:effectLst/>
                <a:latin typeface="Arial" panose="020B0604020202020204" pitchFamily="34" charset="0"/>
                <a:ea typeface="Aptos" panose="020B0004020202020204" pitchFamily="34" charset="0"/>
                <a:cs typeface="Times New Roman" panose="02020603050405020304" pitchFamily="18" charset="0"/>
              </a:rPr>
              <a:t> </a:t>
            </a:r>
            <a:r>
              <a:rPr lang="en-US"/>
              <a:t>stretch</a:t>
            </a:r>
            <a:r>
              <a:rPr lang="en-US" sz="1500" kern="100">
                <a:effectLst/>
                <a:latin typeface="Arial" panose="020B0604020202020204" pitchFamily="34" charset="0"/>
                <a:ea typeface="Aptos" panose="020B0004020202020204" pitchFamily="34" charset="0"/>
                <a:cs typeface="Times New Roman" panose="02020603050405020304" pitchFamily="18" charset="0"/>
              </a:rPr>
              <a:t> </a:t>
            </a:r>
            <a:r>
              <a:rPr lang="en-US"/>
              <a:t>this</a:t>
            </a:r>
            <a:r>
              <a:rPr lang="en-US" sz="1500" kern="100">
                <a:effectLst/>
                <a:latin typeface="Arial" panose="020B0604020202020204" pitchFamily="34" charset="0"/>
                <a:ea typeface="Aptos" panose="020B0004020202020204" pitchFamily="34" charset="0"/>
                <a:cs typeface="Times New Roman" panose="02020603050405020304" pitchFamily="18" charset="0"/>
              </a:rPr>
              <a:t> </a:t>
            </a:r>
            <a:r>
              <a:rPr lang="en-US"/>
              <a:t>photo</a:t>
            </a:r>
            <a:r>
              <a:rPr lang="en-US" sz="1500" kern="100">
                <a:effectLst/>
                <a:latin typeface="Arial" panose="020B0604020202020204" pitchFamily="34" charset="0"/>
                <a:ea typeface="Aptos" panose="020B0004020202020204" pitchFamily="34" charset="0"/>
                <a:cs typeface="Times New Roman" panose="02020603050405020304" pitchFamily="18" charset="0"/>
              </a:rPr>
              <a:t> </a:t>
            </a:r>
            <a:r>
              <a:rPr lang="en-US"/>
              <a:t>placeholder</a:t>
            </a:r>
          </a:p>
        </p:txBody>
      </p:sp>
      <p:sp>
        <p:nvSpPr>
          <p:cNvPr id="7" name="Footer Placeholder 4">
            <a:extLst>
              <a:ext uri="{FF2B5EF4-FFF2-40B4-BE49-F238E27FC236}">
                <a16:creationId xmlns:a16="http://schemas.microsoft.com/office/drawing/2014/main" id="{AE32291E-24B4-2FB8-4B35-A439686DB956}"/>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PwC Risk Management</a:t>
            </a:r>
          </a:p>
        </p:txBody>
      </p:sp>
      <p:sp>
        <p:nvSpPr>
          <p:cNvPr id="8" name="Slide Number Placeholder 13">
            <a:extLst>
              <a:ext uri="{FF2B5EF4-FFF2-40B4-BE49-F238E27FC236}">
                <a16:creationId xmlns:a16="http://schemas.microsoft.com/office/drawing/2014/main" id="{61A378F0-4CD0-C4E0-D2F7-5959B577E15B}"/>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
        <p:nvSpPr>
          <p:cNvPr id="5" name="Title 4">
            <a:extLst>
              <a:ext uri="{FF2B5EF4-FFF2-40B4-BE49-F238E27FC236}">
                <a16:creationId xmlns:a16="http://schemas.microsoft.com/office/drawing/2014/main" id="{E699EA49-CF74-B4B1-CAD6-2FBB359481F1}"/>
              </a:ext>
            </a:extLst>
          </p:cNvPr>
          <p:cNvSpPr>
            <a:spLocks noGrp="1"/>
          </p:cNvSpPr>
          <p:nvPr>
            <p:ph type="title"/>
          </p:nvPr>
        </p:nvSpPr>
        <p:spPr/>
        <p:txBody>
          <a:bodyPr/>
          <a:lstStyle/>
          <a:p>
            <a:r>
              <a:rPr lang="en-GB"/>
              <a:t>Click to edit Master title style</a:t>
            </a:r>
          </a:p>
        </p:txBody>
      </p:sp>
      <p:cxnSp>
        <p:nvCxnSpPr>
          <p:cNvPr id="18" name="Straight Connector 17">
            <a:extLst>
              <a:ext uri="{FF2B5EF4-FFF2-40B4-BE49-F238E27FC236}">
                <a16:creationId xmlns:a16="http://schemas.microsoft.com/office/drawing/2014/main" id="{64E8E57D-8D36-5D02-90C4-827C8D3876BE}"/>
              </a:ext>
            </a:extLst>
          </p:cNvPr>
          <p:cNvCxnSpPr/>
          <p:nvPr userDrawn="1"/>
        </p:nvCxnSpPr>
        <p:spPr>
          <a:xfrm>
            <a:off x="400050" y="2923674"/>
            <a:ext cx="4686300" cy="0"/>
          </a:xfrm>
          <a:prstGeom prst="line">
            <a:avLst/>
          </a:prstGeom>
          <a:ln w="6350">
            <a:solidFill>
              <a:schemeClr val="accent1"/>
            </a:solidFill>
          </a:ln>
        </p:spPr>
        <p:style>
          <a:lnRef idx="2">
            <a:schemeClr val="accent1"/>
          </a:lnRef>
          <a:fillRef idx="0">
            <a:schemeClr val="accent1"/>
          </a:fillRef>
          <a:effectRef idx="1">
            <a:schemeClr val="accent1"/>
          </a:effectRef>
          <a:fontRef idx="minor">
            <a:schemeClr val="tx1"/>
          </a:fontRef>
        </p:style>
      </p:cxnSp>
      <p:sp>
        <p:nvSpPr>
          <p:cNvPr id="3" name="Content Placeholder 2">
            <a:extLst>
              <a:ext uri="{FF2B5EF4-FFF2-40B4-BE49-F238E27FC236}">
                <a16:creationId xmlns:a16="http://schemas.microsoft.com/office/drawing/2014/main" id="{96C87866-7D19-4F70-36F3-D42205CE15A9}"/>
              </a:ext>
            </a:extLst>
          </p:cNvPr>
          <p:cNvSpPr>
            <a:spLocks noGrp="1"/>
          </p:cNvSpPr>
          <p:nvPr>
            <p:ph sz="quarter" idx="12"/>
          </p:nvPr>
        </p:nvSpPr>
        <p:spPr>
          <a:xfrm>
            <a:off x="405397" y="1951622"/>
            <a:ext cx="4686300" cy="911225"/>
          </a:xfrm>
        </p:spPr>
        <p:txBody>
          <a:bodyPr/>
          <a:lstStyle/>
          <a:p>
            <a:pPr lvl="0"/>
            <a:r>
              <a:rPr lang="en-GB"/>
              <a:t>Click to edit Master text styles</a:t>
            </a:r>
          </a:p>
          <a:p>
            <a:pPr lvl="1"/>
            <a:r>
              <a:rPr lang="en-GB"/>
              <a:t>Second level</a:t>
            </a:r>
          </a:p>
        </p:txBody>
      </p:sp>
      <p:sp>
        <p:nvSpPr>
          <p:cNvPr id="4" name="Content Placeholder 2">
            <a:extLst>
              <a:ext uri="{FF2B5EF4-FFF2-40B4-BE49-F238E27FC236}">
                <a16:creationId xmlns:a16="http://schemas.microsoft.com/office/drawing/2014/main" id="{ED1D26DB-5E1C-FD04-1E1A-4EF3178D46A4}"/>
              </a:ext>
            </a:extLst>
          </p:cNvPr>
          <p:cNvSpPr>
            <a:spLocks noGrp="1"/>
          </p:cNvSpPr>
          <p:nvPr>
            <p:ph sz="quarter" idx="13"/>
          </p:nvPr>
        </p:nvSpPr>
        <p:spPr>
          <a:xfrm>
            <a:off x="405397" y="3011488"/>
            <a:ext cx="4686300" cy="911225"/>
          </a:xfrm>
        </p:spPr>
        <p:txBody>
          <a:bodyPr/>
          <a:lstStyle/>
          <a:p>
            <a:pPr lvl="0"/>
            <a:r>
              <a:rPr lang="en-GB"/>
              <a:t>Click to edit Master text styles</a:t>
            </a:r>
          </a:p>
          <a:p>
            <a:pPr lvl="1"/>
            <a:r>
              <a:rPr lang="en-GB"/>
              <a:t>Second level</a:t>
            </a:r>
          </a:p>
        </p:txBody>
      </p:sp>
      <p:sp>
        <p:nvSpPr>
          <p:cNvPr id="6" name="Content Placeholder 2">
            <a:extLst>
              <a:ext uri="{FF2B5EF4-FFF2-40B4-BE49-F238E27FC236}">
                <a16:creationId xmlns:a16="http://schemas.microsoft.com/office/drawing/2014/main" id="{FF34231C-484F-438E-558D-CC57FE10E1A4}"/>
              </a:ext>
            </a:extLst>
          </p:cNvPr>
          <p:cNvSpPr>
            <a:spLocks noGrp="1"/>
          </p:cNvSpPr>
          <p:nvPr>
            <p:ph sz="quarter" idx="14"/>
          </p:nvPr>
        </p:nvSpPr>
        <p:spPr>
          <a:xfrm>
            <a:off x="405397" y="4076701"/>
            <a:ext cx="4686300" cy="911225"/>
          </a:xfrm>
        </p:spPr>
        <p:txBody>
          <a:bodyPr/>
          <a:lstStyle/>
          <a:p>
            <a:pPr lvl="0"/>
            <a:r>
              <a:rPr lang="en-GB"/>
              <a:t>Click to edit Master text styles</a:t>
            </a:r>
          </a:p>
          <a:p>
            <a:pPr lvl="1"/>
            <a:r>
              <a:rPr lang="en-GB"/>
              <a:t>Second level</a:t>
            </a:r>
          </a:p>
        </p:txBody>
      </p:sp>
      <p:sp>
        <p:nvSpPr>
          <p:cNvPr id="13" name="Content Placeholder 2">
            <a:extLst>
              <a:ext uri="{FF2B5EF4-FFF2-40B4-BE49-F238E27FC236}">
                <a16:creationId xmlns:a16="http://schemas.microsoft.com/office/drawing/2014/main" id="{85224B8A-0C8F-CC0B-927C-049105956AEA}"/>
              </a:ext>
            </a:extLst>
          </p:cNvPr>
          <p:cNvSpPr>
            <a:spLocks noGrp="1"/>
          </p:cNvSpPr>
          <p:nvPr>
            <p:ph sz="quarter" idx="15"/>
          </p:nvPr>
        </p:nvSpPr>
        <p:spPr>
          <a:xfrm>
            <a:off x="405397" y="5141913"/>
            <a:ext cx="4686300" cy="911225"/>
          </a:xfrm>
        </p:spPr>
        <p:txBody>
          <a:bodyPr/>
          <a:lstStyle/>
          <a:p>
            <a:pPr lvl="0"/>
            <a:r>
              <a:rPr lang="en-GB"/>
              <a:t>Click to edit Master text styles</a:t>
            </a:r>
          </a:p>
          <a:p>
            <a:pPr lvl="1"/>
            <a:r>
              <a:rPr lang="en-GB"/>
              <a:t>Second level</a:t>
            </a:r>
          </a:p>
        </p:txBody>
      </p:sp>
      <p:cxnSp>
        <p:nvCxnSpPr>
          <p:cNvPr id="17" name="Straight Connector 16">
            <a:extLst>
              <a:ext uri="{FF2B5EF4-FFF2-40B4-BE49-F238E27FC236}">
                <a16:creationId xmlns:a16="http://schemas.microsoft.com/office/drawing/2014/main" id="{C0052B50-99E4-03AF-3F33-5DE6920BAADB}"/>
              </a:ext>
            </a:extLst>
          </p:cNvPr>
          <p:cNvCxnSpPr/>
          <p:nvPr userDrawn="1"/>
        </p:nvCxnSpPr>
        <p:spPr>
          <a:xfrm>
            <a:off x="400050" y="3998495"/>
            <a:ext cx="4686300" cy="0"/>
          </a:xfrm>
          <a:prstGeom prst="line">
            <a:avLst/>
          </a:prstGeom>
          <a:ln w="6350">
            <a:solidFill>
              <a:schemeClr val="accent1"/>
            </a:solidFill>
          </a:ln>
        </p:spPr>
        <p:style>
          <a:lnRef idx="2">
            <a:schemeClr val="accent1"/>
          </a:lnRef>
          <a:fillRef idx="0">
            <a:schemeClr val="accent1"/>
          </a:fillRef>
          <a:effectRef idx="1">
            <a:schemeClr val="accent1"/>
          </a:effectRef>
          <a:fontRef idx="minor">
            <a:schemeClr val="tx1"/>
          </a:fontRef>
        </p:style>
      </p:cxnSp>
      <p:cxnSp>
        <p:nvCxnSpPr>
          <p:cNvPr id="20" name="Straight Connector 19">
            <a:extLst>
              <a:ext uri="{FF2B5EF4-FFF2-40B4-BE49-F238E27FC236}">
                <a16:creationId xmlns:a16="http://schemas.microsoft.com/office/drawing/2014/main" id="{01B3CE6D-CDE9-0FF6-96DB-0C2CC93DD350}"/>
              </a:ext>
            </a:extLst>
          </p:cNvPr>
          <p:cNvCxnSpPr/>
          <p:nvPr userDrawn="1"/>
        </p:nvCxnSpPr>
        <p:spPr>
          <a:xfrm>
            <a:off x="400050" y="5078663"/>
            <a:ext cx="4686300" cy="0"/>
          </a:xfrm>
          <a:prstGeom prst="line">
            <a:avLst/>
          </a:prstGeom>
          <a:ln w="6350">
            <a:solidFill>
              <a:schemeClr val="accent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791702993"/>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Quote with Image Gray">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01A1D7-A824-48A0-3E0C-4A7C86CA63AB}"/>
              </a:ext>
            </a:extLst>
          </p:cNvPr>
          <p:cNvSpPr>
            <a:spLocks noGrp="1"/>
          </p:cNvSpPr>
          <p:nvPr>
            <p:ph type="title" hasCustomPrompt="1"/>
          </p:nvPr>
        </p:nvSpPr>
        <p:spPr>
          <a:xfrm>
            <a:off x="396516" y="-300748"/>
            <a:ext cx="5647097" cy="249299"/>
          </a:xfrm>
        </p:spPr>
        <p:txBody>
          <a:bodyPr wrap="square">
            <a:spAutoFit/>
          </a:bodyPr>
          <a:lstStyle>
            <a:lvl1pPr>
              <a:defRPr sz="1800" b="0"/>
            </a:lvl1pPr>
          </a:lstStyle>
          <a:p>
            <a:r>
              <a:rPr lang="en-US"/>
              <a:t>Title for accessibility</a:t>
            </a:r>
          </a:p>
        </p:txBody>
      </p:sp>
      <p:sp>
        <p:nvSpPr>
          <p:cNvPr id="25" name="TextBox 24">
            <a:extLst>
              <a:ext uri="{FF2B5EF4-FFF2-40B4-BE49-F238E27FC236}">
                <a16:creationId xmlns:a16="http://schemas.microsoft.com/office/drawing/2014/main" id="{554BAF2E-BAB1-C03F-41A7-B26DABB21BF6}"/>
              </a:ext>
              <a:ext uri="{C183D7F6-B498-43B3-948B-1728B52AA6E4}">
                <adec:decorative xmlns:adec="http://schemas.microsoft.com/office/drawing/2017/decorative" val="1"/>
              </a:ext>
            </a:extLst>
          </p:cNvPr>
          <p:cNvSpPr txBox="1"/>
          <p:nvPr userDrawn="1"/>
        </p:nvSpPr>
        <p:spPr>
          <a:xfrm>
            <a:off x="272991" y="2732672"/>
            <a:ext cx="941937" cy="622957"/>
          </a:xfrm>
          <a:prstGeom prst="rect">
            <a:avLst/>
          </a:prstGeom>
          <a:noFill/>
        </p:spPr>
        <p:txBody>
          <a:bodyPr wrap="square" lIns="0" tIns="0" rIns="0" bIns="0" rtlCol="0" anchor="t">
            <a:noAutofit/>
          </a:bodyPr>
          <a:lstStyle/>
          <a:p>
            <a:pPr marL="12700" marR="5080" lvl="0" indent="0" defTabSz="914400" eaLnBrk="1" fontAlgn="auto" latinLnBrk="0" hangingPunct="1">
              <a:lnSpc>
                <a:spcPct val="80000"/>
              </a:lnSpc>
              <a:spcAft>
                <a:spcPts val="0"/>
              </a:spcAft>
              <a:buClrTx/>
              <a:buSzTx/>
              <a:buFontTx/>
              <a:buNone/>
              <a:tabLst/>
              <a:defRPr/>
            </a:pPr>
            <a:r>
              <a:rPr kumimoji="0" lang="en-US" sz="13800" b="1" u="none" strike="noStrike" kern="0" cap="none" spc="-105" normalizeH="0" baseline="0" noProof="0">
                <a:ln>
                  <a:noFill/>
                </a:ln>
                <a:solidFill>
                  <a:schemeClr val="accent1"/>
                </a:solidFill>
                <a:effectLst/>
                <a:uLnTx/>
                <a:uFillTx/>
                <a:cs typeface="Arial" panose="020B0604020202020204" pitchFamily="34" charset="0"/>
              </a:rPr>
              <a:t>“</a:t>
            </a:r>
            <a:endParaRPr lang="en-US" sz="6000" b="1">
              <a:solidFill>
                <a:schemeClr val="accent1"/>
              </a:solidFill>
              <a:cs typeface="Arial" panose="020B0604020202020204" pitchFamily="34" charset="0"/>
            </a:endParaRPr>
          </a:p>
        </p:txBody>
      </p:sp>
      <p:sp>
        <p:nvSpPr>
          <p:cNvPr id="3" name="Content Placeholder 2">
            <a:extLst>
              <a:ext uri="{FF2B5EF4-FFF2-40B4-BE49-F238E27FC236}">
                <a16:creationId xmlns:a16="http://schemas.microsoft.com/office/drawing/2014/main" id="{226E3B15-3502-F478-0302-DCABA0B41AD0}"/>
              </a:ext>
            </a:extLst>
          </p:cNvPr>
          <p:cNvSpPr>
            <a:spLocks noGrp="1"/>
          </p:cNvSpPr>
          <p:nvPr>
            <p:ph idx="1"/>
          </p:nvPr>
        </p:nvSpPr>
        <p:spPr>
          <a:xfrm>
            <a:off x="404035" y="3486740"/>
            <a:ext cx="5498502" cy="2503272"/>
          </a:xfrm>
          <a:prstGeom prst="rect">
            <a:avLst/>
          </a:prstGeom>
        </p:spPr>
        <p:txBody>
          <a:bodyPr/>
          <a:lstStyle>
            <a:lvl1pPr>
              <a:lnSpc>
                <a:spcPct val="100000"/>
              </a:lnSpc>
              <a:spcBef>
                <a:spcPts val="900"/>
              </a:spcBef>
              <a:spcAft>
                <a:spcPts val="0"/>
              </a:spcAft>
              <a:defRPr sz="3200" b="0" spc="-50" baseline="0">
                <a:latin typeface="+mj-lt"/>
              </a:defRPr>
            </a:lvl1pPr>
          </a:lstStyle>
          <a:p>
            <a:pPr lvl="0"/>
            <a:r>
              <a:rPr lang="en-GB"/>
              <a:t>Click to edit Master text styles</a:t>
            </a:r>
          </a:p>
        </p:txBody>
      </p:sp>
      <p:sp>
        <p:nvSpPr>
          <p:cNvPr id="7" name="Footer Placeholder 4">
            <a:extLst>
              <a:ext uri="{FF2B5EF4-FFF2-40B4-BE49-F238E27FC236}">
                <a16:creationId xmlns:a16="http://schemas.microsoft.com/office/drawing/2014/main" id="{0605F451-C7FA-B67A-7A4E-B4953B3BFEC1}"/>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PwC Risk Management</a:t>
            </a:r>
          </a:p>
        </p:txBody>
      </p:sp>
      <p:sp>
        <p:nvSpPr>
          <p:cNvPr id="8" name="Slide Number Placeholder 13">
            <a:extLst>
              <a:ext uri="{FF2B5EF4-FFF2-40B4-BE49-F238E27FC236}">
                <a16:creationId xmlns:a16="http://schemas.microsoft.com/office/drawing/2014/main" id="{07A1FB0A-E7CA-63CD-DB09-C9F16CA915E0}"/>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
        <p:nvSpPr>
          <p:cNvPr id="4" name="Content Placeholder 4">
            <a:extLst>
              <a:ext uri="{FF2B5EF4-FFF2-40B4-BE49-F238E27FC236}">
                <a16:creationId xmlns:a16="http://schemas.microsoft.com/office/drawing/2014/main" id="{6955F3B0-610E-1AD6-3A18-5F20F00BF181}"/>
              </a:ext>
            </a:extLst>
          </p:cNvPr>
          <p:cNvSpPr>
            <a:spLocks noGrp="1"/>
          </p:cNvSpPr>
          <p:nvPr>
            <p:ph sz="quarter" idx="12"/>
          </p:nvPr>
        </p:nvSpPr>
        <p:spPr>
          <a:xfrm>
            <a:off x="6164071" y="5027613"/>
            <a:ext cx="5637404" cy="911225"/>
          </a:xfrm>
        </p:spPr>
        <p:txBody>
          <a:bodyPr/>
          <a:lstStyle>
            <a:lvl1pPr>
              <a:defRPr sz="2000"/>
            </a:lvl1pPr>
          </a:lstStyle>
          <a:p>
            <a:pPr lvl="0"/>
            <a:r>
              <a:rPr lang="en-GB"/>
              <a:t>Click to edit Master text styles</a:t>
            </a:r>
          </a:p>
          <a:p>
            <a:pPr lvl="1"/>
            <a:r>
              <a:rPr lang="en-GB"/>
              <a:t>Second level</a:t>
            </a:r>
          </a:p>
        </p:txBody>
      </p:sp>
      <p:sp>
        <p:nvSpPr>
          <p:cNvPr id="12" name="Picture Placeholder 1">
            <a:extLst>
              <a:ext uri="{FF2B5EF4-FFF2-40B4-BE49-F238E27FC236}">
                <a16:creationId xmlns:a16="http://schemas.microsoft.com/office/drawing/2014/main" id="{32001413-8642-3A36-F6EC-D0213D9C875A}"/>
              </a:ext>
            </a:extLst>
          </p:cNvPr>
          <p:cNvSpPr>
            <a:spLocks noGrp="1"/>
          </p:cNvSpPr>
          <p:nvPr>
            <p:ph type="pic" sz="quarter" idx="11"/>
          </p:nvPr>
        </p:nvSpPr>
        <p:spPr>
          <a:xfrm>
            <a:off x="6164071" y="405397"/>
            <a:ext cx="5637956" cy="4507916"/>
          </a:xfrm>
        </p:spPr>
        <p:txBody>
          <a:bodyPr/>
          <a:lstStyle/>
          <a:p>
            <a:endParaRPr lang="en-GB"/>
          </a:p>
        </p:txBody>
      </p:sp>
    </p:spTree>
    <p:extLst>
      <p:ext uri="{BB962C8B-B14F-4D97-AF65-F5344CB8AC3E}">
        <p14:creationId xmlns:p14="http://schemas.microsoft.com/office/powerpoint/2010/main" val="542062858"/>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Quote Over Image">
    <p:spTree>
      <p:nvGrpSpPr>
        <p:cNvPr id="1" name=""/>
        <p:cNvGrpSpPr/>
        <p:nvPr/>
      </p:nvGrpSpPr>
      <p:grpSpPr>
        <a:xfrm>
          <a:off x="0" y="0"/>
          <a:ext cx="0" cy="0"/>
          <a:chOff x="0" y="0"/>
          <a:chExt cx="0" cy="0"/>
        </a:xfrm>
      </p:grpSpPr>
      <p:sp>
        <p:nvSpPr>
          <p:cNvPr id="13" name="Picture Placeholder 14">
            <a:extLst>
              <a:ext uri="{FF2B5EF4-FFF2-40B4-BE49-F238E27FC236}">
                <a16:creationId xmlns:a16="http://schemas.microsoft.com/office/drawing/2014/main" id="{743AD5A7-567D-9EC7-BECB-71D2480F2498}"/>
              </a:ext>
              <a:ext uri="{C183D7F6-B498-43B3-948B-1728B52AA6E4}">
                <adec:decorative xmlns:adec="http://schemas.microsoft.com/office/drawing/2017/decorative" val="1"/>
              </a:ext>
            </a:extLst>
          </p:cNvPr>
          <p:cNvSpPr>
            <a:spLocks noGrp="1"/>
          </p:cNvSpPr>
          <p:nvPr>
            <p:ph type="pic" sz="quarter" idx="11"/>
          </p:nvPr>
        </p:nvSpPr>
        <p:spPr>
          <a:xfrm>
            <a:off x="0" y="-1"/>
            <a:ext cx="12192000" cy="6857999"/>
          </a:xfrm>
          <a:prstGeom prst="rect">
            <a:avLst/>
          </a:prstGeom>
          <a:solidFill>
            <a:schemeClr val="bg2"/>
          </a:solidFill>
        </p:spPr>
        <p:txBody>
          <a:bodyPr tIns="1554480"/>
          <a:lstStyle>
            <a:lvl1pPr algn="ctr">
              <a:defRPr/>
            </a:lvl1pPr>
          </a:lstStyle>
          <a:p>
            <a:r>
              <a:rPr lang="en-GB"/>
              <a:t>Click icon to add picture</a:t>
            </a:r>
            <a:endParaRPr lang="en-US"/>
          </a:p>
        </p:txBody>
      </p:sp>
      <p:sp>
        <p:nvSpPr>
          <p:cNvPr id="2" name="Title 1">
            <a:extLst>
              <a:ext uri="{FF2B5EF4-FFF2-40B4-BE49-F238E27FC236}">
                <a16:creationId xmlns:a16="http://schemas.microsoft.com/office/drawing/2014/main" id="{3D01A1D7-A824-48A0-3E0C-4A7C86CA63AB}"/>
              </a:ext>
            </a:extLst>
          </p:cNvPr>
          <p:cNvSpPr>
            <a:spLocks noGrp="1"/>
          </p:cNvSpPr>
          <p:nvPr>
            <p:ph type="title" hasCustomPrompt="1"/>
          </p:nvPr>
        </p:nvSpPr>
        <p:spPr>
          <a:xfrm>
            <a:off x="400050" y="-300748"/>
            <a:ext cx="5634788" cy="249299"/>
          </a:xfrm>
        </p:spPr>
        <p:txBody>
          <a:bodyPr wrap="square">
            <a:spAutoFit/>
          </a:bodyPr>
          <a:lstStyle>
            <a:lvl1pPr>
              <a:defRPr sz="1800" b="0"/>
            </a:lvl1pPr>
          </a:lstStyle>
          <a:p>
            <a:r>
              <a:rPr lang="en-US"/>
              <a:t>Title for accessibility</a:t>
            </a:r>
          </a:p>
        </p:txBody>
      </p:sp>
      <p:sp>
        <p:nvSpPr>
          <p:cNvPr id="9" name="Content Placeholder 8">
            <a:extLst>
              <a:ext uri="{FF2B5EF4-FFF2-40B4-BE49-F238E27FC236}">
                <a16:creationId xmlns:a16="http://schemas.microsoft.com/office/drawing/2014/main" id="{F7339CEB-91F9-B7FD-86D6-A4C114DA3002}"/>
              </a:ext>
            </a:extLst>
          </p:cNvPr>
          <p:cNvSpPr>
            <a:spLocks noGrp="1"/>
          </p:cNvSpPr>
          <p:nvPr>
            <p:ph idx="1"/>
          </p:nvPr>
        </p:nvSpPr>
        <p:spPr>
          <a:xfrm>
            <a:off x="5733536" y="400051"/>
            <a:ext cx="6078018" cy="5024273"/>
          </a:xfrm>
          <a:custGeom>
            <a:avLst/>
            <a:gdLst>
              <a:gd name="connsiteX0" fmla="*/ 0 w 6078018"/>
              <a:gd name="connsiteY0" fmla="*/ 0 h 5024273"/>
              <a:gd name="connsiteX1" fmla="*/ 6078018 w 6078018"/>
              <a:gd name="connsiteY1" fmla="*/ 0 h 5024273"/>
              <a:gd name="connsiteX2" fmla="*/ 6078018 w 6078018"/>
              <a:gd name="connsiteY2" fmla="*/ 4662902 h 5024273"/>
              <a:gd name="connsiteX3" fmla="*/ 3041951 w 6078018"/>
              <a:gd name="connsiteY3" fmla="*/ 4663975 h 5024273"/>
              <a:gd name="connsiteX4" fmla="*/ 2829053 w 6078018"/>
              <a:gd name="connsiteY4" fmla="*/ 5023866 h 5024273"/>
              <a:gd name="connsiteX5" fmla="*/ 0 w 6078018"/>
              <a:gd name="connsiteY5" fmla="*/ 5024273 h 50242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078018" h="5024273">
                <a:moveTo>
                  <a:pt x="0" y="0"/>
                </a:moveTo>
                <a:lnTo>
                  <a:pt x="6078018" y="0"/>
                </a:lnTo>
                <a:lnTo>
                  <a:pt x="6078018" y="4662902"/>
                </a:lnTo>
                <a:lnTo>
                  <a:pt x="3041951" y="4663975"/>
                </a:lnTo>
                <a:lnTo>
                  <a:pt x="2829053" y="5023866"/>
                </a:lnTo>
                <a:lnTo>
                  <a:pt x="0" y="5024273"/>
                </a:lnTo>
                <a:close/>
              </a:path>
            </a:pathLst>
          </a:custGeom>
          <a:solidFill>
            <a:schemeClr val="bg1"/>
          </a:solidFill>
        </p:spPr>
        <p:txBody>
          <a:bodyPr wrap="square" lIns="411480" tIns="1170432" rIns="365760">
            <a:noAutofit/>
          </a:bodyPr>
          <a:lstStyle>
            <a:lvl1pPr>
              <a:lnSpc>
                <a:spcPct val="100000"/>
              </a:lnSpc>
              <a:spcBef>
                <a:spcPts val="900"/>
              </a:spcBef>
              <a:spcAft>
                <a:spcPts val="0"/>
              </a:spcAft>
              <a:defRPr sz="3200" b="0" spc="-50" baseline="0">
                <a:solidFill>
                  <a:schemeClr val="tx1"/>
                </a:solidFill>
                <a:latin typeface="+mj-lt"/>
              </a:defRPr>
            </a:lvl1pPr>
          </a:lstStyle>
          <a:p>
            <a:pPr lvl="0"/>
            <a:r>
              <a:rPr lang="en-GB"/>
              <a:t>Click to edit Master text styles</a:t>
            </a:r>
          </a:p>
        </p:txBody>
      </p:sp>
      <p:sp>
        <p:nvSpPr>
          <p:cNvPr id="17" name="Text Placeholder 15">
            <a:extLst>
              <a:ext uri="{FF2B5EF4-FFF2-40B4-BE49-F238E27FC236}">
                <a16:creationId xmlns:a16="http://schemas.microsoft.com/office/drawing/2014/main" id="{0D1BEFAC-D99F-7020-6110-CD8460311AFF}"/>
              </a:ext>
            </a:extLst>
          </p:cNvPr>
          <p:cNvSpPr>
            <a:spLocks noGrp="1"/>
          </p:cNvSpPr>
          <p:nvPr>
            <p:ph type="body" sz="quarter" idx="12" hasCustomPrompt="1"/>
          </p:nvPr>
        </p:nvSpPr>
        <p:spPr>
          <a:xfrm>
            <a:off x="394728" y="6501384"/>
            <a:ext cx="365760" cy="161583"/>
          </a:xfrm>
          <a:prstGeom prst="rect">
            <a:avLst/>
          </a:prstGeom>
        </p:spPr>
        <p:txBody>
          <a:bodyPr anchor="b" anchorCtr="0">
            <a:noAutofit/>
          </a:bodyPr>
          <a:lstStyle>
            <a:lvl1pPr>
              <a:defRPr sz="1050">
                <a:solidFill>
                  <a:schemeClr val="bg1"/>
                </a:solidFill>
              </a:defRPr>
            </a:lvl1pPr>
          </a:lstStyle>
          <a:p>
            <a:pPr lvl="0"/>
            <a:r>
              <a:rPr lang="en-US"/>
              <a:t>PwC</a:t>
            </a:r>
          </a:p>
        </p:txBody>
      </p:sp>
      <p:sp>
        <p:nvSpPr>
          <p:cNvPr id="7" name="Footer Placeholder 4">
            <a:extLst>
              <a:ext uri="{FF2B5EF4-FFF2-40B4-BE49-F238E27FC236}">
                <a16:creationId xmlns:a16="http://schemas.microsoft.com/office/drawing/2014/main" id="{7DFE5ED4-420E-CADB-A68A-A7D421280793}"/>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chemeClr val="bg1"/>
                </a:solidFill>
                <a:latin typeface="+mn-lt"/>
                <a:cs typeface="Arial" panose="020B0604020202020204" pitchFamily="34" charset="0"/>
              </a:defRPr>
            </a:lvl1pPr>
          </a:lstStyle>
          <a:p>
            <a:r>
              <a:rPr lang="en-US"/>
              <a:t>PwC Risk Management</a:t>
            </a:r>
          </a:p>
        </p:txBody>
      </p:sp>
      <p:sp>
        <p:nvSpPr>
          <p:cNvPr id="8" name="Slide Number Placeholder 13">
            <a:extLst>
              <a:ext uri="{FF2B5EF4-FFF2-40B4-BE49-F238E27FC236}">
                <a16:creationId xmlns:a16="http://schemas.microsoft.com/office/drawing/2014/main" id="{961284F9-299F-5762-4D10-4246CB963FFC}"/>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bg1"/>
                </a:solidFill>
                <a:latin typeface="+mn-lt"/>
                <a:cs typeface="Arial" panose="020B0604020202020204" pitchFamily="34" charset="0"/>
              </a:defRPr>
            </a:lvl1pPr>
          </a:lstStyle>
          <a:p>
            <a:fld id="{3E6AC032-1535-134B-A583-D5E1DDD0D167}" type="slidenum">
              <a:rPr lang="en-US" smtClean="0"/>
              <a:pPr/>
              <a:t>‹#›</a:t>
            </a:fld>
            <a:endParaRPr lang="en-US"/>
          </a:p>
        </p:txBody>
      </p:sp>
      <p:sp>
        <p:nvSpPr>
          <p:cNvPr id="12" name="TextBox 11">
            <a:extLst>
              <a:ext uri="{FF2B5EF4-FFF2-40B4-BE49-F238E27FC236}">
                <a16:creationId xmlns:a16="http://schemas.microsoft.com/office/drawing/2014/main" id="{7AEFB371-D664-A7CF-D5EE-BB0684D60FED}"/>
              </a:ext>
            </a:extLst>
          </p:cNvPr>
          <p:cNvSpPr txBox="1"/>
          <p:nvPr userDrawn="1"/>
        </p:nvSpPr>
        <p:spPr>
          <a:xfrm>
            <a:off x="6034838" y="299570"/>
            <a:ext cx="762000" cy="838200"/>
          </a:xfrm>
          <a:prstGeom prst="rect">
            <a:avLst/>
          </a:prstGeom>
          <a:noFill/>
        </p:spPr>
        <p:txBody>
          <a:bodyPr wrap="square" lIns="0" tIns="0" rIns="0" bIns="0" rtlCol="0" anchor="t">
            <a:noAutofit/>
          </a:bodyPr>
          <a:lstStyle/>
          <a:p>
            <a:pPr marL="12700" marR="5080" lvl="0" indent="0" defTabSz="914400" eaLnBrk="1" fontAlgn="auto" latinLnBrk="0" hangingPunct="1">
              <a:spcBef>
                <a:spcPts val="900"/>
              </a:spcBef>
              <a:spcAft>
                <a:spcPts val="0"/>
              </a:spcAft>
              <a:buClrTx/>
              <a:buSzTx/>
              <a:buFontTx/>
              <a:buNone/>
              <a:tabLst/>
              <a:defRPr/>
            </a:pPr>
            <a:r>
              <a:rPr kumimoji="0" lang="en-US" sz="13800" b="1" u="none" strike="noStrike" kern="0" cap="none" spc="-105" normalizeH="0" baseline="0" noProof="0">
                <a:ln>
                  <a:noFill/>
                </a:ln>
                <a:solidFill>
                  <a:srgbClr val="FC5108"/>
                </a:solidFill>
                <a:effectLst/>
                <a:uLnTx/>
                <a:uFillTx/>
                <a:latin typeface="+mn-lt"/>
                <a:cs typeface="Arial" panose="020B0604020202020204" pitchFamily="34" charset="0"/>
              </a:rPr>
              <a:t>“</a:t>
            </a:r>
            <a:endParaRPr kumimoji="0" lang="en-US" sz="13800" b="1" u="none" strike="noStrike" kern="0" cap="none" spc="0" normalizeH="0" baseline="0" noProof="0">
              <a:ln>
                <a:noFill/>
              </a:ln>
              <a:solidFill>
                <a:srgbClr val="FC5108"/>
              </a:solidFill>
              <a:effectLst/>
              <a:uLnTx/>
              <a:uFillTx/>
              <a:latin typeface="+mn-lt"/>
              <a:cs typeface="Arial" panose="020B0604020202020204" pitchFamily="34" charset="0"/>
            </a:endParaRPr>
          </a:p>
          <a:p>
            <a:endParaRPr lang="en-US" sz="6000" b="1">
              <a:solidFill>
                <a:srgbClr val="FC5108"/>
              </a:solidFill>
              <a:latin typeface="Georgia" panose="02040502050405020303" pitchFamily="18" charset="0"/>
              <a:cs typeface="Arial" panose="020B0604020202020204" pitchFamily="34" charset="0"/>
            </a:endParaRPr>
          </a:p>
        </p:txBody>
      </p:sp>
    </p:spTree>
    <p:extLst>
      <p:ext uri="{BB962C8B-B14F-4D97-AF65-F5344CB8AC3E}">
        <p14:creationId xmlns:p14="http://schemas.microsoft.com/office/powerpoint/2010/main" val="3350020941"/>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Big Statement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01A1D7-A824-48A0-3E0C-4A7C86CA63AB}"/>
              </a:ext>
            </a:extLst>
          </p:cNvPr>
          <p:cNvSpPr>
            <a:spLocks noGrp="1"/>
          </p:cNvSpPr>
          <p:nvPr>
            <p:ph type="title" hasCustomPrompt="1"/>
          </p:nvPr>
        </p:nvSpPr>
        <p:spPr>
          <a:xfrm>
            <a:off x="400050" y="-300748"/>
            <a:ext cx="5643563" cy="249299"/>
          </a:xfrm>
        </p:spPr>
        <p:txBody>
          <a:bodyPr wrap="square">
            <a:spAutoFit/>
          </a:bodyPr>
          <a:lstStyle>
            <a:lvl1pPr>
              <a:defRPr sz="1800" b="0"/>
            </a:lvl1pPr>
          </a:lstStyle>
          <a:p>
            <a:r>
              <a:rPr lang="en-US"/>
              <a:t>Title for accessibility</a:t>
            </a:r>
          </a:p>
        </p:txBody>
      </p:sp>
      <p:sp>
        <p:nvSpPr>
          <p:cNvPr id="16" name="Text Placeholder 15">
            <a:extLst>
              <a:ext uri="{FF2B5EF4-FFF2-40B4-BE49-F238E27FC236}">
                <a16:creationId xmlns:a16="http://schemas.microsoft.com/office/drawing/2014/main" id="{FCE2EE15-D090-23D5-91E1-84A48D697B36}"/>
              </a:ext>
            </a:extLst>
          </p:cNvPr>
          <p:cNvSpPr>
            <a:spLocks noGrp="1"/>
          </p:cNvSpPr>
          <p:nvPr>
            <p:ph type="body" sz="quarter" idx="12"/>
          </p:nvPr>
        </p:nvSpPr>
        <p:spPr>
          <a:xfrm>
            <a:off x="6161192" y="737608"/>
            <a:ext cx="5640283" cy="4744821"/>
          </a:xfrm>
          <a:prstGeom prst="rect">
            <a:avLst/>
          </a:prstGeom>
          <a:noFill/>
        </p:spPr>
        <p:txBody>
          <a:bodyPr/>
          <a:lstStyle>
            <a:lvl1pPr>
              <a:lnSpc>
                <a:spcPct val="100000"/>
              </a:lnSpc>
              <a:defRPr sz="6600" b="0">
                <a:latin typeface="+mj-lt"/>
              </a:defRPr>
            </a:lvl1pPr>
          </a:lstStyle>
          <a:p>
            <a:pPr lvl="0"/>
            <a:r>
              <a:rPr lang="en-GB"/>
              <a:t>Click to edit Master text styles</a:t>
            </a:r>
          </a:p>
        </p:txBody>
      </p:sp>
      <p:sp>
        <p:nvSpPr>
          <p:cNvPr id="5" name="Footer Placeholder 4">
            <a:extLst>
              <a:ext uri="{FF2B5EF4-FFF2-40B4-BE49-F238E27FC236}">
                <a16:creationId xmlns:a16="http://schemas.microsoft.com/office/drawing/2014/main" id="{94CDF16A-3F0F-40AD-25BD-32F2F4A17D05}"/>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PwC Risk Management</a:t>
            </a:r>
          </a:p>
        </p:txBody>
      </p:sp>
      <p:sp>
        <p:nvSpPr>
          <p:cNvPr id="7" name="Slide Number Placeholder 13">
            <a:extLst>
              <a:ext uri="{FF2B5EF4-FFF2-40B4-BE49-F238E27FC236}">
                <a16:creationId xmlns:a16="http://schemas.microsoft.com/office/drawing/2014/main" id="{E1340CD9-3B8A-B030-B8FC-EAD510678C81}"/>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
        <p:nvSpPr>
          <p:cNvPr id="3" name="Content Placeholder 4">
            <a:extLst>
              <a:ext uri="{FF2B5EF4-FFF2-40B4-BE49-F238E27FC236}">
                <a16:creationId xmlns:a16="http://schemas.microsoft.com/office/drawing/2014/main" id="{A08A7326-3929-CD18-EF4A-B9B1188FC60C}"/>
              </a:ext>
            </a:extLst>
          </p:cNvPr>
          <p:cNvSpPr>
            <a:spLocks noGrp="1"/>
          </p:cNvSpPr>
          <p:nvPr>
            <p:ph sz="quarter" idx="13"/>
          </p:nvPr>
        </p:nvSpPr>
        <p:spPr>
          <a:xfrm>
            <a:off x="403034" y="4518610"/>
            <a:ext cx="5637404" cy="911225"/>
          </a:xfrm>
        </p:spPr>
        <p:txBody>
          <a:bodyPr/>
          <a:lstStyle>
            <a:lvl1pPr>
              <a:defRPr sz="2000"/>
            </a:lvl1pPr>
          </a:lstStyle>
          <a:p>
            <a:pPr lvl="0"/>
            <a:r>
              <a:rPr lang="en-GB"/>
              <a:t>Click to edit Master text styles</a:t>
            </a:r>
          </a:p>
          <a:p>
            <a:pPr lvl="1"/>
            <a:r>
              <a:rPr lang="en-GB"/>
              <a:t>Second level</a:t>
            </a:r>
          </a:p>
        </p:txBody>
      </p:sp>
    </p:spTree>
    <p:extLst>
      <p:ext uri="{BB962C8B-B14F-4D97-AF65-F5344CB8AC3E}">
        <p14:creationId xmlns:p14="http://schemas.microsoft.com/office/powerpoint/2010/main" val="105378173"/>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Big Statement 2">
    <p:bg>
      <p:bgPr>
        <a:solidFill>
          <a:srgbClr val="DFE3E6"/>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01A1D7-A824-48A0-3E0C-4A7C86CA63AB}"/>
              </a:ext>
            </a:extLst>
          </p:cNvPr>
          <p:cNvSpPr>
            <a:spLocks noGrp="1"/>
          </p:cNvSpPr>
          <p:nvPr>
            <p:ph type="title" hasCustomPrompt="1"/>
          </p:nvPr>
        </p:nvSpPr>
        <p:spPr>
          <a:xfrm>
            <a:off x="400050" y="-300748"/>
            <a:ext cx="5643563" cy="249299"/>
          </a:xfrm>
        </p:spPr>
        <p:txBody>
          <a:bodyPr wrap="square">
            <a:spAutoFit/>
          </a:bodyPr>
          <a:lstStyle>
            <a:lvl1pPr>
              <a:defRPr sz="1800" b="0"/>
            </a:lvl1pPr>
          </a:lstStyle>
          <a:p>
            <a:r>
              <a:rPr lang="en-US"/>
              <a:t>Title for accessibility</a:t>
            </a:r>
          </a:p>
        </p:txBody>
      </p:sp>
      <p:sp>
        <p:nvSpPr>
          <p:cNvPr id="16" name="Text Placeholder 15">
            <a:extLst>
              <a:ext uri="{FF2B5EF4-FFF2-40B4-BE49-F238E27FC236}">
                <a16:creationId xmlns:a16="http://schemas.microsoft.com/office/drawing/2014/main" id="{FCE2EE15-D090-23D5-91E1-84A48D697B36}"/>
              </a:ext>
            </a:extLst>
          </p:cNvPr>
          <p:cNvSpPr>
            <a:spLocks noGrp="1"/>
          </p:cNvSpPr>
          <p:nvPr>
            <p:ph type="body" sz="quarter" idx="12"/>
          </p:nvPr>
        </p:nvSpPr>
        <p:spPr>
          <a:xfrm>
            <a:off x="6163056" y="740664"/>
            <a:ext cx="5671976" cy="4744821"/>
          </a:xfrm>
          <a:prstGeom prst="rect">
            <a:avLst/>
          </a:prstGeom>
          <a:noFill/>
        </p:spPr>
        <p:txBody>
          <a:bodyPr/>
          <a:lstStyle>
            <a:lvl1pPr>
              <a:lnSpc>
                <a:spcPct val="100000"/>
              </a:lnSpc>
              <a:defRPr sz="6600" b="0">
                <a:latin typeface="+mj-lt"/>
              </a:defRPr>
            </a:lvl1pPr>
          </a:lstStyle>
          <a:p>
            <a:pPr lvl="0"/>
            <a:r>
              <a:rPr lang="en-GB"/>
              <a:t>Click to edit Master text styles</a:t>
            </a:r>
          </a:p>
        </p:txBody>
      </p:sp>
      <p:sp>
        <p:nvSpPr>
          <p:cNvPr id="5" name="Footer Placeholder 4">
            <a:extLst>
              <a:ext uri="{FF2B5EF4-FFF2-40B4-BE49-F238E27FC236}">
                <a16:creationId xmlns:a16="http://schemas.microsoft.com/office/drawing/2014/main" id="{A3CBD27D-46ED-F893-79F1-23481FEA9E3F}"/>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PwC Risk Management</a:t>
            </a:r>
          </a:p>
        </p:txBody>
      </p:sp>
      <p:sp>
        <p:nvSpPr>
          <p:cNvPr id="7" name="Slide Number Placeholder 13">
            <a:extLst>
              <a:ext uri="{FF2B5EF4-FFF2-40B4-BE49-F238E27FC236}">
                <a16:creationId xmlns:a16="http://schemas.microsoft.com/office/drawing/2014/main" id="{8206B60F-A556-76A5-2FBC-4C736F4B16C5}"/>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
        <p:nvSpPr>
          <p:cNvPr id="3" name="Content Placeholder 4">
            <a:extLst>
              <a:ext uri="{FF2B5EF4-FFF2-40B4-BE49-F238E27FC236}">
                <a16:creationId xmlns:a16="http://schemas.microsoft.com/office/drawing/2014/main" id="{ADEAD1FC-BE2F-BA2C-B4A9-05B1BA82F51A}"/>
              </a:ext>
            </a:extLst>
          </p:cNvPr>
          <p:cNvSpPr>
            <a:spLocks noGrp="1"/>
          </p:cNvSpPr>
          <p:nvPr>
            <p:ph sz="quarter" idx="13"/>
          </p:nvPr>
        </p:nvSpPr>
        <p:spPr>
          <a:xfrm>
            <a:off x="403034" y="4518610"/>
            <a:ext cx="5637404" cy="911225"/>
          </a:xfrm>
        </p:spPr>
        <p:txBody>
          <a:bodyPr/>
          <a:lstStyle>
            <a:lvl1pPr>
              <a:defRPr sz="2000"/>
            </a:lvl1pPr>
          </a:lstStyle>
          <a:p>
            <a:pPr lvl="0"/>
            <a:r>
              <a:rPr lang="en-GB"/>
              <a:t>Click to edit Master text styles</a:t>
            </a:r>
          </a:p>
          <a:p>
            <a:pPr lvl="1"/>
            <a:r>
              <a:rPr lang="en-GB"/>
              <a:t>Second level</a:t>
            </a:r>
          </a:p>
        </p:txBody>
      </p:sp>
    </p:spTree>
    <p:extLst>
      <p:ext uri="{BB962C8B-B14F-4D97-AF65-F5344CB8AC3E}">
        <p14:creationId xmlns:p14="http://schemas.microsoft.com/office/powerpoint/2010/main" val="1855033595"/>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Big Statement 3">
    <p:bg>
      <p:bgPr>
        <a:solidFill>
          <a:srgbClr val="FFE8D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01A1D7-A824-48A0-3E0C-4A7C86CA63AB}"/>
              </a:ext>
            </a:extLst>
          </p:cNvPr>
          <p:cNvSpPr>
            <a:spLocks noGrp="1"/>
          </p:cNvSpPr>
          <p:nvPr>
            <p:ph type="title" hasCustomPrompt="1"/>
          </p:nvPr>
        </p:nvSpPr>
        <p:spPr>
          <a:xfrm>
            <a:off x="402336" y="-300748"/>
            <a:ext cx="5641277" cy="249299"/>
          </a:xfrm>
        </p:spPr>
        <p:txBody>
          <a:bodyPr wrap="square">
            <a:spAutoFit/>
          </a:bodyPr>
          <a:lstStyle>
            <a:lvl1pPr>
              <a:defRPr sz="1800" b="0"/>
            </a:lvl1pPr>
          </a:lstStyle>
          <a:p>
            <a:r>
              <a:rPr lang="en-US"/>
              <a:t>Title for accessibility</a:t>
            </a:r>
          </a:p>
        </p:txBody>
      </p:sp>
      <p:sp>
        <p:nvSpPr>
          <p:cNvPr id="16" name="Text Placeholder 15">
            <a:extLst>
              <a:ext uri="{FF2B5EF4-FFF2-40B4-BE49-F238E27FC236}">
                <a16:creationId xmlns:a16="http://schemas.microsoft.com/office/drawing/2014/main" id="{FCE2EE15-D090-23D5-91E1-84A48D697B36}"/>
              </a:ext>
            </a:extLst>
          </p:cNvPr>
          <p:cNvSpPr>
            <a:spLocks noGrp="1"/>
          </p:cNvSpPr>
          <p:nvPr>
            <p:ph type="body" sz="quarter" idx="12"/>
          </p:nvPr>
        </p:nvSpPr>
        <p:spPr>
          <a:xfrm>
            <a:off x="6163056" y="740664"/>
            <a:ext cx="5671976" cy="4744821"/>
          </a:xfrm>
          <a:prstGeom prst="rect">
            <a:avLst/>
          </a:prstGeom>
          <a:noFill/>
        </p:spPr>
        <p:txBody>
          <a:bodyPr/>
          <a:lstStyle>
            <a:lvl1pPr>
              <a:lnSpc>
                <a:spcPct val="100000"/>
              </a:lnSpc>
              <a:defRPr sz="6600" b="0">
                <a:latin typeface="+mj-lt"/>
              </a:defRPr>
            </a:lvl1pPr>
          </a:lstStyle>
          <a:p>
            <a:pPr lvl="0"/>
            <a:r>
              <a:rPr lang="en-GB"/>
              <a:t>Click to edit Master text styles</a:t>
            </a:r>
          </a:p>
        </p:txBody>
      </p:sp>
      <p:sp>
        <p:nvSpPr>
          <p:cNvPr id="5" name="Footer Placeholder 4">
            <a:extLst>
              <a:ext uri="{FF2B5EF4-FFF2-40B4-BE49-F238E27FC236}">
                <a16:creationId xmlns:a16="http://schemas.microsoft.com/office/drawing/2014/main" id="{51A77249-98B8-FACA-4ACE-60FB5325B01A}"/>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PwC Risk Management</a:t>
            </a:r>
          </a:p>
        </p:txBody>
      </p:sp>
      <p:sp>
        <p:nvSpPr>
          <p:cNvPr id="7" name="Slide Number Placeholder 13">
            <a:extLst>
              <a:ext uri="{FF2B5EF4-FFF2-40B4-BE49-F238E27FC236}">
                <a16:creationId xmlns:a16="http://schemas.microsoft.com/office/drawing/2014/main" id="{3427FF8A-B4F7-3F6B-6AC3-2F7EC1DCAAD1}"/>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
        <p:nvSpPr>
          <p:cNvPr id="3" name="Content Placeholder 4">
            <a:extLst>
              <a:ext uri="{FF2B5EF4-FFF2-40B4-BE49-F238E27FC236}">
                <a16:creationId xmlns:a16="http://schemas.microsoft.com/office/drawing/2014/main" id="{D05F0F7C-247B-D6B6-57B0-DF2912F90DAD}"/>
              </a:ext>
            </a:extLst>
          </p:cNvPr>
          <p:cNvSpPr>
            <a:spLocks noGrp="1"/>
          </p:cNvSpPr>
          <p:nvPr>
            <p:ph sz="quarter" idx="13"/>
          </p:nvPr>
        </p:nvSpPr>
        <p:spPr>
          <a:xfrm>
            <a:off x="403034" y="4518610"/>
            <a:ext cx="5637404" cy="911225"/>
          </a:xfrm>
        </p:spPr>
        <p:txBody>
          <a:bodyPr/>
          <a:lstStyle>
            <a:lvl1pPr>
              <a:defRPr sz="2000"/>
            </a:lvl1pPr>
          </a:lstStyle>
          <a:p>
            <a:pPr lvl="0"/>
            <a:r>
              <a:rPr lang="en-GB"/>
              <a:t>Click to edit Master text styles</a:t>
            </a:r>
          </a:p>
          <a:p>
            <a:pPr lvl="1"/>
            <a:r>
              <a:rPr lang="en-GB"/>
              <a:t>Second level</a:t>
            </a:r>
          </a:p>
        </p:txBody>
      </p:sp>
    </p:spTree>
    <p:extLst>
      <p:ext uri="{BB962C8B-B14F-4D97-AF65-F5344CB8AC3E}">
        <p14:creationId xmlns:p14="http://schemas.microsoft.com/office/powerpoint/2010/main" val="91722672"/>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Big Statement 4">
    <p:bg>
      <p:bgPr>
        <a:solidFill>
          <a:schemeClr val="bg1"/>
        </a:solidFill>
        <a:effectLst/>
      </p:bgPr>
    </p:bg>
    <p:spTree>
      <p:nvGrpSpPr>
        <p:cNvPr id="1" name=""/>
        <p:cNvGrpSpPr/>
        <p:nvPr/>
      </p:nvGrpSpPr>
      <p:grpSpPr>
        <a:xfrm>
          <a:off x="0" y="0"/>
          <a:ext cx="0" cy="0"/>
          <a:chOff x="0" y="0"/>
          <a:chExt cx="0" cy="0"/>
        </a:xfrm>
      </p:grpSpPr>
      <p:sp>
        <p:nvSpPr>
          <p:cNvPr id="3" name="Picture Placeholder 14">
            <a:extLst>
              <a:ext uri="{FF2B5EF4-FFF2-40B4-BE49-F238E27FC236}">
                <a16:creationId xmlns:a16="http://schemas.microsoft.com/office/drawing/2014/main" id="{F2C136D6-EB53-8EAB-067D-F21D72B54E2A}"/>
              </a:ext>
              <a:ext uri="{C183D7F6-B498-43B3-948B-1728B52AA6E4}">
                <adec:decorative xmlns:adec="http://schemas.microsoft.com/office/drawing/2017/decorative" val="1"/>
              </a:ext>
            </a:extLst>
          </p:cNvPr>
          <p:cNvSpPr>
            <a:spLocks noGrp="1"/>
          </p:cNvSpPr>
          <p:nvPr>
            <p:ph type="pic" sz="quarter" idx="11"/>
          </p:nvPr>
        </p:nvSpPr>
        <p:spPr>
          <a:xfrm>
            <a:off x="0" y="-1"/>
            <a:ext cx="12192000" cy="6857999"/>
          </a:xfrm>
          <a:prstGeom prst="rect">
            <a:avLst/>
          </a:prstGeom>
          <a:solidFill>
            <a:schemeClr val="bg1">
              <a:lumMod val="85000"/>
            </a:schemeClr>
          </a:solidFill>
        </p:spPr>
        <p:txBody>
          <a:bodyPr tIns="1554480"/>
          <a:lstStyle>
            <a:lvl1pPr algn="ctr">
              <a:defRPr/>
            </a:lvl1pPr>
          </a:lstStyle>
          <a:p>
            <a:r>
              <a:rPr lang="en-GB"/>
              <a:t>Click icon to add picture</a:t>
            </a:r>
            <a:endParaRPr lang="en-US"/>
          </a:p>
        </p:txBody>
      </p:sp>
      <p:sp>
        <p:nvSpPr>
          <p:cNvPr id="2" name="Title 1">
            <a:extLst>
              <a:ext uri="{FF2B5EF4-FFF2-40B4-BE49-F238E27FC236}">
                <a16:creationId xmlns:a16="http://schemas.microsoft.com/office/drawing/2014/main" id="{3D01A1D7-A824-48A0-3E0C-4A7C86CA63AB}"/>
              </a:ext>
            </a:extLst>
          </p:cNvPr>
          <p:cNvSpPr>
            <a:spLocks noGrp="1"/>
          </p:cNvSpPr>
          <p:nvPr>
            <p:ph type="title" hasCustomPrompt="1"/>
          </p:nvPr>
        </p:nvSpPr>
        <p:spPr>
          <a:xfrm>
            <a:off x="347663" y="-319682"/>
            <a:ext cx="5695950" cy="249299"/>
          </a:xfrm>
        </p:spPr>
        <p:txBody>
          <a:bodyPr wrap="square">
            <a:spAutoFit/>
          </a:bodyPr>
          <a:lstStyle>
            <a:lvl1pPr>
              <a:defRPr sz="1800" b="0"/>
            </a:lvl1pPr>
          </a:lstStyle>
          <a:p>
            <a:r>
              <a:rPr lang="en-US"/>
              <a:t>Title for accessibility</a:t>
            </a:r>
          </a:p>
        </p:txBody>
      </p:sp>
      <p:sp>
        <p:nvSpPr>
          <p:cNvPr id="16" name="Text Placeholder 15">
            <a:extLst>
              <a:ext uri="{FF2B5EF4-FFF2-40B4-BE49-F238E27FC236}">
                <a16:creationId xmlns:a16="http://schemas.microsoft.com/office/drawing/2014/main" id="{FCE2EE15-D090-23D5-91E1-84A48D697B36}"/>
              </a:ext>
            </a:extLst>
          </p:cNvPr>
          <p:cNvSpPr>
            <a:spLocks noGrp="1"/>
          </p:cNvSpPr>
          <p:nvPr>
            <p:ph type="body" sz="quarter" idx="12"/>
          </p:nvPr>
        </p:nvSpPr>
        <p:spPr>
          <a:xfrm>
            <a:off x="6163056" y="740664"/>
            <a:ext cx="5671976" cy="4744821"/>
          </a:xfrm>
          <a:prstGeom prst="rect">
            <a:avLst/>
          </a:prstGeom>
          <a:noFill/>
        </p:spPr>
        <p:txBody>
          <a:bodyPr/>
          <a:lstStyle>
            <a:lvl1pPr>
              <a:lnSpc>
                <a:spcPct val="100000"/>
              </a:lnSpc>
              <a:defRPr sz="6600" b="0">
                <a:solidFill>
                  <a:schemeClr val="bg1"/>
                </a:solidFill>
                <a:latin typeface="+mj-lt"/>
              </a:defRPr>
            </a:lvl1pPr>
          </a:lstStyle>
          <a:p>
            <a:pPr lvl="0"/>
            <a:r>
              <a:rPr lang="en-GB"/>
              <a:t>Click to edit Master text styles</a:t>
            </a:r>
          </a:p>
        </p:txBody>
      </p:sp>
      <p:sp>
        <p:nvSpPr>
          <p:cNvPr id="7" name="TextBox 6">
            <a:extLst>
              <a:ext uri="{FF2B5EF4-FFF2-40B4-BE49-F238E27FC236}">
                <a16:creationId xmlns:a16="http://schemas.microsoft.com/office/drawing/2014/main" id="{FDD3CF2F-7A33-6AA8-EBBC-3A558D724586}"/>
              </a:ext>
            </a:extLst>
          </p:cNvPr>
          <p:cNvSpPr txBox="1"/>
          <p:nvPr userDrawn="1"/>
        </p:nvSpPr>
        <p:spPr>
          <a:xfrm>
            <a:off x="394728" y="6501384"/>
            <a:ext cx="431483" cy="161583"/>
          </a:xfrm>
          <a:prstGeom prst="rect">
            <a:avLst/>
          </a:prstGeom>
          <a:noFill/>
        </p:spPr>
        <p:txBody>
          <a:bodyPr wrap="square" lIns="0" tIns="0" rIns="0" bIns="0" rtlCol="0" anchor="b" anchorCtr="0">
            <a:spAutoFit/>
          </a:bodyPr>
          <a:lstStyle/>
          <a:p>
            <a:pPr algn="l"/>
            <a:r>
              <a:rPr lang="en-US" sz="1050" b="1">
                <a:solidFill>
                  <a:schemeClr val="bg1"/>
                </a:solidFill>
              </a:rPr>
              <a:t>PwC</a:t>
            </a:r>
          </a:p>
        </p:txBody>
      </p:sp>
      <p:sp>
        <p:nvSpPr>
          <p:cNvPr id="8" name="Footer Placeholder 4">
            <a:extLst>
              <a:ext uri="{FF2B5EF4-FFF2-40B4-BE49-F238E27FC236}">
                <a16:creationId xmlns:a16="http://schemas.microsoft.com/office/drawing/2014/main" id="{694593D8-AEB6-3CA5-7E3B-6BA6D552DB0C}"/>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chemeClr val="bg1"/>
                </a:solidFill>
                <a:latin typeface="+mn-lt"/>
                <a:cs typeface="Arial" panose="020B0604020202020204" pitchFamily="34" charset="0"/>
              </a:defRPr>
            </a:lvl1pPr>
          </a:lstStyle>
          <a:p>
            <a:r>
              <a:rPr lang="en-US"/>
              <a:t>PwC Risk Management</a:t>
            </a:r>
          </a:p>
        </p:txBody>
      </p:sp>
      <p:sp>
        <p:nvSpPr>
          <p:cNvPr id="9" name="Slide Number Placeholder 13">
            <a:extLst>
              <a:ext uri="{FF2B5EF4-FFF2-40B4-BE49-F238E27FC236}">
                <a16:creationId xmlns:a16="http://schemas.microsoft.com/office/drawing/2014/main" id="{C1E67C1D-7D69-01C7-F212-8FD6EC41D5DD}"/>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bg1"/>
                </a:solidFill>
                <a:latin typeface="+mn-lt"/>
                <a:cs typeface="Arial" panose="020B0604020202020204" pitchFamily="34" charset="0"/>
              </a:defRPr>
            </a:lvl1pPr>
          </a:lstStyle>
          <a:p>
            <a:fld id="{3E6AC032-1535-134B-A583-D5E1DDD0D167}" type="slidenum">
              <a:rPr lang="en-US" smtClean="0"/>
              <a:pPr/>
              <a:t>‹#›</a:t>
            </a:fld>
            <a:endParaRPr lang="en-US"/>
          </a:p>
        </p:txBody>
      </p:sp>
      <p:sp>
        <p:nvSpPr>
          <p:cNvPr id="4" name="Content Placeholder 4">
            <a:extLst>
              <a:ext uri="{FF2B5EF4-FFF2-40B4-BE49-F238E27FC236}">
                <a16:creationId xmlns:a16="http://schemas.microsoft.com/office/drawing/2014/main" id="{84DD360C-5E47-5E0D-F03E-8F6C345A6268}"/>
              </a:ext>
            </a:extLst>
          </p:cNvPr>
          <p:cNvSpPr>
            <a:spLocks noGrp="1"/>
          </p:cNvSpPr>
          <p:nvPr>
            <p:ph sz="quarter" idx="13"/>
          </p:nvPr>
        </p:nvSpPr>
        <p:spPr>
          <a:xfrm>
            <a:off x="403034" y="4518610"/>
            <a:ext cx="5637404" cy="911225"/>
          </a:xfrm>
        </p:spPr>
        <p:txBody>
          <a:bodyPr/>
          <a:lstStyle>
            <a:lvl1pPr>
              <a:defRPr sz="2000">
                <a:solidFill>
                  <a:schemeClr val="bg1"/>
                </a:solidFill>
              </a:defRPr>
            </a:lvl1pPr>
            <a:lvl2pPr>
              <a:defRPr>
                <a:solidFill>
                  <a:schemeClr val="bg1"/>
                </a:solidFill>
              </a:defRPr>
            </a:lvl2pPr>
          </a:lstStyle>
          <a:p>
            <a:pPr lvl="0"/>
            <a:r>
              <a:rPr lang="en-GB"/>
              <a:t>Click to edit Master text styles</a:t>
            </a:r>
          </a:p>
          <a:p>
            <a:pPr lvl="1"/>
            <a:r>
              <a:rPr lang="en-GB"/>
              <a:t>Second level</a:t>
            </a:r>
          </a:p>
        </p:txBody>
      </p:sp>
    </p:spTree>
    <p:extLst>
      <p:ext uri="{BB962C8B-B14F-4D97-AF65-F5344CB8AC3E}">
        <p14:creationId xmlns:p14="http://schemas.microsoft.com/office/powerpoint/2010/main" val="214646749"/>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Content With Image">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BD055151-7117-866F-6824-F774A7F56F66}"/>
              </a:ext>
            </a:extLst>
          </p:cNvPr>
          <p:cNvSpPr>
            <a:spLocks noGrp="1"/>
          </p:cNvSpPr>
          <p:nvPr>
            <p:ph type="title" hasCustomPrompt="1"/>
          </p:nvPr>
        </p:nvSpPr>
        <p:spPr>
          <a:xfrm>
            <a:off x="401284" y="3488005"/>
            <a:ext cx="4448779" cy="2447658"/>
          </a:xfrm>
        </p:spPr>
        <p:txBody>
          <a:bodyPr/>
          <a:lstStyle>
            <a:lvl1pPr>
              <a:lnSpc>
                <a:spcPct val="100000"/>
              </a:lnSpc>
              <a:defRPr sz="3200" b="0"/>
            </a:lvl1pPr>
          </a:lstStyle>
          <a:p>
            <a:r>
              <a:rPr lang="en-US"/>
              <a:t>Click to edit title style</a:t>
            </a:r>
          </a:p>
        </p:txBody>
      </p:sp>
      <p:sp>
        <p:nvSpPr>
          <p:cNvPr id="3" name="Picture Placeholder 2">
            <a:extLst>
              <a:ext uri="{FF2B5EF4-FFF2-40B4-BE49-F238E27FC236}">
                <a16:creationId xmlns:a16="http://schemas.microsoft.com/office/drawing/2014/main" id="{CAF96854-0B82-0332-CB0D-B653A0471D61}"/>
              </a:ext>
              <a:ext uri="{C183D7F6-B498-43B3-948B-1728B52AA6E4}">
                <adec:decorative xmlns:adec="http://schemas.microsoft.com/office/drawing/2017/decorative" val="1"/>
              </a:ext>
            </a:extLst>
          </p:cNvPr>
          <p:cNvSpPr>
            <a:spLocks noGrp="1" noChangeAspect="1"/>
          </p:cNvSpPr>
          <p:nvPr>
            <p:ph type="pic" sz="quarter" idx="11" hasCustomPrompt="1"/>
          </p:nvPr>
        </p:nvSpPr>
        <p:spPr>
          <a:xfrm>
            <a:off x="5204411" y="405397"/>
            <a:ext cx="6597616" cy="5538788"/>
          </a:xfrm>
          <a:custGeom>
            <a:avLst/>
            <a:gdLst>
              <a:gd name="connsiteX0" fmla="*/ 2370 w 6614842"/>
              <a:gd name="connsiteY0" fmla="*/ 0 h 5539040"/>
              <a:gd name="connsiteX1" fmla="*/ 6614842 w 6614842"/>
              <a:gd name="connsiteY1" fmla="*/ 0 h 5539040"/>
              <a:gd name="connsiteX2" fmla="*/ 6611213 w 6614842"/>
              <a:gd name="connsiteY2" fmla="*/ 5179084 h 5539040"/>
              <a:gd name="connsiteX3" fmla="*/ 3320084 w 6614842"/>
              <a:gd name="connsiteY3" fmla="*/ 5175675 h 5539040"/>
              <a:gd name="connsiteX4" fmla="*/ 3075776 w 6614842"/>
              <a:gd name="connsiteY4" fmla="*/ 5539040 h 5539040"/>
              <a:gd name="connsiteX5" fmla="*/ 0 w 6614842"/>
              <a:gd name="connsiteY5" fmla="*/ 5536403 h 5539040"/>
              <a:gd name="connsiteX6" fmla="*/ 2078 w 6614842"/>
              <a:gd name="connsiteY6" fmla="*/ 2755139 h 55390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614842" h="5539040">
                <a:moveTo>
                  <a:pt x="2370" y="0"/>
                </a:moveTo>
                <a:lnTo>
                  <a:pt x="6614842" y="0"/>
                </a:lnTo>
                <a:lnTo>
                  <a:pt x="6611213" y="5179084"/>
                </a:lnTo>
                <a:lnTo>
                  <a:pt x="3320084" y="5175675"/>
                </a:lnTo>
                <a:lnTo>
                  <a:pt x="3075776" y="5539040"/>
                </a:lnTo>
                <a:lnTo>
                  <a:pt x="0" y="5536403"/>
                </a:lnTo>
                <a:cubicBezTo>
                  <a:pt x="1583" y="4615367"/>
                  <a:pt x="1979" y="3686592"/>
                  <a:pt x="2078" y="2755139"/>
                </a:cubicBezTo>
                <a:close/>
              </a:path>
            </a:pathLst>
          </a:custGeom>
          <a:solidFill>
            <a:schemeClr val="bg1"/>
          </a:solidFill>
        </p:spPr>
        <p:txBody>
          <a:bodyPr wrap="square" lIns="914400" tIns="1554480" rIns="914400">
            <a:noAutofit/>
          </a:bodyPr>
          <a:lstStyle>
            <a:lvl1pPr algn="ctr">
              <a:defRPr b="0" i="0"/>
            </a:lvl1pPr>
          </a:lstStyle>
          <a:p>
            <a:r>
              <a:rPr lang="en-US"/>
              <a:t>Click icon to add picture—do</a:t>
            </a:r>
            <a:r>
              <a:rPr lang="en-US" sz="1500" kern="100">
                <a:effectLst/>
                <a:latin typeface="Arial" panose="020B0604020202020204" pitchFamily="34" charset="0"/>
                <a:ea typeface="Aptos" panose="020B0004020202020204" pitchFamily="34" charset="0"/>
                <a:cs typeface="Times New Roman" panose="02020603050405020304" pitchFamily="18" charset="0"/>
              </a:rPr>
              <a:t> </a:t>
            </a:r>
            <a:r>
              <a:rPr lang="en-US"/>
              <a:t>not</a:t>
            </a:r>
            <a:r>
              <a:rPr lang="en-US" sz="1500" kern="100">
                <a:effectLst/>
                <a:latin typeface="Arial" panose="020B0604020202020204" pitchFamily="34" charset="0"/>
                <a:ea typeface="Aptos" panose="020B0004020202020204" pitchFamily="34" charset="0"/>
                <a:cs typeface="Times New Roman" panose="02020603050405020304" pitchFamily="18" charset="0"/>
              </a:rPr>
              <a:t> </a:t>
            </a:r>
            <a:r>
              <a:rPr lang="en-US"/>
              <a:t>scale</a:t>
            </a:r>
            <a:r>
              <a:rPr lang="en-US" sz="1500" kern="100">
                <a:effectLst/>
                <a:latin typeface="Arial" panose="020B0604020202020204" pitchFamily="34" charset="0"/>
                <a:ea typeface="Aptos" panose="020B0004020202020204" pitchFamily="34" charset="0"/>
                <a:cs typeface="Times New Roman" panose="02020603050405020304" pitchFamily="18" charset="0"/>
              </a:rPr>
              <a:t> </a:t>
            </a:r>
            <a:r>
              <a:rPr lang="en-US"/>
              <a:t>or</a:t>
            </a:r>
            <a:r>
              <a:rPr lang="en-US" sz="1500" kern="100">
                <a:effectLst/>
                <a:latin typeface="Arial" panose="020B0604020202020204" pitchFamily="34" charset="0"/>
                <a:ea typeface="Aptos" panose="020B0004020202020204" pitchFamily="34" charset="0"/>
                <a:cs typeface="Times New Roman" panose="02020603050405020304" pitchFamily="18" charset="0"/>
              </a:rPr>
              <a:t> </a:t>
            </a:r>
            <a:r>
              <a:rPr lang="en-US"/>
              <a:t>stretch</a:t>
            </a:r>
            <a:r>
              <a:rPr lang="en-US" sz="1500" kern="100">
                <a:effectLst/>
                <a:latin typeface="Arial" panose="020B0604020202020204" pitchFamily="34" charset="0"/>
                <a:ea typeface="Aptos" panose="020B0004020202020204" pitchFamily="34" charset="0"/>
                <a:cs typeface="Times New Roman" panose="02020603050405020304" pitchFamily="18" charset="0"/>
              </a:rPr>
              <a:t> </a:t>
            </a:r>
            <a:r>
              <a:rPr lang="en-US"/>
              <a:t>this</a:t>
            </a:r>
            <a:r>
              <a:rPr lang="en-US" sz="1500" kern="100">
                <a:effectLst/>
                <a:latin typeface="Arial" panose="020B0604020202020204" pitchFamily="34" charset="0"/>
                <a:ea typeface="Aptos" panose="020B0004020202020204" pitchFamily="34" charset="0"/>
                <a:cs typeface="Times New Roman" panose="02020603050405020304" pitchFamily="18" charset="0"/>
              </a:rPr>
              <a:t> </a:t>
            </a:r>
            <a:r>
              <a:rPr lang="en-US"/>
              <a:t>photo</a:t>
            </a:r>
            <a:r>
              <a:rPr lang="en-US" sz="1500" kern="100">
                <a:effectLst/>
                <a:latin typeface="Arial" panose="020B0604020202020204" pitchFamily="34" charset="0"/>
                <a:ea typeface="Aptos" panose="020B0004020202020204" pitchFamily="34" charset="0"/>
                <a:cs typeface="Times New Roman" panose="02020603050405020304" pitchFamily="18" charset="0"/>
              </a:rPr>
              <a:t> </a:t>
            </a:r>
            <a:r>
              <a:rPr lang="en-US"/>
              <a:t>placeholder</a:t>
            </a:r>
          </a:p>
        </p:txBody>
      </p:sp>
      <p:sp>
        <p:nvSpPr>
          <p:cNvPr id="4" name="Footer Placeholder 4">
            <a:extLst>
              <a:ext uri="{FF2B5EF4-FFF2-40B4-BE49-F238E27FC236}">
                <a16:creationId xmlns:a16="http://schemas.microsoft.com/office/drawing/2014/main" id="{629E8A37-B7AE-34F5-AC2C-2C3307E45306}"/>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PwC Risk Management</a:t>
            </a:r>
          </a:p>
        </p:txBody>
      </p:sp>
      <p:sp>
        <p:nvSpPr>
          <p:cNvPr id="5" name="Slide Number Placeholder 13">
            <a:extLst>
              <a:ext uri="{FF2B5EF4-FFF2-40B4-BE49-F238E27FC236}">
                <a16:creationId xmlns:a16="http://schemas.microsoft.com/office/drawing/2014/main" id="{83E901E5-0C0F-02C2-6E8B-66E81BE06A91}"/>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Tree>
    <p:extLst>
      <p:ext uri="{BB962C8B-B14F-4D97-AF65-F5344CB8AC3E}">
        <p14:creationId xmlns:p14="http://schemas.microsoft.com/office/powerpoint/2010/main" val="2546078238"/>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Content With Image 2">
    <p:spTree>
      <p:nvGrpSpPr>
        <p:cNvPr id="1" name=""/>
        <p:cNvGrpSpPr/>
        <p:nvPr/>
      </p:nvGrpSpPr>
      <p:grpSpPr>
        <a:xfrm>
          <a:off x="0" y="0"/>
          <a:ext cx="0" cy="0"/>
          <a:chOff x="0" y="0"/>
          <a:chExt cx="0" cy="0"/>
        </a:xfrm>
      </p:grpSpPr>
      <p:sp>
        <p:nvSpPr>
          <p:cNvPr id="4" name="Footer Placeholder 4">
            <a:extLst>
              <a:ext uri="{FF2B5EF4-FFF2-40B4-BE49-F238E27FC236}">
                <a16:creationId xmlns:a16="http://schemas.microsoft.com/office/drawing/2014/main" id="{4619E784-11F4-A104-BB77-5E8F8D397AEE}"/>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PwC Risk Management</a:t>
            </a:r>
          </a:p>
        </p:txBody>
      </p:sp>
      <p:sp>
        <p:nvSpPr>
          <p:cNvPr id="5" name="Slide Number Placeholder 13">
            <a:extLst>
              <a:ext uri="{FF2B5EF4-FFF2-40B4-BE49-F238E27FC236}">
                <a16:creationId xmlns:a16="http://schemas.microsoft.com/office/drawing/2014/main" id="{BF37CFFA-3D80-3409-C50E-D2A382F2618E}"/>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
        <p:nvSpPr>
          <p:cNvPr id="2" name="Picture Placeholder 2">
            <a:extLst>
              <a:ext uri="{FF2B5EF4-FFF2-40B4-BE49-F238E27FC236}">
                <a16:creationId xmlns:a16="http://schemas.microsoft.com/office/drawing/2014/main" id="{5B70DD66-5F18-3733-AB25-92256F3C478D}"/>
              </a:ext>
              <a:ext uri="{C183D7F6-B498-43B3-948B-1728B52AA6E4}">
                <adec:decorative xmlns:adec="http://schemas.microsoft.com/office/drawing/2017/decorative" val="1"/>
              </a:ext>
            </a:extLst>
          </p:cNvPr>
          <p:cNvSpPr>
            <a:spLocks noGrp="1" noChangeAspect="1"/>
          </p:cNvSpPr>
          <p:nvPr>
            <p:ph type="pic" sz="quarter" idx="11" hasCustomPrompt="1"/>
          </p:nvPr>
        </p:nvSpPr>
        <p:spPr>
          <a:xfrm>
            <a:off x="5204411" y="405397"/>
            <a:ext cx="6597616" cy="5538788"/>
          </a:xfrm>
          <a:custGeom>
            <a:avLst/>
            <a:gdLst>
              <a:gd name="connsiteX0" fmla="*/ 2370 w 6614842"/>
              <a:gd name="connsiteY0" fmla="*/ 0 h 5539040"/>
              <a:gd name="connsiteX1" fmla="*/ 6614842 w 6614842"/>
              <a:gd name="connsiteY1" fmla="*/ 0 h 5539040"/>
              <a:gd name="connsiteX2" fmla="*/ 6611213 w 6614842"/>
              <a:gd name="connsiteY2" fmla="*/ 5179084 h 5539040"/>
              <a:gd name="connsiteX3" fmla="*/ 3320084 w 6614842"/>
              <a:gd name="connsiteY3" fmla="*/ 5175675 h 5539040"/>
              <a:gd name="connsiteX4" fmla="*/ 3075776 w 6614842"/>
              <a:gd name="connsiteY4" fmla="*/ 5539040 h 5539040"/>
              <a:gd name="connsiteX5" fmla="*/ 0 w 6614842"/>
              <a:gd name="connsiteY5" fmla="*/ 5536403 h 5539040"/>
              <a:gd name="connsiteX6" fmla="*/ 2078 w 6614842"/>
              <a:gd name="connsiteY6" fmla="*/ 2755139 h 55390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614842" h="5539040">
                <a:moveTo>
                  <a:pt x="2370" y="0"/>
                </a:moveTo>
                <a:lnTo>
                  <a:pt x="6614842" y="0"/>
                </a:lnTo>
                <a:lnTo>
                  <a:pt x="6611213" y="5179084"/>
                </a:lnTo>
                <a:lnTo>
                  <a:pt x="3320084" y="5175675"/>
                </a:lnTo>
                <a:lnTo>
                  <a:pt x="3075776" y="5539040"/>
                </a:lnTo>
                <a:lnTo>
                  <a:pt x="0" y="5536403"/>
                </a:lnTo>
                <a:cubicBezTo>
                  <a:pt x="1583" y="4615367"/>
                  <a:pt x="1979" y="3686592"/>
                  <a:pt x="2078" y="2755139"/>
                </a:cubicBezTo>
                <a:close/>
              </a:path>
            </a:pathLst>
          </a:custGeom>
          <a:solidFill>
            <a:schemeClr val="bg2"/>
          </a:solidFill>
        </p:spPr>
        <p:txBody>
          <a:bodyPr wrap="square" lIns="914400" tIns="1554480" rIns="914400">
            <a:noAutofit/>
          </a:bodyPr>
          <a:lstStyle>
            <a:lvl1pPr algn="ctr">
              <a:defRPr b="0" i="0"/>
            </a:lvl1pPr>
          </a:lstStyle>
          <a:p>
            <a:r>
              <a:rPr lang="en-US"/>
              <a:t>Click icon to add picture—do</a:t>
            </a:r>
            <a:r>
              <a:rPr lang="en-US" sz="1500" kern="100">
                <a:effectLst/>
                <a:latin typeface="Arial" panose="020B0604020202020204" pitchFamily="34" charset="0"/>
                <a:ea typeface="Aptos" panose="020B0004020202020204" pitchFamily="34" charset="0"/>
                <a:cs typeface="Times New Roman" panose="02020603050405020304" pitchFamily="18" charset="0"/>
              </a:rPr>
              <a:t> </a:t>
            </a:r>
            <a:r>
              <a:rPr lang="en-US"/>
              <a:t>not</a:t>
            </a:r>
            <a:r>
              <a:rPr lang="en-US" sz="1500" kern="100">
                <a:effectLst/>
                <a:latin typeface="Arial" panose="020B0604020202020204" pitchFamily="34" charset="0"/>
                <a:ea typeface="Aptos" panose="020B0004020202020204" pitchFamily="34" charset="0"/>
                <a:cs typeface="Times New Roman" panose="02020603050405020304" pitchFamily="18" charset="0"/>
              </a:rPr>
              <a:t> </a:t>
            </a:r>
            <a:r>
              <a:rPr lang="en-US"/>
              <a:t>scale</a:t>
            </a:r>
            <a:r>
              <a:rPr lang="en-US" sz="1500" kern="100">
                <a:effectLst/>
                <a:latin typeface="Arial" panose="020B0604020202020204" pitchFamily="34" charset="0"/>
                <a:ea typeface="Aptos" panose="020B0004020202020204" pitchFamily="34" charset="0"/>
                <a:cs typeface="Times New Roman" panose="02020603050405020304" pitchFamily="18" charset="0"/>
              </a:rPr>
              <a:t> </a:t>
            </a:r>
            <a:r>
              <a:rPr lang="en-US"/>
              <a:t>or</a:t>
            </a:r>
            <a:r>
              <a:rPr lang="en-US" sz="1500" kern="100">
                <a:effectLst/>
                <a:latin typeface="Arial" panose="020B0604020202020204" pitchFamily="34" charset="0"/>
                <a:ea typeface="Aptos" panose="020B0004020202020204" pitchFamily="34" charset="0"/>
                <a:cs typeface="Times New Roman" panose="02020603050405020304" pitchFamily="18" charset="0"/>
              </a:rPr>
              <a:t> </a:t>
            </a:r>
            <a:r>
              <a:rPr lang="en-US"/>
              <a:t>stretch</a:t>
            </a:r>
            <a:r>
              <a:rPr lang="en-US" sz="1500" kern="100">
                <a:effectLst/>
                <a:latin typeface="Arial" panose="020B0604020202020204" pitchFamily="34" charset="0"/>
                <a:ea typeface="Aptos" panose="020B0004020202020204" pitchFamily="34" charset="0"/>
                <a:cs typeface="Times New Roman" panose="02020603050405020304" pitchFamily="18" charset="0"/>
              </a:rPr>
              <a:t> </a:t>
            </a:r>
            <a:r>
              <a:rPr lang="en-US"/>
              <a:t>this</a:t>
            </a:r>
            <a:r>
              <a:rPr lang="en-US" sz="1500" kern="100">
                <a:effectLst/>
                <a:latin typeface="Arial" panose="020B0604020202020204" pitchFamily="34" charset="0"/>
                <a:ea typeface="Aptos" panose="020B0004020202020204" pitchFamily="34" charset="0"/>
                <a:cs typeface="Times New Roman" panose="02020603050405020304" pitchFamily="18" charset="0"/>
              </a:rPr>
              <a:t> </a:t>
            </a:r>
            <a:r>
              <a:rPr lang="en-US"/>
              <a:t>photo</a:t>
            </a:r>
            <a:r>
              <a:rPr lang="en-US" sz="1500" kern="100">
                <a:effectLst/>
                <a:latin typeface="Arial" panose="020B0604020202020204" pitchFamily="34" charset="0"/>
                <a:ea typeface="Aptos" panose="020B0004020202020204" pitchFamily="34" charset="0"/>
                <a:cs typeface="Times New Roman" panose="02020603050405020304" pitchFamily="18" charset="0"/>
              </a:rPr>
              <a:t> </a:t>
            </a:r>
            <a:r>
              <a:rPr lang="en-US"/>
              <a:t>placeholder</a:t>
            </a:r>
          </a:p>
        </p:txBody>
      </p:sp>
      <p:sp>
        <p:nvSpPr>
          <p:cNvPr id="7" name="Title 6">
            <a:extLst>
              <a:ext uri="{FF2B5EF4-FFF2-40B4-BE49-F238E27FC236}">
                <a16:creationId xmlns:a16="http://schemas.microsoft.com/office/drawing/2014/main" id="{5FED767D-74DD-D430-55A1-01C45A72EB7D}"/>
              </a:ext>
            </a:extLst>
          </p:cNvPr>
          <p:cNvSpPr>
            <a:spLocks noGrp="1"/>
          </p:cNvSpPr>
          <p:nvPr>
            <p:ph type="title"/>
          </p:nvPr>
        </p:nvSpPr>
        <p:spPr>
          <a:xfrm>
            <a:off x="407553" y="407280"/>
            <a:ext cx="3727450" cy="910346"/>
          </a:xfrm>
        </p:spPr>
        <p:txBody>
          <a:bodyPr/>
          <a:lstStyle/>
          <a:p>
            <a:r>
              <a:rPr lang="en-GB"/>
              <a:t>Click to edit Master title style</a:t>
            </a:r>
          </a:p>
        </p:txBody>
      </p:sp>
      <p:sp>
        <p:nvSpPr>
          <p:cNvPr id="10" name="Content Placeholder 9">
            <a:extLst>
              <a:ext uri="{FF2B5EF4-FFF2-40B4-BE49-F238E27FC236}">
                <a16:creationId xmlns:a16="http://schemas.microsoft.com/office/drawing/2014/main" id="{CD5B058B-4A45-2D3C-6DFE-C4AFBD1DF0B0}"/>
              </a:ext>
            </a:extLst>
          </p:cNvPr>
          <p:cNvSpPr>
            <a:spLocks noGrp="1"/>
          </p:cNvSpPr>
          <p:nvPr>
            <p:ph sz="quarter" idx="12"/>
          </p:nvPr>
        </p:nvSpPr>
        <p:spPr>
          <a:xfrm>
            <a:off x="402222" y="2973972"/>
            <a:ext cx="3727450" cy="29670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Tree>
    <p:extLst>
      <p:ext uri="{BB962C8B-B14F-4D97-AF65-F5344CB8AC3E}">
        <p14:creationId xmlns:p14="http://schemas.microsoft.com/office/powerpoint/2010/main" val="120471751"/>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Two Content-Image">
    <p:spTree>
      <p:nvGrpSpPr>
        <p:cNvPr id="1" name=""/>
        <p:cNvGrpSpPr/>
        <p:nvPr/>
      </p:nvGrpSpPr>
      <p:grpSpPr>
        <a:xfrm>
          <a:off x="0" y="0"/>
          <a:ext cx="0" cy="0"/>
          <a:chOff x="0" y="0"/>
          <a:chExt cx="0" cy="0"/>
        </a:xfrm>
      </p:grpSpPr>
      <p:sp>
        <p:nvSpPr>
          <p:cNvPr id="4" name="Footer Placeholder 4">
            <a:extLst>
              <a:ext uri="{FF2B5EF4-FFF2-40B4-BE49-F238E27FC236}">
                <a16:creationId xmlns:a16="http://schemas.microsoft.com/office/drawing/2014/main" id="{4619E784-11F4-A104-BB77-5E8F8D397AEE}"/>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PwC Risk Management</a:t>
            </a:r>
          </a:p>
        </p:txBody>
      </p:sp>
      <p:sp>
        <p:nvSpPr>
          <p:cNvPr id="5" name="Slide Number Placeholder 13">
            <a:extLst>
              <a:ext uri="{FF2B5EF4-FFF2-40B4-BE49-F238E27FC236}">
                <a16:creationId xmlns:a16="http://schemas.microsoft.com/office/drawing/2014/main" id="{BF37CFFA-3D80-3409-C50E-D2A382F2618E}"/>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
        <p:nvSpPr>
          <p:cNvPr id="2" name="Picture Placeholder 2">
            <a:extLst>
              <a:ext uri="{FF2B5EF4-FFF2-40B4-BE49-F238E27FC236}">
                <a16:creationId xmlns:a16="http://schemas.microsoft.com/office/drawing/2014/main" id="{5B70DD66-5F18-3733-AB25-92256F3C478D}"/>
              </a:ext>
              <a:ext uri="{C183D7F6-B498-43B3-948B-1728B52AA6E4}">
                <adec:decorative xmlns:adec="http://schemas.microsoft.com/office/drawing/2017/decorative" val="1"/>
              </a:ext>
            </a:extLst>
          </p:cNvPr>
          <p:cNvSpPr>
            <a:spLocks noGrp="1" noChangeAspect="1"/>
          </p:cNvSpPr>
          <p:nvPr>
            <p:ph type="pic" sz="quarter" idx="11" hasCustomPrompt="1"/>
          </p:nvPr>
        </p:nvSpPr>
        <p:spPr>
          <a:xfrm>
            <a:off x="8077199" y="1946275"/>
            <a:ext cx="3724827" cy="3997910"/>
          </a:xfrm>
          <a:custGeom>
            <a:avLst/>
            <a:gdLst>
              <a:gd name="connsiteX0" fmla="*/ 2370 w 6614842"/>
              <a:gd name="connsiteY0" fmla="*/ 0 h 5539040"/>
              <a:gd name="connsiteX1" fmla="*/ 6614842 w 6614842"/>
              <a:gd name="connsiteY1" fmla="*/ 0 h 5539040"/>
              <a:gd name="connsiteX2" fmla="*/ 6611213 w 6614842"/>
              <a:gd name="connsiteY2" fmla="*/ 5179084 h 5539040"/>
              <a:gd name="connsiteX3" fmla="*/ 3320084 w 6614842"/>
              <a:gd name="connsiteY3" fmla="*/ 5175675 h 5539040"/>
              <a:gd name="connsiteX4" fmla="*/ 3075776 w 6614842"/>
              <a:gd name="connsiteY4" fmla="*/ 5539040 h 5539040"/>
              <a:gd name="connsiteX5" fmla="*/ 0 w 6614842"/>
              <a:gd name="connsiteY5" fmla="*/ 5536403 h 5539040"/>
              <a:gd name="connsiteX6" fmla="*/ 2078 w 6614842"/>
              <a:gd name="connsiteY6" fmla="*/ 2755139 h 55390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614842" h="5539040">
                <a:moveTo>
                  <a:pt x="2370" y="0"/>
                </a:moveTo>
                <a:lnTo>
                  <a:pt x="6614842" y="0"/>
                </a:lnTo>
                <a:lnTo>
                  <a:pt x="6611213" y="5179084"/>
                </a:lnTo>
                <a:lnTo>
                  <a:pt x="3320084" y="5175675"/>
                </a:lnTo>
                <a:lnTo>
                  <a:pt x="3075776" y="5539040"/>
                </a:lnTo>
                <a:lnTo>
                  <a:pt x="0" y="5536403"/>
                </a:lnTo>
                <a:cubicBezTo>
                  <a:pt x="1583" y="4615367"/>
                  <a:pt x="1979" y="3686592"/>
                  <a:pt x="2078" y="2755139"/>
                </a:cubicBezTo>
                <a:close/>
              </a:path>
            </a:pathLst>
          </a:custGeom>
          <a:solidFill>
            <a:schemeClr val="bg2"/>
          </a:solidFill>
        </p:spPr>
        <p:txBody>
          <a:bodyPr wrap="square" lIns="720000" tIns="1440000" rIns="720000">
            <a:noAutofit/>
          </a:bodyPr>
          <a:lstStyle>
            <a:lvl1pPr algn="ctr">
              <a:defRPr b="0" i="0"/>
            </a:lvl1pPr>
          </a:lstStyle>
          <a:p>
            <a:r>
              <a:rPr lang="en-US"/>
              <a:t>Click icon to add picture—do</a:t>
            </a:r>
            <a:r>
              <a:rPr lang="en-US" sz="1500" kern="100">
                <a:effectLst/>
                <a:latin typeface="Arial" panose="020B0604020202020204" pitchFamily="34" charset="0"/>
                <a:ea typeface="Aptos" panose="020B0004020202020204" pitchFamily="34" charset="0"/>
                <a:cs typeface="Times New Roman" panose="02020603050405020304" pitchFamily="18" charset="0"/>
              </a:rPr>
              <a:t> </a:t>
            </a:r>
            <a:r>
              <a:rPr lang="en-US"/>
              <a:t>not</a:t>
            </a:r>
            <a:r>
              <a:rPr lang="en-US" sz="1500" kern="100">
                <a:effectLst/>
                <a:latin typeface="Arial" panose="020B0604020202020204" pitchFamily="34" charset="0"/>
                <a:ea typeface="Aptos" panose="020B0004020202020204" pitchFamily="34" charset="0"/>
                <a:cs typeface="Times New Roman" panose="02020603050405020304" pitchFamily="18" charset="0"/>
              </a:rPr>
              <a:t> </a:t>
            </a:r>
            <a:r>
              <a:rPr lang="en-US"/>
              <a:t>scale</a:t>
            </a:r>
            <a:r>
              <a:rPr lang="en-US" sz="1500" kern="100">
                <a:effectLst/>
                <a:latin typeface="Arial" panose="020B0604020202020204" pitchFamily="34" charset="0"/>
                <a:ea typeface="Aptos" panose="020B0004020202020204" pitchFamily="34" charset="0"/>
                <a:cs typeface="Times New Roman" panose="02020603050405020304" pitchFamily="18" charset="0"/>
              </a:rPr>
              <a:t> </a:t>
            </a:r>
            <a:r>
              <a:rPr lang="en-US"/>
              <a:t>or</a:t>
            </a:r>
            <a:r>
              <a:rPr lang="en-US" sz="1500" kern="100">
                <a:effectLst/>
                <a:latin typeface="Arial" panose="020B0604020202020204" pitchFamily="34" charset="0"/>
                <a:ea typeface="Aptos" panose="020B0004020202020204" pitchFamily="34" charset="0"/>
                <a:cs typeface="Times New Roman" panose="02020603050405020304" pitchFamily="18" charset="0"/>
              </a:rPr>
              <a:t> </a:t>
            </a:r>
            <a:r>
              <a:rPr lang="en-US"/>
              <a:t>stretch</a:t>
            </a:r>
            <a:r>
              <a:rPr lang="en-US" sz="1500" kern="100">
                <a:effectLst/>
                <a:latin typeface="Arial" panose="020B0604020202020204" pitchFamily="34" charset="0"/>
                <a:ea typeface="Aptos" panose="020B0004020202020204" pitchFamily="34" charset="0"/>
                <a:cs typeface="Times New Roman" panose="02020603050405020304" pitchFamily="18" charset="0"/>
              </a:rPr>
              <a:t> </a:t>
            </a:r>
            <a:r>
              <a:rPr lang="en-US"/>
              <a:t>this</a:t>
            </a:r>
            <a:r>
              <a:rPr lang="en-US" sz="1500" kern="100">
                <a:effectLst/>
                <a:latin typeface="Arial" panose="020B0604020202020204" pitchFamily="34" charset="0"/>
                <a:ea typeface="Aptos" panose="020B0004020202020204" pitchFamily="34" charset="0"/>
                <a:cs typeface="Times New Roman" panose="02020603050405020304" pitchFamily="18" charset="0"/>
              </a:rPr>
              <a:t> </a:t>
            </a:r>
            <a:r>
              <a:rPr lang="en-US"/>
              <a:t>photo</a:t>
            </a:r>
            <a:r>
              <a:rPr lang="en-US" sz="1500" kern="100">
                <a:effectLst/>
                <a:latin typeface="Arial" panose="020B0604020202020204" pitchFamily="34" charset="0"/>
                <a:ea typeface="Aptos" panose="020B0004020202020204" pitchFamily="34" charset="0"/>
                <a:cs typeface="Times New Roman" panose="02020603050405020304" pitchFamily="18" charset="0"/>
              </a:rPr>
              <a:t> </a:t>
            </a:r>
            <a:r>
              <a:rPr lang="en-US"/>
              <a:t>placeholder</a:t>
            </a:r>
          </a:p>
        </p:txBody>
      </p:sp>
      <p:sp>
        <p:nvSpPr>
          <p:cNvPr id="10" name="Content Placeholder 9">
            <a:extLst>
              <a:ext uri="{FF2B5EF4-FFF2-40B4-BE49-F238E27FC236}">
                <a16:creationId xmlns:a16="http://schemas.microsoft.com/office/drawing/2014/main" id="{CD5B058B-4A45-2D3C-6DFE-C4AFBD1DF0B0}"/>
              </a:ext>
            </a:extLst>
          </p:cNvPr>
          <p:cNvSpPr>
            <a:spLocks noGrp="1"/>
          </p:cNvSpPr>
          <p:nvPr>
            <p:ph sz="quarter" idx="12"/>
          </p:nvPr>
        </p:nvSpPr>
        <p:spPr>
          <a:xfrm>
            <a:off x="402222" y="1950828"/>
            <a:ext cx="3364498" cy="29670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Content Placeholder 9">
            <a:extLst>
              <a:ext uri="{FF2B5EF4-FFF2-40B4-BE49-F238E27FC236}">
                <a16:creationId xmlns:a16="http://schemas.microsoft.com/office/drawing/2014/main" id="{0AFA0899-2020-1D12-443D-A8625A237183}"/>
              </a:ext>
            </a:extLst>
          </p:cNvPr>
          <p:cNvSpPr>
            <a:spLocks noGrp="1"/>
          </p:cNvSpPr>
          <p:nvPr>
            <p:ph sz="quarter" idx="13"/>
          </p:nvPr>
        </p:nvSpPr>
        <p:spPr>
          <a:xfrm>
            <a:off x="4241634" y="1950828"/>
            <a:ext cx="3364498" cy="29670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8" name="Title 7">
            <a:extLst>
              <a:ext uri="{FF2B5EF4-FFF2-40B4-BE49-F238E27FC236}">
                <a16:creationId xmlns:a16="http://schemas.microsoft.com/office/drawing/2014/main" id="{EE66E8E0-559F-A45F-5A8B-410265DB19DC}"/>
              </a:ext>
            </a:extLst>
          </p:cNvPr>
          <p:cNvSpPr>
            <a:spLocks noGrp="1"/>
          </p:cNvSpPr>
          <p:nvPr>
            <p:ph type="title"/>
          </p:nvPr>
        </p:nvSpPr>
        <p:spPr/>
        <p:txBody>
          <a:bodyPr/>
          <a:lstStyle/>
          <a:p>
            <a:r>
              <a:rPr lang="en-GB"/>
              <a:t>Click to edit Master title style</a:t>
            </a:r>
          </a:p>
        </p:txBody>
      </p:sp>
    </p:spTree>
    <p:extLst>
      <p:ext uri="{BB962C8B-B14F-4D97-AF65-F5344CB8AC3E}">
        <p14:creationId xmlns:p14="http://schemas.microsoft.com/office/powerpoint/2010/main" val="3730895701"/>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Content With Image 3">
    <p:spTree>
      <p:nvGrpSpPr>
        <p:cNvPr id="1" name=""/>
        <p:cNvGrpSpPr/>
        <p:nvPr/>
      </p:nvGrpSpPr>
      <p:grpSpPr>
        <a:xfrm>
          <a:off x="0" y="0"/>
          <a:ext cx="0" cy="0"/>
          <a:chOff x="0" y="0"/>
          <a:chExt cx="0" cy="0"/>
        </a:xfrm>
      </p:grpSpPr>
      <p:sp>
        <p:nvSpPr>
          <p:cNvPr id="4" name="Footer Placeholder 4">
            <a:extLst>
              <a:ext uri="{FF2B5EF4-FFF2-40B4-BE49-F238E27FC236}">
                <a16:creationId xmlns:a16="http://schemas.microsoft.com/office/drawing/2014/main" id="{665F8295-3C5A-A1AE-F43F-1FA6D8B2F4F5}"/>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PwC Risk Management</a:t>
            </a:r>
          </a:p>
        </p:txBody>
      </p:sp>
      <p:sp>
        <p:nvSpPr>
          <p:cNvPr id="5" name="Slide Number Placeholder 13">
            <a:extLst>
              <a:ext uri="{FF2B5EF4-FFF2-40B4-BE49-F238E27FC236}">
                <a16:creationId xmlns:a16="http://schemas.microsoft.com/office/drawing/2014/main" id="{30A1C61F-1977-8EC5-355B-66B6908EB52C}"/>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
        <p:nvSpPr>
          <p:cNvPr id="10" name="Picture Placeholder 9">
            <a:extLst>
              <a:ext uri="{FF2B5EF4-FFF2-40B4-BE49-F238E27FC236}">
                <a16:creationId xmlns:a16="http://schemas.microsoft.com/office/drawing/2014/main" id="{C8FF515D-AF08-494F-FFD1-C5F2FEFB42CE}"/>
              </a:ext>
              <a:ext uri="{C183D7F6-B498-43B3-948B-1728B52AA6E4}">
                <adec:decorative xmlns:adec="http://schemas.microsoft.com/office/drawing/2017/decorative" val="1"/>
              </a:ext>
            </a:extLst>
          </p:cNvPr>
          <p:cNvSpPr>
            <a:spLocks noGrp="1"/>
          </p:cNvSpPr>
          <p:nvPr>
            <p:ph type="pic" sz="quarter" idx="13" hasCustomPrompt="1"/>
          </p:nvPr>
        </p:nvSpPr>
        <p:spPr>
          <a:xfrm>
            <a:off x="3288471" y="405397"/>
            <a:ext cx="8513514" cy="5540196"/>
          </a:xfrm>
          <a:custGeom>
            <a:avLst/>
            <a:gdLst>
              <a:gd name="connsiteX0" fmla="*/ 3049 w 8513514"/>
              <a:gd name="connsiteY0" fmla="*/ 0 h 5540196"/>
              <a:gd name="connsiteX1" fmla="*/ 8513003 w 8513514"/>
              <a:gd name="connsiteY1" fmla="*/ 0 h 5540196"/>
              <a:gd name="connsiteX2" fmla="*/ 8512994 w 8513514"/>
              <a:gd name="connsiteY2" fmla="*/ 10458 h 5540196"/>
              <a:gd name="connsiteX3" fmla="*/ 8513514 w 8513514"/>
              <a:gd name="connsiteY3" fmla="*/ 10458 h 5540196"/>
              <a:gd name="connsiteX4" fmla="*/ 8508849 w 8513514"/>
              <a:gd name="connsiteY4" fmla="*/ 5182877 h 5540196"/>
              <a:gd name="connsiteX5" fmla="*/ 4273312 w 8513514"/>
              <a:gd name="connsiteY5" fmla="*/ 5179468 h 5540196"/>
              <a:gd name="connsiteX6" fmla="*/ 4037481 w 8513514"/>
              <a:gd name="connsiteY6" fmla="*/ 5538070 h 5540196"/>
              <a:gd name="connsiteX7" fmla="*/ 511 w 8513514"/>
              <a:gd name="connsiteY7" fmla="*/ 5540196 h 5540196"/>
              <a:gd name="connsiteX8" fmla="*/ 527 w 8513514"/>
              <a:gd name="connsiteY8" fmla="*/ 5529738 h 5540196"/>
              <a:gd name="connsiteX9" fmla="*/ 0 w 8513514"/>
              <a:gd name="connsiteY9" fmla="*/ 5529738 h 5540196"/>
              <a:gd name="connsiteX10" fmla="*/ 2674 w 8513514"/>
              <a:gd name="connsiteY10" fmla="*/ 2748474 h 55401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513514" h="5540196">
                <a:moveTo>
                  <a:pt x="3049" y="0"/>
                </a:moveTo>
                <a:lnTo>
                  <a:pt x="8513003" y="0"/>
                </a:lnTo>
                <a:lnTo>
                  <a:pt x="8512994" y="10458"/>
                </a:lnTo>
                <a:lnTo>
                  <a:pt x="8513514" y="10458"/>
                </a:lnTo>
                <a:lnTo>
                  <a:pt x="8508849" y="5182877"/>
                </a:lnTo>
                <a:lnTo>
                  <a:pt x="4273312" y="5179468"/>
                </a:lnTo>
                <a:lnTo>
                  <a:pt x="4037481" y="5538070"/>
                </a:lnTo>
                <a:lnTo>
                  <a:pt x="511" y="5540196"/>
                </a:lnTo>
                <a:lnTo>
                  <a:pt x="527" y="5529738"/>
                </a:lnTo>
                <a:lnTo>
                  <a:pt x="0" y="5529738"/>
                </a:lnTo>
                <a:cubicBezTo>
                  <a:pt x="2037" y="4608702"/>
                  <a:pt x="2547" y="3679927"/>
                  <a:pt x="2674" y="2748474"/>
                </a:cubicBezTo>
                <a:close/>
              </a:path>
            </a:pathLst>
          </a:custGeom>
          <a:solidFill>
            <a:schemeClr val="bg2"/>
          </a:solidFill>
        </p:spPr>
        <p:txBody>
          <a:bodyPr wrap="square" lIns="1188720" tIns="1554480" rIns="1188720">
            <a:noAutofit/>
          </a:bodyPr>
          <a:lstStyle>
            <a:lvl1pPr algn="ctr">
              <a:defRPr b="0" i="0"/>
            </a:lvl1pPr>
          </a:lstStyle>
          <a:p>
            <a:r>
              <a:rPr lang="en-US"/>
              <a:t>Click icon to add picture—do</a:t>
            </a:r>
            <a:r>
              <a:rPr lang="en-US" sz="1500" kern="100">
                <a:effectLst/>
                <a:latin typeface="Arial" panose="020B0604020202020204" pitchFamily="34" charset="0"/>
                <a:ea typeface="Aptos" panose="020B0004020202020204" pitchFamily="34" charset="0"/>
                <a:cs typeface="Times New Roman" panose="02020603050405020304" pitchFamily="18" charset="0"/>
              </a:rPr>
              <a:t> </a:t>
            </a:r>
            <a:r>
              <a:rPr lang="en-US"/>
              <a:t>not</a:t>
            </a:r>
            <a:r>
              <a:rPr lang="en-US" sz="1500" kern="100">
                <a:effectLst/>
                <a:latin typeface="Arial" panose="020B0604020202020204" pitchFamily="34" charset="0"/>
                <a:ea typeface="Aptos" panose="020B0004020202020204" pitchFamily="34" charset="0"/>
                <a:cs typeface="Times New Roman" panose="02020603050405020304" pitchFamily="18" charset="0"/>
              </a:rPr>
              <a:t> </a:t>
            </a:r>
            <a:r>
              <a:rPr lang="en-US"/>
              <a:t>scale</a:t>
            </a:r>
            <a:r>
              <a:rPr lang="en-US" sz="1500" kern="100">
                <a:effectLst/>
                <a:latin typeface="Arial" panose="020B0604020202020204" pitchFamily="34" charset="0"/>
                <a:ea typeface="Aptos" panose="020B0004020202020204" pitchFamily="34" charset="0"/>
                <a:cs typeface="Times New Roman" panose="02020603050405020304" pitchFamily="18" charset="0"/>
              </a:rPr>
              <a:t> </a:t>
            </a:r>
            <a:r>
              <a:rPr lang="en-US"/>
              <a:t>or</a:t>
            </a:r>
            <a:r>
              <a:rPr lang="en-US" sz="1500" kern="100">
                <a:effectLst/>
                <a:latin typeface="Arial" panose="020B0604020202020204" pitchFamily="34" charset="0"/>
                <a:ea typeface="Aptos" panose="020B0004020202020204" pitchFamily="34" charset="0"/>
                <a:cs typeface="Times New Roman" panose="02020603050405020304" pitchFamily="18" charset="0"/>
              </a:rPr>
              <a:t> </a:t>
            </a:r>
            <a:r>
              <a:rPr lang="en-US"/>
              <a:t>stretch</a:t>
            </a:r>
            <a:r>
              <a:rPr lang="en-US" sz="1500" kern="100">
                <a:effectLst/>
                <a:latin typeface="Arial" panose="020B0604020202020204" pitchFamily="34" charset="0"/>
                <a:ea typeface="Aptos" panose="020B0004020202020204" pitchFamily="34" charset="0"/>
                <a:cs typeface="Times New Roman" panose="02020603050405020304" pitchFamily="18" charset="0"/>
              </a:rPr>
              <a:t> </a:t>
            </a:r>
            <a:r>
              <a:rPr lang="en-US"/>
              <a:t>this</a:t>
            </a:r>
            <a:r>
              <a:rPr lang="en-US" sz="1500" kern="100">
                <a:effectLst/>
                <a:latin typeface="Arial" panose="020B0604020202020204" pitchFamily="34" charset="0"/>
                <a:ea typeface="Aptos" panose="020B0004020202020204" pitchFamily="34" charset="0"/>
                <a:cs typeface="Times New Roman" panose="02020603050405020304" pitchFamily="18" charset="0"/>
              </a:rPr>
              <a:t> </a:t>
            </a:r>
            <a:r>
              <a:rPr lang="en-US"/>
              <a:t>photo</a:t>
            </a:r>
            <a:r>
              <a:rPr lang="en-US" sz="1500" kern="100">
                <a:effectLst/>
                <a:latin typeface="Arial" panose="020B0604020202020204" pitchFamily="34" charset="0"/>
                <a:ea typeface="Aptos" panose="020B0004020202020204" pitchFamily="34" charset="0"/>
                <a:cs typeface="Times New Roman" panose="02020603050405020304" pitchFamily="18" charset="0"/>
              </a:rPr>
              <a:t> </a:t>
            </a:r>
            <a:r>
              <a:rPr lang="en-US"/>
              <a:t>placeholder</a:t>
            </a:r>
          </a:p>
        </p:txBody>
      </p:sp>
      <p:sp>
        <p:nvSpPr>
          <p:cNvPr id="3" name="Content Placeholder 2">
            <a:extLst>
              <a:ext uri="{FF2B5EF4-FFF2-40B4-BE49-F238E27FC236}">
                <a16:creationId xmlns:a16="http://schemas.microsoft.com/office/drawing/2014/main" id="{195817C7-947F-8199-FACE-4A23B3980A57}"/>
              </a:ext>
            </a:extLst>
          </p:cNvPr>
          <p:cNvSpPr>
            <a:spLocks noGrp="1"/>
          </p:cNvSpPr>
          <p:nvPr>
            <p:ph sz="quarter" idx="14"/>
          </p:nvPr>
        </p:nvSpPr>
        <p:spPr>
          <a:xfrm>
            <a:off x="402222" y="3489910"/>
            <a:ext cx="2765425" cy="2454275"/>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7" name="Title 6">
            <a:extLst>
              <a:ext uri="{FF2B5EF4-FFF2-40B4-BE49-F238E27FC236}">
                <a16:creationId xmlns:a16="http://schemas.microsoft.com/office/drawing/2014/main" id="{6BC0F887-D252-4C74-BCF7-A7D86A0B3354}"/>
              </a:ext>
            </a:extLst>
          </p:cNvPr>
          <p:cNvSpPr>
            <a:spLocks noGrp="1"/>
          </p:cNvSpPr>
          <p:nvPr>
            <p:ph type="title"/>
          </p:nvPr>
        </p:nvSpPr>
        <p:spPr>
          <a:xfrm>
            <a:off x="404378" y="2459917"/>
            <a:ext cx="2763269" cy="910346"/>
          </a:xfrm>
        </p:spPr>
        <p:txBody>
          <a:bodyPr/>
          <a:lstStyle/>
          <a:p>
            <a:r>
              <a:rPr lang="en-GB"/>
              <a:t>Click to edit Master title style</a:t>
            </a:r>
          </a:p>
        </p:txBody>
      </p:sp>
    </p:spTree>
    <p:extLst>
      <p:ext uri="{BB962C8B-B14F-4D97-AF65-F5344CB8AC3E}">
        <p14:creationId xmlns:p14="http://schemas.microsoft.com/office/powerpoint/2010/main" val="3829717118"/>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Big Dat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01A1D7-A824-48A0-3E0C-4A7C86CA63AB}"/>
              </a:ext>
            </a:extLst>
          </p:cNvPr>
          <p:cNvSpPr>
            <a:spLocks noGrp="1"/>
          </p:cNvSpPr>
          <p:nvPr>
            <p:ph type="title" hasCustomPrompt="1"/>
          </p:nvPr>
        </p:nvSpPr>
        <p:spPr>
          <a:xfrm>
            <a:off x="400050" y="-300748"/>
            <a:ext cx="5643563" cy="249299"/>
          </a:xfrm>
        </p:spPr>
        <p:txBody>
          <a:bodyPr wrap="square">
            <a:spAutoFit/>
          </a:bodyPr>
          <a:lstStyle>
            <a:lvl1pPr>
              <a:defRPr sz="1800" b="0"/>
            </a:lvl1pPr>
          </a:lstStyle>
          <a:p>
            <a:r>
              <a:rPr lang="en-US"/>
              <a:t>Title for accessibility</a:t>
            </a:r>
          </a:p>
        </p:txBody>
      </p:sp>
      <p:sp>
        <p:nvSpPr>
          <p:cNvPr id="8" name="Text Placeholder 2">
            <a:extLst>
              <a:ext uri="{FF2B5EF4-FFF2-40B4-BE49-F238E27FC236}">
                <a16:creationId xmlns:a16="http://schemas.microsoft.com/office/drawing/2014/main" id="{6949215D-624C-7D6A-5688-62477C18FAD8}"/>
              </a:ext>
            </a:extLst>
          </p:cNvPr>
          <p:cNvSpPr>
            <a:spLocks noGrp="1"/>
          </p:cNvSpPr>
          <p:nvPr>
            <p:ph type="body" idx="11" hasCustomPrompt="1"/>
          </p:nvPr>
        </p:nvSpPr>
        <p:spPr>
          <a:xfrm>
            <a:off x="6118193" y="918220"/>
            <a:ext cx="5660723" cy="1846659"/>
          </a:xfrm>
          <a:prstGeom prst="rect">
            <a:avLst/>
          </a:prstGeom>
        </p:spPr>
        <p:txBody>
          <a:bodyPr wrap="square">
            <a:spAutoFit/>
          </a:bodyPr>
          <a:lstStyle>
            <a:lvl1pPr marL="0" indent="0" algn="l">
              <a:lnSpc>
                <a:spcPct val="80000"/>
              </a:lnSpc>
              <a:spcBef>
                <a:spcPts val="0"/>
              </a:spcBef>
              <a:spcAft>
                <a:spcPts val="0"/>
              </a:spcAft>
              <a:buNone/>
              <a:defRPr sz="15000" b="0" kern="100" spc="-50" baseline="0">
                <a:solidFill>
                  <a:schemeClr val="accent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0</a:t>
            </a:r>
          </a:p>
        </p:txBody>
      </p:sp>
      <p:sp>
        <p:nvSpPr>
          <p:cNvPr id="3" name="Content Placeholder 2">
            <a:extLst>
              <a:ext uri="{FF2B5EF4-FFF2-40B4-BE49-F238E27FC236}">
                <a16:creationId xmlns:a16="http://schemas.microsoft.com/office/drawing/2014/main" id="{226E3B15-3502-F478-0302-DCABA0B41AD0}"/>
              </a:ext>
            </a:extLst>
          </p:cNvPr>
          <p:cNvSpPr>
            <a:spLocks noGrp="1"/>
          </p:cNvSpPr>
          <p:nvPr>
            <p:ph idx="1"/>
          </p:nvPr>
        </p:nvSpPr>
        <p:spPr>
          <a:xfrm>
            <a:off x="6160970" y="2433637"/>
            <a:ext cx="5640505" cy="3027363"/>
          </a:xfrm>
          <a:prstGeom prst="rect">
            <a:avLst/>
          </a:prstGeom>
        </p:spPr>
        <p:txBody>
          <a:bodyPr/>
          <a:lstStyle>
            <a:lvl1pPr>
              <a:lnSpc>
                <a:spcPct val="100000"/>
              </a:lnSpc>
              <a:spcBef>
                <a:spcPts val="900"/>
              </a:spcBef>
              <a:spcAft>
                <a:spcPts val="0"/>
              </a:spcAft>
              <a:defRPr sz="6600" b="0" spc="-50" baseline="0">
                <a:latin typeface="+mj-lt"/>
              </a:defRPr>
            </a:lvl1pPr>
          </a:lstStyle>
          <a:p>
            <a:pPr lvl="0"/>
            <a:r>
              <a:rPr lang="en-GB"/>
              <a:t>Click to edit Master text styles</a:t>
            </a:r>
          </a:p>
        </p:txBody>
      </p:sp>
      <p:sp>
        <p:nvSpPr>
          <p:cNvPr id="7" name="Footer Placeholder 4">
            <a:extLst>
              <a:ext uri="{FF2B5EF4-FFF2-40B4-BE49-F238E27FC236}">
                <a16:creationId xmlns:a16="http://schemas.microsoft.com/office/drawing/2014/main" id="{9B293083-8587-219C-C524-D809D6A866A2}"/>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PwC Risk Management</a:t>
            </a:r>
          </a:p>
        </p:txBody>
      </p:sp>
      <p:sp>
        <p:nvSpPr>
          <p:cNvPr id="9" name="Slide Number Placeholder 13">
            <a:extLst>
              <a:ext uri="{FF2B5EF4-FFF2-40B4-BE49-F238E27FC236}">
                <a16:creationId xmlns:a16="http://schemas.microsoft.com/office/drawing/2014/main" id="{5AC9A00F-F989-8AFC-7652-904E0B2E41F0}"/>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
        <p:nvSpPr>
          <p:cNvPr id="5" name="Content Placeholder 4">
            <a:extLst>
              <a:ext uri="{FF2B5EF4-FFF2-40B4-BE49-F238E27FC236}">
                <a16:creationId xmlns:a16="http://schemas.microsoft.com/office/drawing/2014/main" id="{C7E7FE79-C2EF-4D42-C8D0-3D4E30A7B835}"/>
              </a:ext>
            </a:extLst>
          </p:cNvPr>
          <p:cNvSpPr>
            <a:spLocks noGrp="1"/>
          </p:cNvSpPr>
          <p:nvPr>
            <p:ph sz="quarter" idx="12"/>
          </p:nvPr>
        </p:nvSpPr>
        <p:spPr>
          <a:xfrm>
            <a:off x="402222" y="4516438"/>
            <a:ext cx="4686300" cy="1425575"/>
          </a:xfrm>
        </p:spPr>
        <p:txBody>
          <a:bodyPr/>
          <a:lstStyle/>
          <a:p>
            <a:pPr lvl="0"/>
            <a:r>
              <a:rPr lang="en-GB"/>
              <a:t>Click to edit Master text styles</a:t>
            </a:r>
          </a:p>
          <a:p>
            <a:pPr lvl="1"/>
            <a:r>
              <a:rPr lang="en-GB"/>
              <a:t>Second level</a:t>
            </a:r>
          </a:p>
        </p:txBody>
      </p:sp>
    </p:spTree>
    <p:extLst>
      <p:ext uri="{BB962C8B-B14F-4D97-AF65-F5344CB8AC3E}">
        <p14:creationId xmlns:p14="http://schemas.microsoft.com/office/powerpoint/2010/main" val="3104871291"/>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Big Data 2">
    <p:bg>
      <p:bgPr>
        <a:solidFill>
          <a:srgbClr val="FFE8D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01A1D7-A824-48A0-3E0C-4A7C86CA63AB}"/>
              </a:ext>
            </a:extLst>
          </p:cNvPr>
          <p:cNvSpPr>
            <a:spLocks noGrp="1"/>
          </p:cNvSpPr>
          <p:nvPr>
            <p:ph type="title" hasCustomPrompt="1"/>
          </p:nvPr>
        </p:nvSpPr>
        <p:spPr>
          <a:xfrm>
            <a:off x="400050" y="-300748"/>
            <a:ext cx="5643563" cy="249299"/>
          </a:xfrm>
        </p:spPr>
        <p:txBody>
          <a:bodyPr wrap="square">
            <a:spAutoFit/>
          </a:bodyPr>
          <a:lstStyle>
            <a:lvl1pPr>
              <a:defRPr sz="1800" b="0"/>
            </a:lvl1pPr>
          </a:lstStyle>
          <a:p>
            <a:r>
              <a:rPr lang="en-US"/>
              <a:t>Title for accessibility</a:t>
            </a:r>
          </a:p>
        </p:txBody>
      </p:sp>
      <p:sp>
        <p:nvSpPr>
          <p:cNvPr id="8" name="Text Placeholder 2">
            <a:extLst>
              <a:ext uri="{FF2B5EF4-FFF2-40B4-BE49-F238E27FC236}">
                <a16:creationId xmlns:a16="http://schemas.microsoft.com/office/drawing/2014/main" id="{6949215D-624C-7D6A-5688-62477C18FAD8}"/>
              </a:ext>
            </a:extLst>
          </p:cNvPr>
          <p:cNvSpPr>
            <a:spLocks noGrp="1"/>
          </p:cNvSpPr>
          <p:nvPr>
            <p:ph type="body" idx="11" hasCustomPrompt="1"/>
          </p:nvPr>
        </p:nvSpPr>
        <p:spPr>
          <a:xfrm>
            <a:off x="6123540" y="918220"/>
            <a:ext cx="5651199" cy="1846659"/>
          </a:xfrm>
          <a:prstGeom prst="rect">
            <a:avLst/>
          </a:prstGeom>
        </p:spPr>
        <p:txBody>
          <a:bodyPr wrap="square">
            <a:spAutoFit/>
          </a:bodyPr>
          <a:lstStyle>
            <a:lvl1pPr marL="0" indent="0" algn="l">
              <a:lnSpc>
                <a:spcPct val="80000"/>
              </a:lnSpc>
              <a:spcBef>
                <a:spcPts val="0"/>
              </a:spcBef>
              <a:spcAft>
                <a:spcPts val="0"/>
              </a:spcAft>
              <a:buNone/>
              <a:defRPr sz="15000" b="0" kern="100" spc="-50" baseline="0">
                <a:solidFill>
                  <a:schemeClr val="accent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0</a:t>
            </a:r>
          </a:p>
        </p:txBody>
      </p:sp>
      <p:sp>
        <p:nvSpPr>
          <p:cNvPr id="3" name="Content Placeholder 2">
            <a:extLst>
              <a:ext uri="{FF2B5EF4-FFF2-40B4-BE49-F238E27FC236}">
                <a16:creationId xmlns:a16="http://schemas.microsoft.com/office/drawing/2014/main" id="{226E3B15-3502-F478-0302-DCABA0B41AD0}"/>
              </a:ext>
            </a:extLst>
          </p:cNvPr>
          <p:cNvSpPr>
            <a:spLocks noGrp="1"/>
          </p:cNvSpPr>
          <p:nvPr>
            <p:ph idx="1"/>
          </p:nvPr>
        </p:nvSpPr>
        <p:spPr>
          <a:xfrm>
            <a:off x="6160970" y="2433637"/>
            <a:ext cx="5651199" cy="3027363"/>
          </a:xfrm>
          <a:prstGeom prst="rect">
            <a:avLst/>
          </a:prstGeom>
        </p:spPr>
        <p:txBody>
          <a:bodyPr/>
          <a:lstStyle>
            <a:lvl1pPr>
              <a:lnSpc>
                <a:spcPct val="100000"/>
              </a:lnSpc>
              <a:spcBef>
                <a:spcPts val="900"/>
              </a:spcBef>
              <a:spcAft>
                <a:spcPts val="0"/>
              </a:spcAft>
              <a:defRPr sz="6600" b="0" spc="-50" baseline="0">
                <a:latin typeface="+mj-lt"/>
              </a:defRPr>
            </a:lvl1pPr>
          </a:lstStyle>
          <a:p>
            <a:pPr lvl="0"/>
            <a:r>
              <a:rPr lang="en-GB"/>
              <a:t>Click to edit Master text styles</a:t>
            </a:r>
          </a:p>
        </p:txBody>
      </p:sp>
      <p:sp>
        <p:nvSpPr>
          <p:cNvPr id="7" name="Footer Placeholder 4">
            <a:extLst>
              <a:ext uri="{FF2B5EF4-FFF2-40B4-BE49-F238E27FC236}">
                <a16:creationId xmlns:a16="http://schemas.microsoft.com/office/drawing/2014/main" id="{D88750FF-80B0-EEE6-F89F-A76248A4F83E}"/>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PwC Risk Management</a:t>
            </a:r>
          </a:p>
        </p:txBody>
      </p:sp>
      <p:sp>
        <p:nvSpPr>
          <p:cNvPr id="9" name="Slide Number Placeholder 13">
            <a:extLst>
              <a:ext uri="{FF2B5EF4-FFF2-40B4-BE49-F238E27FC236}">
                <a16:creationId xmlns:a16="http://schemas.microsoft.com/office/drawing/2014/main" id="{5E9F5B4A-B723-2879-D7EE-D016027E28B5}"/>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
        <p:nvSpPr>
          <p:cNvPr id="4" name="Content Placeholder 4">
            <a:extLst>
              <a:ext uri="{FF2B5EF4-FFF2-40B4-BE49-F238E27FC236}">
                <a16:creationId xmlns:a16="http://schemas.microsoft.com/office/drawing/2014/main" id="{D49DCBEF-415E-CCFF-783B-9C7344D506E9}"/>
              </a:ext>
            </a:extLst>
          </p:cNvPr>
          <p:cNvSpPr>
            <a:spLocks noGrp="1"/>
          </p:cNvSpPr>
          <p:nvPr>
            <p:ph sz="quarter" idx="12"/>
          </p:nvPr>
        </p:nvSpPr>
        <p:spPr>
          <a:xfrm>
            <a:off x="402222" y="4516438"/>
            <a:ext cx="4686300" cy="1425575"/>
          </a:xfrm>
        </p:spPr>
        <p:txBody>
          <a:bodyPr/>
          <a:lstStyle/>
          <a:p>
            <a:pPr lvl="0"/>
            <a:r>
              <a:rPr lang="en-GB"/>
              <a:t>Click to edit Master text styles</a:t>
            </a:r>
          </a:p>
          <a:p>
            <a:pPr lvl="1"/>
            <a:r>
              <a:rPr lang="en-GB"/>
              <a:t>Second level</a:t>
            </a:r>
          </a:p>
        </p:txBody>
      </p:sp>
    </p:spTree>
    <p:extLst>
      <p:ext uri="{BB962C8B-B14F-4D97-AF65-F5344CB8AC3E}">
        <p14:creationId xmlns:p14="http://schemas.microsoft.com/office/powerpoint/2010/main" val="3080290807"/>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Three Images Stacked">
    <p:spTree>
      <p:nvGrpSpPr>
        <p:cNvPr id="1" name=""/>
        <p:cNvGrpSpPr/>
        <p:nvPr/>
      </p:nvGrpSpPr>
      <p:grpSpPr>
        <a:xfrm>
          <a:off x="0" y="0"/>
          <a:ext cx="0" cy="0"/>
          <a:chOff x="0" y="0"/>
          <a:chExt cx="0" cy="0"/>
        </a:xfrm>
      </p:grpSpPr>
      <p:sp>
        <p:nvSpPr>
          <p:cNvPr id="22" name="Content Placeholder 2">
            <a:extLst>
              <a:ext uri="{FF2B5EF4-FFF2-40B4-BE49-F238E27FC236}">
                <a16:creationId xmlns:a16="http://schemas.microsoft.com/office/drawing/2014/main" id="{D806524E-A06F-7FE8-9CD5-2244991C1E3D}"/>
              </a:ext>
            </a:extLst>
          </p:cNvPr>
          <p:cNvSpPr>
            <a:spLocks noGrp="1"/>
          </p:cNvSpPr>
          <p:nvPr>
            <p:ph idx="17"/>
          </p:nvPr>
        </p:nvSpPr>
        <p:spPr>
          <a:xfrm>
            <a:off x="404495" y="3489008"/>
            <a:ext cx="3719830" cy="2446655"/>
          </a:xfrm>
          <a:prstGeom prst="rect">
            <a:avLst/>
          </a:prstGeom>
        </p:spPr>
        <p:txBody>
          <a:bodyPr/>
          <a:lstStyle>
            <a:lvl1pPr>
              <a:lnSpc>
                <a:spcPct val="95000"/>
              </a:lnSpc>
              <a:spcBef>
                <a:spcPts val="0"/>
              </a:spcBef>
              <a:spcAft>
                <a:spcPts val="0"/>
              </a:spcAft>
              <a:defRPr sz="2400" b="1">
                <a:latin typeface="+mn-lt"/>
              </a:defRPr>
            </a:lvl1pPr>
            <a:lvl2pPr>
              <a:defRPr sz="1200"/>
            </a:lvl2pPr>
            <a:lvl3pPr>
              <a:defRPr sz="1200"/>
            </a:lvl3pPr>
            <a:lvl4pPr>
              <a:defRPr sz="1200"/>
            </a:lvl4pPr>
            <a:lvl5pPr>
              <a:defRPr sz="1200"/>
            </a:lvl5pPr>
          </a:lstStyle>
          <a:p>
            <a:pPr lvl="0"/>
            <a:r>
              <a:rPr lang="en-GB"/>
              <a:t>Click to edit Master text styles</a:t>
            </a:r>
          </a:p>
        </p:txBody>
      </p:sp>
      <p:sp>
        <p:nvSpPr>
          <p:cNvPr id="13" name="Picture Placeholder 14">
            <a:extLst>
              <a:ext uri="{FF2B5EF4-FFF2-40B4-BE49-F238E27FC236}">
                <a16:creationId xmlns:a16="http://schemas.microsoft.com/office/drawing/2014/main" id="{099A4469-274E-EB1F-F85D-D95E959AA143}"/>
              </a:ext>
            </a:extLst>
          </p:cNvPr>
          <p:cNvSpPr>
            <a:spLocks noGrp="1"/>
          </p:cNvSpPr>
          <p:nvPr>
            <p:ph type="pic" sz="quarter" idx="12"/>
          </p:nvPr>
        </p:nvSpPr>
        <p:spPr>
          <a:xfrm>
            <a:off x="5199978" y="1424941"/>
            <a:ext cx="1804072" cy="1432560"/>
          </a:xfrm>
          <a:prstGeom prst="rect">
            <a:avLst/>
          </a:prstGeom>
          <a:solidFill>
            <a:schemeClr val="bg2"/>
          </a:solidFill>
        </p:spPr>
        <p:txBody>
          <a:bodyPr tIns="457200"/>
          <a:lstStyle>
            <a:lvl1pPr algn="ctr">
              <a:defRPr/>
            </a:lvl1pPr>
          </a:lstStyle>
          <a:p>
            <a:r>
              <a:rPr lang="en-GB"/>
              <a:t>Click icon to add picture</a:t>
            </a:r>
            <a:endParaRPr lang="en-US"/>
          </a:p>
        </p:txBody>
      </p:sp>
      <p:sp>
        <p:nvSpPr>
          <p:cNvPr id="20" name="Picture Placeholder 14">
            <a:extLst>
              <a:ext uri="{FF2B5EF4-FFF2-40B4-BE49-F238E27FC236}">
                <a16:creationId xmlns:a16="http://schemas.microsoft.com/office/drawing/2014/main" id="{750FAC0A-93E6-9A08-7990-0346002AB7C9}"/>
              </a:ext>
            </a:extLst>
          </p:cNvPr>
          <p:cNvSpPr>
            <a:spLocks noGrp="1"/>
          </p:cNvSpPr>
          <p:nvPr>
            <p:ph type="pic" sz="quarter" idx="15"/>
          </p:nvPr>
        </p:nvSpPr>
        <p:spPr>
          <a:xfrm>
            <a:off x="5199978" y="2981643"/>
            <a:ext cx="1804072" cy="1432560"/>
          </a:xfrm>
          <a:prstGeom prst="rect">
            <a:avLst/>
          </a:prstGeom>
          <a:solidFill>
            <a:schemeClr val="bg2"/>
          </a:solidFill>
        </p:spPr>
        <p:txBody>
          <a:bodyPr tIns="457200"/>
          <a:lstStyle>
            <a:lvl1pPr algn="ctr">
              <a:defRPr/>
            </a:lvl1pPr>
          </a:lstStyle>
          <a:p>
            <a:r>
              <a:rPr lang="en-GB"/>
              <a:t>Click icon to add picture</a:t>
            </a:r>
            <a:endParaRPr lang="en-US"/>
          </a:p>
        </p:txBody>
      </p:sp>
      <p:sp>
        <p:nvSpPr>
          <p:cNvPr id="21" name="Picture Placeholder 14">
            <a:extLst>
              <a:ext uri="{FF2B5EF4-FFF2-40B4-BE49-F238E27FC236}">
                <a16:creationId xmlns:a16="http://schemas.microsoft.com/office/drawing/2014/main" id="{C66DD72C-97BB-14F2-361C-2441F75A4327}"/>
              </a:ext>
            </a:extLst>
          </p:cNvPr>
          <p:cNvSpPr>
            <a:spLocks noGrp="1"/>
          </p:cNvSpPr>
          <p:nvPr>
            <p:ph type="pic" sz="quarter" idx="16"/>
          </p:nvPr>
        </p:nvSpPr>
        <p:spPr>
          <a:xfrm>
            <a:off x="5199978" y="4521518"/>
            <a:ext cx="1804072" cy="1432560"/>
          </a:xfrm>
          <a:prstGeom prst="rect">
            <a:avLst/>
          </a:prstGeom>
          <a:solidFill>
            <a:schemeClr val="bg2"/>
          </a:solidFill>
        </p:spPr>
        <p:txBody>
          <a:bodyPr tIns="457200"/>
          <a:lstStyle>
            <a:lvl1pPr algn="ctr">
              <a:defRPr/>
            </a:lvl1pPr>
          </a:lstStyle>
          <a:p>
            <a:r>
              <a:rPr lang="en-GB"/>
              <a:t>Click icon to add picture</a:t>
            </a:r>
            <a:endParaRPr lang="en-US"/>
          </a:p>
        </p:txBody>
      </p:sp>
      <p:sp>
        <p:nvSpPr>
          <p:cNvPr id="7" name="Footer Placeholder 4">
            <a:extLst>
              <a:ext uri="{FF2B5EF4-FFF2-40B4-BE49-F238E27FC236}">
                <a16:creationId xmlns:a16="http://schemas.microsoft.com/office/drawing/2014/main" id="{0A56C71D-1695-AE64-7C05-4DD0750A3DDA}"/>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PwC Risk Management</a:t>
            </a:r>
          </a:p>
        </p:txBody>
      </p:sp>
      <p:sp>
        <p:nvSpPr>
          <p:cNvPr id="8" name="Slide Number Placeholder 13">
            <a:extLst>
              <a:ext uri="{FF2B5EF4-FFF2-40B4-BE49-F238E27FC236}">
                <a16:creationId xmlns:a16="http://schemas.microsoft.com/office/drawing/2014/main" id="{3EB5F658-B8CE-7FB5-990E-79F690D1E17E}"/>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
        <p:nvSpPr>
          <p:cNvPr id="2" name="Title 1">
            <a:extLst>
              <a:ext uri="{FF2B5EF4-FFF2-40B4-BE49-F238E27FC236}">
                <a16:creationId xmlns:a16="http://schemas.microsoft.com/office/drawing/2014/main" id="{C0690356-E457-E35B-1AD3-3656F4B03E2F}"/>
              </a:ext>
            </a:extLst>
          </p:cNvPr>
          <p:cNvSpPr>
            <a:spLocks noGrp="1"/>
          </p:cNvSpPr>
          <p:nvPr>
            <p:ph type="title"/>
          </p:nvPr>
        </p:nvSpPr>
        <p:spPr/>
        <p:txBody>
          <a:bodyPr/>
          <a:lstStyle/>
          <a:p>
            <a:r>
              <a:rPr lang="en-GB"/>
              <a:t>Click to edit Master title style</a:t>
            </a:r>
          </a:p>
        </p:txBody>
      </p:sp>
      <p:sp>
        <p:nvSpPr>
          <p:cNvPr id="4" name="Content Placeholder 3">
            <a:extLst>
              <a:ext uri="{FF2B5EF4-FFF2-40B4-BE49-F238E27FC236}">
                <a16:creationId xmlns:a16="http://schemas.microsoft.com/office/drawing/2014/main" id="{2E5CDE1D-0EA5-DC0E-46F7-1D1679B197EE}"/>
              </a:ext>
            </a:extLst>
          </p:cNvPr>
          <p:cNvSpPr>
            <a:spLocks noGrp="1"/>
          </p:cNvSpPr>
          <p:nvPr>
            <p:ph sz="quarter" idx="18"/>
          </p:nvPr>
        </p:nvSpPr>
        <p:spPr>
          <a:xfrm>
            <a:off x="7123698" y="1430922"/>
            <a:ext cx="4678330" cy="1431925"/>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Content Placeholder 3">
            <a:extLst>
              <a:ext uri="{FF2B5EF4-FFF2-40B4-BE49-F238E27FC236}">
                <a16:creationId xmlns:a16="http://schemas.microsoft.com/office/drawing/2014/main" id="{9A4AC367-E709-4EE4-32AC-7648936C33B4}"/>
              </a:ext>
            </a:extLst>
          </p:cNvPr>
          <p:cNvSpPr>
            <a:spLocks noGrp="1"/>
          </p:cNvSpPr>
          <p:nvPr>
            <p:ph sz="quarter" idx="19"/>
          </p:nvPr>
        </p:nvSpPr>
        <p:spPr>
          <a:xfrm>
            <a:off x="7123698" y="2976311"/>
            <a:ext cx="4678330" cy="1431925"/>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9" name="Content Placeholder 3">
            <a:extLst>
              <a:ext uri="{FF2B5EF4-FFF2-40B4-BE49-F238E27FC236}">
                <a16:creationId xmlns:a16="http://schemas.microsoft.com/office/drawing/2014/main" id="{E6CE708D-E6D2-FFBA-AA21-1AFBC77C4CD5}"/>
              </a:ext>
            </a:extLst>
          </p:cNvPr>
          <p:cNvSpPr>
            <a:spLocks noGrp="1"/>
          </p:cNvSpPr>
          <p:nvPr>
            <p:ph sz="quarter" idx="20"/>
          </p:nvPr>
        </p:nvSpPr>
        <p:spPr>
          <a:xfrm>
            <a:off x="7123698" y="4516354"/>
            <a:ext cx="4678330" cy="1431925"/>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Tree>
    <p:extLst>
      <p:ext uri="{BB962C8B-B14F-4D97-AF65-F5344CB8AC3E}">
        <p14:creationId xmlns:p14="http://schemas.microsoft.com/office/powerpoint/2010/main" val="947978507"/>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Text and Large Stat">
    <p:spTree>
      <p:nvGrpSpPr>
        <p:cNvPr id="1" name=""/>
        <p:cNvGrpSpPr/>
        <p:nvPr/>
      </p:nvGrpSpPr>
      <p:grpSpPr>
        <a:xfrm>
          <a:off x="0" y="0"/>
          <a:ext cx="0" cy="0"/>
          <a:chOff x="0" y="0"/>
          <a:chExt cx="0" cy="0"/>
        </a:xfrm>
      </p:grpSpPr>
      <p:sp>
        <p:nvSpPr>
          <p:cNvPr id="5" name="Title Placeholder 1">
            <a:extLst>
              <a:ext uri="{FF2B5EF4-FFF2-40B4-BE49-F238E27FC236}">
                <a16:creationId xmlns:a16="http://schemas.microsoft.com/office/drawing/2014/main" id="{F0A5006C-1C3A-4674-032E-590F9BDB859A}"/>
              </a:ext>
            </a:extLst>
          </p:cNvPr>
          <p:cNvSpPr>
            <a:spLocks noGrp="1"/>
          </p:cNvSpPr>
          <p:nvPr>
            <p:ph type="title"/>
          </p:nvPr>
        </p:nvSpPr>
        <p:spPr>
          <a:xfrm>
            <a:off x="402011" y="3488907"/>
            <a:ext cx="4688683" cy="2449025"/>
          </a:xfrm>
          <a:prstGeom prst="rect">
            <a:avLst/>
          </a:prstGeom>
        </p:spPr>
        <p:txBody>
          <a:bodyPr vert="horz" lIns="0" tIns="0" rIns="0" bIns="0" rtlCol="0" anchor="t" anchorCtr="0">
            <a:noAutofit/>
          </a:bodyPr>
          <a:lstStyle>
            <a:lvl1pPr>
              <a:defRPr sz="4000"/>
            </a:lvl1pPr>
          </a:lstStyle>
          <a:p>
            <a:r>
              <a:rPr lang="en-GB"/>
              <a:t>Click to edit Master title style</a:t>
            </a:r>
            <a:endParaRPr lang="en-US"/>
          </a:p>
        </p:txBody>
      </p:sp>
      <p:sp>
        <p:nvSpPr>
          <p:cNvPr id="10" name="Content Placeholder 2">
            <a:extLst>
              <a:ext uri="{FF2B5EF4-FFF2-40B4-BE49-F238E27FC236}">
                <a16:creationId xmlns:a16="http://schemas.microsoft.com/office/drawing/2014/main" id="{1E8B33F3-7C1D-479F-3B92-0DE073C2E4F5}"/>
              </a:ext>
            </a:extLst>
          </p:cNvPr>
          <p:cNvSpPr>
            <a:spLocks noGrp="1"/>
          </p:cNvSpPr>
          <p:nvPr>
            <p:ph idx="1" hasCustomPrompt="1"/>
          </p:nvPr>
        </p:nvSpPr>
        <p:spPr>
          <a:xfrm>
            <a:off x="6165533" y="880660"/>
            <a:ext cx="5636494" cy="2045420"/>
          </a:xfrm>
          <a:prstGeom prst="rect">
            <a:avLst/>
          </a:prstGeom>
        </p:spPr>
        <p:txBody>
          <a:bodyPr/>
          <a:lstStyle>
            <a:lvl1pPr>
              <a:lnSpc>
                <a:spcPct val="80000"/>
              </a:lnSpc>
              <a:spcBef>
                <a:spcPts val="0"/>
              </a:spcBef>
              <a:spcAft>
                <a:spcPts val="0"/>
              </a:spcAft>
              <a:defRPr sz="20000" b="0" spc="-390" baseline="0">
                <a:solidFill>
                  <a:schemeClr val="accent1"/>
                </a:solidFill>
              </a:defRPr>
            </a:lvl1pPr>
          </a:lstStyle>
          <a:p>
            <a:pPr lvl="0"/>
            <a:r>
              <a:rPr lang="en-US"/>
              <a:t>00</a:t>
            </a:r>
          </a:p>
        </p:txBody>
      </p:sp>
      <p:sp>
        <p:nvSpPr>
          <p:cNvPr id="4" name="Footer Placeholder 4">
            <a:extLst>
              <a:ext uri="{FF2B5EF4-FFF2-40B4-BE49-F238E27FC236}">
                <a16:creationId xmlns:a16="http://schemas.microsoft.com/office/drawing/2014/main" id="{505126B4-5061-ACE1-29DB-F4E4B9305070}"/>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PwC Risk Management</a:t>
            </a:r>
          </a:p>
        </p:txBody>
      </p:sp>
      <p:sp>
        <p:nvSpPr>
          <p:cNvPr id="6" name="Slide Number Placeholder 13">
            <a:extLst>
              <a:ext uri="{FF2B5EF4-FFF2-40B4-BE49-F238E27FC236}">
                <a16:creationId xmlns:a16="http://schemas.microsoft.com/office/drawing/2014/main" id="{A318CA9E-32E8-938F-0187-CE5990310D19}"/>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
        <p:nvSpPr>
          <p:cNvPr id="3" name="Content Placeholder 2">
            <a:extLst>
              <a:ext uri="{FF2B5EF4-FFF2-40B4-BE49-F238E27FC236}">
                <a16:creationId xmlns:a16="http://schemas.microsoft.com/office/drawing/2014/main" id="{073048B1-EA7C-358D-B54F-B1D504722C5C}"/>
              </a:ext>
            </a:extLst>
          </p:cNvPr>
          <p:cNvSpPr>
            <a:spLocks noGrp="1"/>
          </p:cNvSpPr>
          <p:nvPr>
            <p:ph sz="quarter" idx="10"/>
          </p:nvPr>
        </p:nvSpPr>
        <p:spPr>
          <a:xfrm>
            <a:off x="6165850" y="3489910"/>
            <a:ext cx="5635625" cy="2454275"/>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Tree>
    <p:extLst>
      <p:ext uri="{BB962C8B-B14F-4D97-AF65-F5344CB8AC3E}">
        <p14:creationId xmlns:p14="http://schemas.microsoft.com/office/powerpoint/2010/main" val="1043061867"/>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Text and Sidebar">
    <p:spTree>
      <p:nvGrpSpPr>
        <p:cNvPr id="1" name=""/>
        <p:cNvGrpSpPr/>
        <p:nvPr/>
      </p:nvGrpSpPr>
      <p:grpSpPr>
        <a:xfrm>
          <a:off x="0" y="0"/>
          <a:ext cx="0" cy="0"/>
          <a:chOff x="0" y="0"/>
          <a:chExt cx="0" cy="0"/>
        </a:xfrm>
      </p:grpSpPr>
      <p:sp>
        <p:nvSpPr>
          <p:cNvPr id="5" name="Title Placeholder 1">
            <a:extLst>
              <a:ext uri="{FF2B5EF4-FFF2-40B4-BE49-F238E27FC236}">
                <a16:creationId xmlns:a16="http://schemas.microsoft.com/office/drawing/2014/main" id="{F0A5006C-1C3A-4674-032E-590F9BDB859A}"/>
              </a:ext>
            </a:extLst>
          </p:cNvPr>
          <p:cNvSpPr>
            <a:spLocks noGrp="1"/>
          </p:cNvSpPr>
          <p:nvPr>
            <p:ph type="title"/>
          </p:nvPr>
        </p:nvSpPr>
        <p:spPr>
          <a:xfrm>
            <a:off x="402011" y="3485833"/>
            <a:ext cx="5645946" cy="2446655"/>
          </a:xfrm>
          <a:prstGeom prst="rect">
            <a:avLst/>
          </a:prstGeom>
        </p:spPr>
        <p:txBody>
          <a:bodyPr vert="horz" lIns="0" tIns="0" rIns="0" bIns="0" rtlCol="0" anchor="t" anchorCtr="0">
            <a:noAutofit/>
          </a:bodyPr>
          <a:lstStyle>
            <a:lvl1pPr>
              <a:defRPr sz="4000"/>
            </a:lvl1pPr>
          </a:lstStyle>
          <a:p>
            <a:r>
              <a:rPr lang="en-GB"/>
              <a:t>Click to edit Master title style</a:t>
            </a:r>
            <a:endParaRPr lang="en-US"/>
          </a:p>
        </p:txBody>
      </p:sp>
      <p:sp>
        <p:nvSpPr>
          <p:cNvPr id="7" name="Text Placeholder 6">
            <a:extLst>
              <a:ext uri="{FF2B5EF4-FFF2-40B4-BE49-F238E27FC236}">
                <a16:creationId xmlns:a16="http://schemas.microsoft.com/office/drawing/2014/main" id="{F61931EA-4F62-CD08-4165-33E086404500}"/>
              </a:ext>
            </a:extLst>
          </p:cNvPr>
          <p:cNvSpPr>
            <a:spLocks noGrp="1"/>
          </p:cNvSpPr>
          <p:nvPr>
            <p:ph type="body" sz="quarter" idx="11" hasCustomPrompt="1"/>
          </p:nvPr>
        </p:nvSpPr>
        <p:spPr>
          <a:xfrm>
            <a:off x="7118350" y="400050"/>
            <a:ext cx="4683125" cy="2970213"/>
          </a:xfrm>
          <a:prstGeom prst="rect">
            <a:avLst/>
          </a:prstGeom>
          <a:solidFill>
            <a:schemeClr val="accent1"/>
          </a:solidFill>
        </p:spPr>
        <p:txBody>
          <a:bodyPr lIns="274320" tIns="274320"/>
          <a:lstStyle>
            <a:lvl1pPr>
              <a:spcAft>
                <a:spcPts val="6000"/>
              </a:spcAft>
              <a:defRPr sz="8600" b="0">
                <a:solidFill>
                  <a:schemeClr val="bg1"/>
                </a:solidFill>
              </a:defRPr>
            </a:lvl1pPr>
            <a:lvl2pPr>
              <a:spcBef>
                <a:spcPts val="0"/>
              </a:spcBef>
              <a:defRPr b="1">
                <a:solidFill>
                  <a:schemeClr val="tx1"/>
                </a:solidFill>
                <a:latin typeface="+mn-lt"/>
              </a:defRPr>
            </a:lvl2pPr>
          </a:lstStyle>
          <a:p>
            <a:pPr lvl="0"/>
            <a:r>
              <a:rPr lang="en-US"/>
              <a:t>0,000</a:t>
            </a:r>
          </a:p>
          <a:p>
            <a:pPr lvl="1"/>
            <a:r>
              <a:rPr lang="en-US"/>
              <a:t>Second level</a:t>
            </a:r>
          </a:p>
        </p:txBody>
      </p:sp>
      <p:sp>
        <p:nvSpPr>
          <p:cNvPr id="4" name="Footer Placeholder 4">
            <a:extLst>
              <a:ext uri="{FF2B5EF4-FFF2-40B4-BE49-F238E27FC236}">
                <a16:creationId xmlns:a16="http://schemas.microsoft.com/office/drawing/2014/main" id="{E2A3DA15-4C69-255A-358A-480458D2DFE9}"/>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PwC Risk Management</a:t>
            </a:r>
          </a:p>
        </p:txBody>
      </p:sp>
      <p:sp>
        <p:nvSpPr>
          <p:cNvPr id="6" name="Slide Number Placeholder 13">
            <a:extLst>
              <a:ext uri="{FF2B5EF4-FFF2-40B4-BE49-F238E27FC236}">
                <a16:creationId xmlns:a16="http://schemas.microsoft.com/office/drawing/2014/main" id="{B39A73BF-92D5-1C5F-A374-82FF2405936F}"/>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
        <p:nvSpPr>
          <p:cNvPr id="2" name="Content Placeholder 2">
            <a:extLst>
              <a:ext uri="{FF2B5EF4-FFF2-40B4-BE49-F238E27FC236}">
                <a16:creationId xmlns:a16="http://schemas.microsoft.com/office/drawing/2014/main" id="{1F101EA3-1C53-C466-1D2F-25A859339BDE}"/>
              </a:ext>
            </a:extLst>
          </p:cNvPr>
          <p:cNvSpPr>
            <a:spLocks noGrp="1"/>
          </p:cNvSpPr>
          <p:nvPr>
            <p:ph sz="quarter" idx="10"/>
          </p:nvPr>
        </p:nvSpPr>
        <p:spPr>
          <a:xfrm>
            <a:off x="9042567" y="3489994"/>
            <a:ext cx="2757488" cy="2448843"/>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Tree>
    <p:extLst>
      <p:ext uri="{BB962C8B-B14F-4D97-AF65-F5344CB8AC3E}">
        <p14:creationId xmlns:p14="http://schemas.microsoft.com/office/powerpoint/2010/main" val="3695003320"/>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Four Stat Boxes">
    <p:spTree>
      <p:nvGrpSpPr>
        <p:cNvPr id="1" name=""/>
        <p:cNvGrpSpPr/>
        <p:nvPr/>
      </p:nvGrpSpPr>
      <p:grpSpPr>
        <a:xfrm>
          <a:off x="0" y="0"/>
          <a:ext cx="0" cy="0"/>
          <a:chOff x="0" y="0"/>
          <a:chExt cx="0" cy="0"/>
        </a:xfrm>
      </p:grpSpPr>
      <p:sp>
        <p:nvSpPr>
          <p:cNvPr id="5" name="Title Placeholder 1">
            <a:extLst>
              <a:ext uri="{FF2B5EF4-FFF2-40B4-BE49-F238E27FC236}">
                <a16:creationId xmlns:a16="http://schemas.microsoft.com/office/drawing/2014/main" id="{F0A5006C-1C3A-4674-032E-590F9BDB859A}"/>
              </a:ext>
            </a:extLst>
          </p:cNvPr>
          <p:cNvSpPr>
            <a:spLocks noGrp="1"/>
          </p:cNvSpPr>
          <p:nvPr>
            <p:ph type="title"/>
          </p:nvPr>
        </p:nvSpPr>
        <p:spPr>
          <a:xfrm>
            <a:off x="402011" y="3485833"/>
            <a:ext cx="5241133" cy="2446655"/>
          </a:xfrm>
          <a:prstGeom prst="rect">
            <a:avLst/>
          </a:prstGeom>
        </p:spPr>
        <p:txBody>
          <a:bodyPr vert="horz" lIns="0" tIns="0" rIns="0" bIns="0" rtlCol="0" anchor="t" anchorCtr="0">
            <a:noAutofit/>
          </a:bodyPr>
          <a:lstStyle>
            <a:lvl1pPr>
              <a:defRPr sz="4000"/>
            </a:lvl1pPr>
          </a:lstStyle>
          <a:p>
            <a:r>
              <a:rPr lang="en-GB"/>
              <a:t>Click to edit Master title style</a:t>
            </a:r>
            <a:endParaRPr lang="en-US"/>
          </a:p>
        </p:txBody>
      </p:sp>
      <p:sp>
        <p:nvSpPr>
          <p:cNvPr id="7" name="Text Placeholder 6">
            <a:extLst>
              <a:ext uri="{FF2B5EF4-FFF2-40B4-BE49-F238E27FC236}">
                <a16:creationId xmlns:a16="http://schemas.microsoft.com/office/drawing/2014/main" id="{F61931EA-4F62-CD08-4165-33E086404500}"/>
              </a:ext>
            </a:extLst>
          </p:cNvPr>
          <p:cNvSpPr>
            <a:spLocks noGrp="1"/>
          </p:cNvSpPr>
          <p:nvPr>
            <p:ph type="body" sz="quarter" idx="11" hasCustomPrompt="1"/>
          </p:nvPr>
        </p:nvSpPr>
        <p:spPr>
          <a:xfrm>
            <a:off x="6157914" y="400050"/>
            <a:ext cx="2765424" cy="2777490"/>
          </a:xfrm>
          <a:prstGeom prst="rect">
            <a:avLst/>
          </a:prstGeom>
          <a:solidFill>
            <a:srgbClr val="B5BCC4"/>
          </a:solidFill>
        </p:spPr>
        <p:txBody>
          <a:bodyPr lIns="274320" tIns="91440"/>
          <a:lstStyle>
            <a:lvl1pPr>
              <a:spcAft>
                <a:spcPts val="1200"/>
              </a:spcAft>
              <a:tabLst>
                <a:tab pos="457200" algn="l"/>
              </a:tabLst>
              <a:defRPr sz="5400" b="0" baseline="0">
                <a:solidFill>
                  <a:schemeClr val="tx1"/>
                </a:solidFill>
              </a:defRPr>
            </a:lvl1pPr>
            <a:lvl2pPr>
              <a:spcBef>
                <a:spcPts val="0"/>
              </a:spcBef>
              <a:defRPr sz="1000" b="1"/>
            </a:lvl2pPr>
          </a:lstStyle>
          <a:p>
            <a:pPr lvl="0"/>
            <a:r>
              <a:rPr lang="en-US"/>
              <a:t>0,000</a:t>
            </a:r>
          </a:p>
        </p:txBody>
      </p:sp>
      <p:sp>
        <p:nvSpPr>
          <p:cNvPr id="10" name="Text Placeholder 9">
            <a:extLst>
              <a:ext uri="{FF2B5EF4-FFF2-40B4-BE49-F238E27FC236}">
                <a16:creationId xmlns:a16="http://schemas.microsoft.com/office/drawing/2014/main" id="{BCA5BD2F-F935-E22A-B6DD-EB0D8C3A4750}"/>
              </a:ext>
            </a:extLst>
          </p:cNvPr>
          <p:cNvSpPr>
            <a:spLocks noGrp="1"/>
          </p:cNvSpPr>
          <p:nvPr>
            <p:ph type="body" sz="quarter" idx="12"/>
          </p:nvPr>
        </p:nvSpPr>
        <p:spPr>
          <a:xfrm>
            <a:off x="6320155" y="2457450"/>
            <a:ext cx="2481263" cy="552451"/>
          </a:xfrm>
          <a:prstGeom prst="rect">
            <a:avLst/>
          </a:prstGeom>
        </p:spPr>
        <p:txBody>
          <a:bodyPr anchor="b" anchorCtr="0"/>
          <a:lstStyle>
            <a:lvl1pPr>
              <a:spcBef>
                <a:spcPts val="0"/>
              </a:spcBef>
              <a:spcAft>
                <a:spcPts val="600"/>
              </a:spcAft>
              <a:defRPr sz="1000" b="0">
                <a:latin typeface="+mj-lt"/>
              </a:defRPr>
            </a:lvl1pPr>
          </a:lstStyle>
          <a:p>
            <a:pPr lvl="0"/>
            <a:r>
              <a:rPr lang="en-GB"/>
              <a:t>Click to edit Master text styles</a:t>
            </a:r>
          </a:p>
        </p:txBody>
      </p:sp>
      <p:sp>
        <p:nvSpPr>
          <p:cNvPr id="16" name="Text Placeholder 6">
            <a:extLst>
              <a:ext uri="{FF2B5EF4-FFF2-40B4-BE49-F238E27FC236}">
                <a16:creationId xmlns:a16="http://schemas.microsoft.com/office/drawing/2014/main" id="{8C582E75-9A43-D86C-AB0D-17BB800A571C}"/>
              </a:ext>
            </a:extLst>
          </p:cNvPr>
          <p:cNvSpPr>
            <a:spLocks noGrp="1"/>
          </p:cNvSpPr>
          <p:nvPr>
            <p:ph type="body" sz="quarter" idx="13" hasCustomPrompt="1"/>
          </p:nvPr>
        </p:nvSpPr>
        <p:spPr>
          <a:xfrm>
            <a:off x="9036051" y="400050"/>
            <a:ext cx="2765424" cy="2777490"/>
          </a:xfrm>
          <a:prstGeom prst="rect">
            <a:avLst/>
          </a:prstGeom>
          <a:solidFill>
            <a:schemeClr val="accent1"/>
          </a:solidFill>
        </p:spPr>
        <p:txBody>
          <a:bodyPr lIns="274320" tIns="91440"/>
          <a:lstStyle>
            <a:lvl1pPr>
              <a:spcAft>
                <a:spcPts val="1200"/>
              </a:spcAft>
              <a:tabLst>
                <a:tab pos="457200" algn="l"/>
              </a:tabLst>
              <a:defRPr sz="5400" b="0" baseline="0">
                <a:solidFill>
                  <a:schemeClr val="bg1"/>
                </a:solidFill>
              </a:defRPr>
            </a:lvl1pPr>
            <a:lvl2pPr>
              <a:spcBef>
                <a:spcPts val="0"/>
              </a:spcBef>
              <a:defRPr sz="1000" b="1"/>
            </a:lvl2pPr>
          </a:lstStyle>
          <a:p>
            <a:pPr lvl="0"/>
            <a:r>
              <a:rPr lang="en-US"/>
              <a:t>0,000</a:t>
            </a:r>
          </a:p>
        </p:txBody>
      </p:sp>
      <p:sp>
        <p:nvSpPr>
          <p:cNvPr id="18" name="Text Placeholder 9">
            <a:extLst>
              <a:ext uri="{FF2B5EF4-FFF2-40B4-BE49-F238E27FC236}">
                <a16:creationId xmlns:a16="http://schemas.microsoft.com/office/drawing/2014/main" id="{2F01FD17-7652-99C0-4EF4-C1ABF553BDA4}"/>
              </a:ext>
            </a:extLst>
          </p:cNvPr>
          <p:cNvSpPr>
            <a:spLocks noGrp="1"/>
          </p:cNvSpPr>
          <p:nvPr>
            <p:ph type="body" sz="quarter" idx="14"/>
          </p:nvPr>
        </p:nvSpPr>
        <p:spPr>
          <a:xfrm>
            <a:off x="9198292" y="2457450"/>
            <a:ext cx="2481263" cy="552451"/>
          </a:xfrm>
          <a:prstGeom prst="rect">
            <a:avLst/>
          </a:prstGeom>
        </p:spPr>
        <p:txBody>
          <a:bodyPr anchor="b" anchorCtr="0"/>
          <a:lstStyle>
            <a:lvl1pPr>
              <a:spcBef>
                <a:spcPts val="0"/>
              </a:spcBef>
              <a:spcAft>
                <a:spcPts val="600"/>
              </a:spcAft>
              <a:defRPr sz="1000" b="0">
                <a:latin typeface="+mj-lt"/>
              </a:defRPr>
            </a:lvl1pPr>
          </a:lstStyle>
          <a:p>
            <a:pPr lvl="0"/>
            <a:r>
              <a:rPr lang="en-GB"/>
              <a:t>Click to edit Master text styles</a:t>
            </a:r>
          </a:p>
        </p:txBody>
      </p:sp>
      <p:sp>
        <p:nvSpPr>
          <p:cNvPr id="19" name="Text Placeholder 6">
            <a:extLst>
              <a:ext uri="{FF2B5EF4-FFF2-40B4-BE49-F238E27FC236}">
                <a16:creationId xmlns:a16="http://schemas.microsoft.com/office/drawing/2014/main" id="{DED57F60-7B48-DB96-E422-6BF4821C028A}"/>
              </a:ext>
            </a:extLst>
          </p:cNvPr>
          <p:cNvSpPr>
            <a:spLocks noGrp="1"/>
          </p:cNvSpPr>
          <p:nvPr>
            <p:ph type="body" sz="quarter" idx="15" hasCustomPrompt="1"/>
          </p:nvPr>
        </p:nvSpPr>
        <p:spPr>
          <a:xfrm>
            <a:off x="6157914" y="3308287"/>
            <a:ext cx="2765424" cy="2777490"/>
          </a:xfrm>
          <a:prstGeom prst="rect">
            <a:avLst/>
          </a:prstGeom>
          <a:solidFill>
            <a:srgbClr val="FFE8D4"/>
          </a:solidFill>
        </p:spPr>
        <p:txBody>
          <a:bodyPr lIns="274320" tIns="91440"/>
          <a:lstStyle>
            <a:lvl1pPr>
              <a:spcAft>
                <a:spcPts val="1200"/>
              </a:spcAft>
              <a:tabLst>
                <a:tab pos="457200" algn="l"/>
              </a:tabLst>
              <a:defRPr sz="5400" b="0" baseline="0">
                <a:solidFill>
                  <a:schemeClr val="tx1"/>
                </a:solidFill>
              </a:defRPr>
            </a:lvl1pPr>
            <a:lvl2pPr>
              <a:spcBef>
                <a:spcPts val="0"/>
              </a:spcBef>
              <a:defRPr sz="1000" b="1"/>
            </a:lvl2pPr>
          </a:lstStyle>
          <a:p>
            <a:pPr lvl="0"/>
            <a:r>
              <a:rPr lang="en-US"/>
              <a:t>0,000</a:t>
            </a:r>
          </a:p>
        </p:txBody>
      </p:sp>
      <p:sp>
        <p:nvSpPr>
          <p:cNvPr id="21" name="Text Placeholder 9">
            <a:extLst>
              <a:ext uri="{FF2B5EF4-FFF2-40B4-BE49-F238E27FC236}">
                <a16:creationId xmlns:a16="http://schemas.microsoft.com/office/drawing/2014/main" id="{3EC6947C-841E-3FA9-114B-E3D478A0F9F5}"/>
              </a:ext>
            </a:extLst>
          </p:cNvPr>
          <p:cNvSpPr>
            <a:spLocks noGrp="1"/>
          </p:cNvSpPr>
          <p:nvPr>
            <p:ph type="body" sz="quarter" idx="16"/>
          </p:nvPr>
        </p:nvSpPr>
        <p:spPr>
          <a:xfrm>
            <a:off x="6320155" y="5365687"/>
            <a:ext cx="2481263" cy="552451"/>
          </a:xfrm>
          <a:prstGeom prst="rect">
            <a:avLst/>
          </a:prstGeom>
        </p:spPr>
        <p:txBody>
          <a:bodyPr anchor="b" anchorCtr="0"/>
          <a:lstStyle>
            <a:lvl1pPr>
              <a:spcBef>
                <a:spcPts val="0"/>
              </a:spcBef>
              <a:spcAft>
                <a:spcPts val="600"/>
              </a:spcAft>
              <a:defRPr sz="1000" b="0">
                <a:latin typeface="+mj-lt"/>
              </a:defRPr>
            </a:lvl1pPr>
          </a:lstStyle>
          <a:p>
            <a:pPr lvl="0"/>
            <a:r>
              <a:rPr lang="en-GB"/>
              <a:t>Click to edit Master text styles</a:t>
            </a:r>
          </a:p>
        </p:txBody>
      </p:sp>
      <p:sp>
        <p:nvSpPr>
          <p:cNvPr id="22" name="Text Placeholder 6">
            <a:extLst>
              <a:ext uri="{FF2B5EF4-FFF2-40B4-BE49-F238E27FC236}">
                <a16:creationId xmlns:a16="http://schemas.microsoft.com/office/drawing/2014/main" id="{4E2EFFE0-4881-5E4A-962D-11FF92C9F877}"/>
              </a:ext>
            </a:extLst>
          </p:cNvPr>
          <p:cNvSpPr>
            <a:spLocks noGrp="1"/>
          </p:cNvSpPr>
          <p:nvPr>
            <p:ph type="body" sz="quarter" idx="17" hasCustomPrompt="1"/>
          </p:nvPr>
        </p:nvSpPr>
        <p:spPr>
          <a:xfrm>
            <a:off x="9036051" y="3308287"/>
            <a:ext cx="2765424" cy="2777490"/>
          </a:xfrm>
          <a:prstGeom prst="rect">
            <a:avLst/>
          </a:prstGeom>
          <a:solidFill>
            <a:srgbClr val="DFE3E6"/>
          </a:solidFill>
        </p:spPr>
        <p:txBody>
          <a:bodyPr lIns="274320" tIns="91440"/>
          <a:lstStyle>
            <a:lvl1pPr>
              <a:spcAft>
                <a:spcPts val="1200"/>
              </a:spcAft>
              <a:tabLst>
                <a:tab pos="457200" algn="l"/>
              </a:tabLst>
              <a:defRPr sz="5400" b="0" baseline="0">
                <a:solidFill>
                  <a:schemeClr val="tx1"/>
                </a:solidFill>
              </a:defRPr>
            </a:lvl1pPr>
            <a:lvl2pPr>
              <a:spcBef>
                <a:spcPts val="0"/>
              </a:spcBef>
              <a:defRPr sz="1000" b="1"/>
            </a:lvl2pPr>
          </a:lstStyle>
          <a:p>
            <a:pPr lvl="0"/>
            <a:r>
              <a:rPr lang="en-US"/>
              <a:t>0,000</a:t>
            </a:r>
          </a:p>
        </p:txBody>
      </p:sp>
      <p:sp>
        <p:nvSpPr>
          <p:cNvPr id="24" name="Text Placeholder 9">
            <a:extLst>
              <a:ext uri="{FF2B5EF4-FFF2-40B4-BE49-F238E27FC236}">
                <a16:creationId xmlns:a16="http://schemas.microsoft.com/office/drawing/2014/main" id="{C5905E4E-9C03-893D-2D65-9DF29B1CD2BF}"/>
              </a:ext>
            </a:extLst>
          </p:cNvPr>
          <p:cNvSpPr>
            <a:spLocks noGrp="1"/>
          </p:cNvSpPr>
          <p:nvPr>
            <p:ph type="body" sz="quarter" idx="18"/>
          </p:nvPr>
        </p:nvSpPr>
        <p:spPr>
          <a:xfrm>
            <a:off x="9198292" y="5365687"/>
            <a:ext cx="2481263" cy="552451"/>
          </a:xfrm>
          <a:prstGeom prst="rect">
            <a:avLst/>
          </a:prstGeom>
        </p:spPr>
        <p:txBody>
          <a:bodyPr anchor="b" anchorCtr="0"/>
          <a:lstStyle>
            <a:lvl1pPr>
              <a:spcBef>
                <a:spcPts val="0"/>
              </a:spcBef>
              <a:spcAft>
                <a:spcPts val="600"/>
              </a:spcAft>
              <a:defRPr sz="1000" b="0">
                <a:latin typeface="+mj-lt"/>
              </a:defRPr>
            </a:lvl1pPr>
          </a:lstStyle>
          <a:p>
            <a:pPr lvl="0"/>
            <a:r>
              <a:rPr lang="en-GB"/>
              <a:t>Click to edit Master text styles</a:t>
            </a:r>
          </a:p>
        </p:txBody>
      </p:sp>
      <p:sp>
        <p:nvSpPr>
          <p:cNvPr id="4" name="Footer Placeholder 4">
            <a:extLst>
              <a:ext uri="{FF2B5EF4-FFF2-40B4-BE49-F238E27FC236}">
                <a16:creationId xmlns:a16="http://schemas.microsoft.com/office/drawing/2014/main" id="{8DEF9E9E-37B4-DAB9-8C1D-1576E02EB067}"/>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PwC Risk Management</a:t>
            </a:r>
          </a:p>
        </p:txBody>
      </p:sp>
      <p:sp>
        <p:nvSpPr>
          <p:cNvPr id="6" name="Slide Number Placeholder 13">
            <a:extLst>
              <a:ext uri="{FF2B5EF4-FFF2-40B4-BE49-F238E27FC236}">
                <a16:creationId xmlns:a16="http://schemas.microsoft.com/office/drawing/2014/main" id="{B40D576B-0FB8-2293-FB69-1C5178F9E41B}"/>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Tree>
    <p:extLst>
      <p:ext uri="{BB962C8B-B14F-4D97-AF65-F5344CB8AC3E}">
        <p14:creationId xmlns:p14="http://schemas.microsoft.com/office/powerpoint/2010/main" val="1793360951"/>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Six Stat Boxes">
    <p:spTree>
      <p:nvGrpSpPr>
        <p:cNvPr id="1" name=""/>
        <p:cNvGrpSpPr/>
        <p:nvPr/>
      </p:nvGrpSpPr>
      <p:grpSpPr>
        <a:xfrm>
          <a:off x="0" y="0"/>
          <a:ext cx="0" cy="0"/>
          <a:chOff x="0" y="0"/>
          <a:chExt cx="0" cy="0"/>
        </a:xfrm>
      </p:grpSpPr>
      <p:sp>
        <p:nvSpPr>
          <p:cNvPr id="5" name="Title Placeholder 1">
            <a:extLst>
              <a:ext uri="{FF2B5EF4-FFF2-40B4-BE49-F238E27FC236}">
                <a16:creationId xmlns:a16="http://schemas.microsoft.com/office/drawing/2014/main" id="{F0A5006C-1C3A-4674-032E-590F9BDB859A}"/>
              </a:ext>
            </a:extLst>
          </p:cNvPr>
          <p:cNvSpPr>
            <a:spLocks noGrp="1"/>
          </p:cNvSpPr>
          <p:nvPr>
            <p:ph type="title"/>
          </p:nvPr>
        </p:nvSpPr>
        <p:spPr>
          <a:xfrm>
            <a:off x="402012" y="3485833"/>
            <a:ext cx="2575470" cy="2446655"/>
          </a:xfrm>
          <a:prstGeom prst="rect">
            <a:avLst/>
          </a:prstGeom>
        </p:spPr>
        <p:txBody>
          <a:bodyPr vert="horz" lIns="0" tIns="0" rIns="0" bIns="0" rtlCol="0" anchor="t" anchorCtr="0">
            <a:noAutofit/>
          </a:bodyPr>
          <a:lstStyle>
            <a:lvl1pPr>
              <a:defRPr sz="4000"/>
            </a:lvl1pPr>
          </a:lstStyle>
          <a:p>
            <a:r>
              <a:rPr lang="en-GB"/>
              <a:t>Click to edit Master title style</a:t>
            </a:r>
            <a:endParaRPr lang="en-US"/>
          </a:p>
        </p:txBody>
      </p:sp>
      <p:sp>
        <p:nvSpPr>
          <p:cNvPr id="7" name="Text Placeholder 6">
            <a:extLst>
              <a:ext uri="{FF2B5EF4-FFF2-40B4-BE49-F238E27FC236}">
                <a16:creationId xmlns:a16="http://schemas.microsoft.com/office/drawing/2014/main" id="{F61931EA-4F62-CD08-4165-33E086404500}"/>
              </a:ext>
            </a:extLst>
          </p:cNvPr>
          <p:cNvSpPr>
            <a:spLocks noGrp="1"/>
          </p:cNvSpPr>
          <p:nvPr>
            <p:ph type="body" sz="quarter" idx="11" hasCustomPrompt="1"/>
          </p:nvPr>
        </p:nvSpPr>
        <p:spPr>
          <a:xfrm>
            <a:off x="6157914" y="400050"/>
            <a:ext cx="2765424" cy="2777490"/>
          </a:xfrm>
          <a:prstGeom prst="rect">
            <a:avLst/>
          </a:prstGeom>
          <a:solidFill>
            <a:srgbClr val="FFE8D4"/>
          </a:solidFill>
        </p:spPr>
        <p:txBody>
          <a:bodyPr lIns="274320" tIns="91440"/>
          <a:lstStyle>
            <a:lvl1pPr>
              <a:spcAft>
                <a:spcPts val="1200"/>
              </a:spcAft>
              <a:tabLst>
                <a:tab pos="457200" algn="l"/>
              </a:tabLst>
              <a:defRPr sz="5400" b="0" baseline="0">
                <a:solidFill>
                  <a:schemeClr val="tx1"/>
                </a:solidFill>
              </a:defRPr>
            </a:lvl1pPr>
            <a:lvl2pPr>
              <a:spcBef>
                <a:spcPts val="0"/>
              </a:spcBef>
              <a:defRPr sz="1000" b="1"/>
            </a:lvl2pPr>
          </a:lstStyle>
          <a:p>
            <a:pPr lvl="0"/>
            <a:r>
              <a:rPr lang="en-US"/>
              <a:t>0,000</a:t>
            </a:r>
          </a:p>
        </p:txBody>
      </p:sp>
      <p:sp>
        <p:nvSpPr>
          <p:cNvPr id="10" name="Text Placeholder 9">
            <a:extLst>
              <a:ext uri="{FF2B5EF4-FFF2-40B4-BE49-F238E27FC236}">
                <a16:creationId xmlns:a16="http://schemas.microsoft.com/office/drawing/2014/main" id="{BCA5BD2F-F935-E22A-B6DD-EB0D8C3A4750}"/>
              </a:ext>
            </a:extLst>
          </p:cNvPr>
          <p:cNvSpPr>
            <a:spLocks noGrp="1"/>
          </p:cNvSpPr>
          <p:nvPr>
            <p:ph type="body" sz="quarter" idx="12"/>
          </p:nvPr>
        </p:nvSpPr>
        <p:spPr>
          <a:xfrm>
            <a:off x="6320155" y="2457450"/>
            <a:ext cx="2481263" cy="552451"/>
          </a:xfrm>
          <a:prstGeom prst="rect">
            <a:avLst/>
          </a:prstGeom>
        </p:spPr>
        <p:txBody>
          <a:bodyPr anchor="b" anchorCtr="0"/>
          <a:lstStyle>
            <a:lvl1pPr>
              <a:spcBef>
                <a:spcPts val="0"/>
              </a:spcBef>
              <a:spcAft>
                <a:spcPts val="600"/>
              </a:spcAft>
              <a:defRPr sz="1000" b="0">
                <a:latin typeface="+mj-lt"/>
              </a:defRPr>
            </a:lvl1pPr>
          </a:lstStyle>
          <a:p>
            <a:pPr lvl="0"/>
            <a:r>
              <a:rPr lang="en-GB"/>
              <a:t>Click to edit Master text styles</a:t>
            </a:r>
          </a:p>
        </p:txBody>
      </p:sp>
      <p:sp>
        <p:nvSpPr>
          <p:cNvPr id="16" name="Text Placeholder 6">
            <a:extLst>
              <a:ext uri="{FF2B5EF4-FFF2-40B4-BE49-F238E27FC236}">
                <a16:creationId xmlns:a16="http://schemas.microsoft.com/office/drawing/2014/main" id="{8C582E75-9A43-D86C-AB0D-17BB800A571C}"/>
              </a:ext>
            </a:extLst>
          </p:cNvPr>
          <p:cNvSpPr>
            <a:spLocks noGrp="1"/>
          </p:cNvSpPr>
          <p:nvPr>
            <p:ph type="body" sz="quarter" idx="13" hasCustomPrompt="1"/>
          </p:nvPr>
        </p:nvSpPr>
        <p:spPr>
          <a:xfrm>
            <a:off x="9036051" y="400050"/>
            <a:ext cx="2765424" cy="2777490"/>
          </a:xfrm>
          <a:prstGeom prst="rect">
            <a:avLst/>
          </a:prstGeom>
          <a:solidFill>
            <a:schemeClr val="accent1"/>
          </a:solidFill>
        </p:spPr>
        <p:txBody>
          <a:bodyPr lIns="274320" tIns="91440"/>
          <a:lstStyle>
            <a:lvl1pPr>
              <a:spcAft>
                <a:spcPts val="1200"/>
              </a:spcAft>
              <a:tabLst>
                <a:tab pos="457200" algn="l"/>
              </a:tabLst>
              <a:defRPr sz="5400" b="0" baseline="0">
                <a:solidFill>
                  <a:schemeClr val="bg1"/>
                </a:solidFill>
              </a:defRPr>
            </a:lvl1pPr>
            <a:lvl2pPr>
              <a:spcBef>
                <a:spcPts val="0"/>
              </a:spcBef>
              <a:defRPr sz="1000" b="1"/>
            </a:lvl2pPr>
          </a:lstStyle>
          <a:p>
            <a:pPr lvl="0"/>
            <a:r>
              <a:rPr lang="en-US"/>
              <a:t>0,000</a:t>
            </a:r>
          </a:p>
        </p:txBody>
      </p:sp>
      <p:sp>
        <p:nvSpPr>
          <p:cNvPr id="18" name="Text Placeholder 9">
            <a:extLst>
              <a:ext uri="{FF2B5EF4-FFF2-40B4-BE49-F238E27FC236}">
                <a16:creationId xmlns:a16="http://schemas.microsoft.com/office/drawing/2014/main" id="{2F01FD17-7652-99C0-4EF4-C1ABF553BDA4}"/>
              </a:ext>
            </a:extLst>
          </p:cNvPr>
          <p:cNvSpPr>
            <a:spLocks noGrp="1"/>
          </p:cNvSpPr>
          <p:nvPr>
            <p:ph type="body" sz="quarter" idx="14"/>
          </p:nvPr>
        </p:nvSpPr>
        <p:spPr>
          <a:xfrm>
            <a:off x="9198292" y="2457450"/>
            <a:ext cx="2481263" cy="552451"/>
          </a:xfrm>
          <a:prstGeom prst="rect">
            <a:avLst/>
          </a:prstGeom>
        </p:spPr>
        <p:txBody>
          <a:bodyPr anchor="b" anchorCtr="0"/>
          <a:lstStyle>
            <a:lvl1pPr>
              <a:spcBef>
                <a:spcPts val="0"/>
              </a:spcBef>
              <a:spcAft>
                <a:spcPts val="600"/>
              </a:spcAft>
              <a:defRPr sz="1000" b="0">
                <a:latin typeface="+mj-lt"/>
              </a:defRPr>
            </a:lvl1pPr>
          </a:lstStyle>
          <a:p>
            <a:pPr lvl="0"/>
            <a:r>
              <a:rPr lang="en-GB"/>
              <a:t>Click to edit Master text styles</a:t>
            </a:r>
          </a:p>
        </p:txBody>
      </p:sp>
      <p:sp>
        <p:nvSpPr>
          <p:cNvPr id="19" name="Text Placeholder 6">
            <a:extLst>
              <a:ext uri="{FF2B5EF4-FFF2-40B4-BE49-F238E27FC236}">
                <a16:creationId xmlns:a16="http://schemas.microsoft.com/office/drawing/2014/main" id="{DED57F60-7B48-DB96-E422-6BF4821C028A}"/>
              </a:ext>
            </a:extLst>
          </p:cNvPr>
          <p:cNvSpPr>
            <a:spLocks noGrp="1"/>
          </p:cNvSpPr>
          <p:nvPr>
            <p:ph type="body" sz="quarter" idx="15" hasCustomPrompt="1"/>
          </p:nvPr>
        </p:nvSpPr>
        <p:spPr>
          <a:xfrm>
            <a:off x="6157914" y="3308287"/>
            <a:ext cx="2765424" cy="2777490"/>
          </a:xfrm>
          <a:prstGeom prst="rect">
            <a:avLst/>
          </a:prstGeom>
          <a:solidFill>
            <a:srgbClr val="FFCDA8"/>
          </a:solidFill>
        </p:spPr>
        <p:txBody>
          <a:bodyPr lIns="274320" tIns="91440"/>
          <a:lstStyle>
            <a:lvl1pPr>
              <a:spcAft>
                <a:spcPts val="1200"/>
              </a:spcAft>
              <a:tabLst>
                <a:tab pos="457200" algn="l"/>
              </a:tabLst>
              <a:defRPr sz="5400" b="0" baseline="0">
                <a:solidFill>
                  <a:schemeClr val="tx1"/>
                </a:solidFill>
              </a:defRPr>
            </a:lvl1pPr>
            <a:lvl2pPr>
              <a:spcBef>
                <a:spcPts val="0"/>
              </a:spcBef>
              <a:defRPr sz="1000" b="1"/>
            </a:lvl2pPr>
          </a:lstStyle>
          <a:p>
            <a:pPr lvl="0"/>
            <a:r>
              <a:rPr lang="en-US"/>
              <a:t>0,000</a:t>
            </a:r>
          </a:p>
        </p:txBody>
      </p:sp>
      <p:sp>
        <p:nvSpPr>
          <p:cNvPr id="21" name="Text Placeholder 9">
            <a:extLst>
              <a:ext uri="{FF2B5EF4-FFF2-40B4-BE49-F238E27FC236}">
                <a16:creationId xmlns:a16="http://schemas.microsoft.com/office/drawing/2014/main" id="{3EC6947C-841E-3FA9-114B-E3D478A0F9F5}"/>
              </a:ext>
            </a:extLst>
          </p:cNvPr>
          <p:cNvSpPr>
            <a:spLocks noGrp="1"/>
          </p:cNvSpPr>
          <p:nvPr>
            <p:ph type="body" sz="quarter" idx="16"/>
          </p:nvPr>
        </p:nvSpPr>
        <p:spPr>
          <a:xfrm>
            <a:off x="6320155" y="5365687"/>
            <a:ext cx="2481263" cy="552451"/>
          </a:xfrm>
          <a:prstGeom prst="rect">
            <a:avLst/>
          </a:prstGeom>
        </p:spPr>
        <p:txBody>
          <a:bodyPr anchor="b" anchorCtr="0"/>
          <a:lstStyle>
            <a:lvl1pPr>
              <a:spcBef>
                <a:spcPts val="0"/>
              </a:spcBef>
              <a:spcAft>
                <a:spcPts val="600"/>
              </a:spcAft>
              <a:defRPr sz="1000" b="0">
                <a:latin typeface="+mj-lt"/>
              </a:defRPr>
            </a:lvl1pPr>
          </a:lstStyle>
          <a:p>
            <a:pPr lvl="0"/>
            <a:r>
              <a:rPr lang="en-GB"/>
              <a:t>Click to edit Master text styles</a:t>
            </a:r>
          </a:p>
        </p:txBody>
      </p:sp>
      <p:sp>
        <p:nvSpPr>
          <p:cNvPr id="22" name="Text Placeholder 6">
            <a:extLst>
              <a:ext uri="{FF2B5EF4-FFF2-40B4-BE49-F238E27FC236}">
                <a16:creationId xmlns:a16="http://schemas.microsoft.com/office/drawing/2014/main" id="{4E2EFFE0-4881-5E4A-962D-11FF92C9F877}"/>
              </a:ext>
            </a:extLst>
          </p:cNvPr>
          <p:cNvSpPr>
            <a:spLocks noGrp="1"/>
          </p:cNvSpPr>
          <p:nvPr>
            <p:ph type="body" sz="quarter" idx="17" hasCustomPrompt="1"/>
          </p:nvPr>
        </p:nvSpPr>
        <p:spPr>
          <a:xfrm>
            <a:off x="9036051" y="3308287"/>
            <a:ext cx="2765424" cy="2777490"/>
          </a:xfrm>
          <a:prstGeom prst="rect">
            <a:avLst/>
          </a:prstGeom>
          <a:solidFill>
            <a:srgbClr val="FFF5ED"/>
          </a:solidFill>
        </p:spPr>
        <p:txBody>
          <a:bodyPr lIns="274320" tIns="91440"/>
          <a:lstStyle>
            <a:lvl1pPr>
              <a:spcAft>
                <a:spcPts val="1200"/>
              </a:spcAft>
              <a:tabLst>
                <a:tab pos="457200" algn="l"/>
              </a:tabLst>
              <a:defRPr sz="5400" b="0" baseline="0">
                <a:solidFill>
                  <a:schemeClr val="tx1"/>
                </a:solidFill>
              </a:defRPr>
            </a:lvl1pPr>
            <a:lvl2pPr>
              <a:spcBef>
                <a:spcPts val="0"/>
              </a:spcBef>
              <a:defRPr sz="1000" b="1"/>
            </a:lvl2pPr>
          </a:lstStyle>
          <a:p>
            <a:pPr lvl="0"/>
            <a:r>
              <a:rPr lang="en-US"/>
              <a:t>0,000</a:t>
            </a:r>
          </a:p>
        </p:txBody>
      </p:sp>
      <p:sp>
        <p:nvSpPr>
          <p:cNvPr id="24" name="Text Placeholder 9">
            <a:extLst>
              <a:ext uri="{FF2B5EF4-FFF2-40B4-BE49-F238E27FC236}">
                <a16:creationId xmlns:a16="http://schemas.microsoft.com/office/drawing/2014/main" id="{C5905E4E-9C03-893D-2D65-9DF29B1CD2BF}"/>
              </a:ext>
            </a:extLst>
          </p:cNvPr>
          <p:cNvSpPr>
            <a:spLocks noGrp="1"/>
          </p:cNvSpPr>
          <p:nvPr>
            <p:ph type="body" sz="quarter" idx="18"/>
          </p:nvPr>
        </p:nvSpPr>
        <p:spPr>
          <a:xfrm>
            <a:off x="9198292" y="5365687"/>
            <a:ext cx="2481263" cy="552451"/>
          </a:xfrm>
          <a:prstGeom prst="rect">
            <a:avLst/>
          </a:prstGeom>
        </p:spPr>
        <p:txBody>
          <a:bodyPr anchor="b" anchorCtr="0"/>
          <a:lstStyle>
            <a:lvl1pPr>
              <a:spcBef>
                <a:spcPts val="0"/>
              </a:spcBef>
              <a:spcAft>
                <a:spcPts val="600"/>
              </a:spcAft>
              <a:defRPr sz="1000" b="0">
                <a:latin typeface="+mj-lt"/>
              </a:defRPr>
            </a:lvl1pPr>
          </a:lstStyle>
          <a:p>
            <a:pPr lvl="0"/>
            <a:r>
              <a:rPr lang="en-GB"/>
              <a:t>Click to edit Master text styles</a:t>
            </a:r>
          </a:p>
        </p:txBody>
      </p:sp>
      <p:sp>
        <p:nvSpPr>
          <p:cNvPr id="4" name="Footer Placeholder 4">
            <a:extLst>
              <a:ext uri="{FF2B5EF4-FFF2-40B4-BE49-F238E27FC236}">
                <a16:creationId xmlns:a16="http://schemas.microsoft.com/office/drawing/2014/main" id="{8DEF9E9E-37B4-DAB9-8C1D-1576E02EB067}"/>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PwC Risk Management</a:t>
            </a:r>
          </a:p>
        </p:txBody>
      </p:sp>
      <p:sp>
        <p:nvSpPr>
          <p:cNvPr id="6" name="Slide Number Placeholder 13">
            <a:extLst>
              <a:ext uri="{FF2B5EF4-FFF2-40B4-BE49-F238E27FC236}">
                <a16:creationId xmlns:a16="http://schemas.microsoft.com/office/drawing/2014/main" id="{B40D576B-0FB8-2293-FB69-1C5178F9E41B}"/>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
        <p:nvSpPr>
          <p:cNvPr id="2" name="Text Placeholder 6">
            <a:extLst>
              <a:ext uri="{FF2B5EF4-FFF2-40B4-BE49-F238E27FC236}">
                <a16:creationId xmlns:a16="http://schemas.microsoft.com/office/drawing/2014/main" id="{B670FEE5-9E0A-0502-9064-02C2958C24C1}"/>
              </a:ext>
            </a:extLst>
          </p:cNvPr>
          <p:cNvSpPr>
            <a:spLocks noGrp="1"/>
          </p:cNvSpPr>
          <p:nvPr>
            <p:ph type="body" sz="quarter" idx="19" hasCustomPrompt="1"/>
          </p:nvPr>
        </p:nvSpPr>
        <p:spPr>
          <a:xfrm>
            <a:off x="3286377" y="400050"/>
            <a:ext cx="2765424" cy="2777490"/>
          </a:xfrm>
          <a:prstGeom prst="rect">
            <a:avLst/>
          </a:prstGeom>
          <a:solidFill>
            <a:schemeClr val="accent2"/>
          </a:solidFill>
        </p:spPr>
        <p:txBody>
          <a:bodyPr lIns="274320" tIns="91440"/>
          <a:lstStyle>
            <a:lvl1pPr>
              <a:spcAft>
                <a:spcPts val="1200"/>
              </a:spcAft>
              <a:tabLst>
                <a:tab pos="457200" algn="l"/>
              </a:tabLst>
              <a:defRPr sz="5400" b="0" baseline="0">
                <a:solidFill>
                  <a:schemeClr val="tx1"/>
                </a:solidFill>
              </a:defRPr>
            </a:lvl1pPr>
            <a:lvl2pPr>
              <a:spcBef>
                <a:spcPts val="0"/>
              </a:spcBef>
              <a:defRPr sz="1000" b="1"/>
            </a:lvl2pPr>
          </a:lstStyle>
          <a:p>
            <a:pPr lvl="0"/>
            <a:r>
              <a:rPr lang="en-US"/>
              <a:t>0,000</a:t>
            </a:r>
          </a:p>
        </p:txBody>
      </p:sp>
      <p:sp>
        <p:nvSpPr>
          <p:cNvPr id="3" name="Text Placeholder 9">
            <a:extLst>
              <a:ext uri="{FF2B5EF4-FFF2-40B4-BE49-F238E27FC236}">
                <a16:creationId xmlns:a16="http://schemas.microsoft.com/office/drawing/2014/main" id="{347B6220-EA18-FCE3-B24E-B96EEBDB79C3}"/>
              </a:ext>
            </a:extLst>
          </p:cNvPr>
          <p:cNvSpPr>
            <a:spLocks noGrp="1"/>
          </p:cNvSpPr>
          <p:nvPr>
            <p:ph type="body" sz="quarter" idx="20"/>
          </p:nvPr>
        </p:nvSpPr>
        <p:spPr>
          <a:xfrm>
            <a:off x="3448618" y="2457450"/>
            <a:ext cx="2481263" cy="552451"/>
          </a:xfrm>
          <a:prstGeom prst="rect">
            <a:avLst/>
          </a:prstGeom>
        </p:spPr>
        <p:txBody>
          <a:bodyPr anchor="b" anchorCtr="0"/>
          <a:lstStyle>
            <a:lvl1pPr>
              <a:spcBef>
                <a:spcPts val="0"/>
              </a:spcBef>
              <a:spcAft>
                <a:spcPts val="600"/>
              </a:spcAft>
              <a:defRPr sz="1000" b="0">
                <a:latin typeface="+mj-lt"/>
              </a:defRPr>
            </a:lvl1pPr>
          </a:lstStyle>
          <a:p>
            <a:pPr lvl="0"/>
            <a:r>
              <a:rPr lang="en-GB"/>
              <a:t>Click to edit Master text styles</a:t>
            </a:r>
          </a:p>
        </p:txBody>
      </p:sp>
      <p:sp>
        <p:nvSpPr>
          <p:cNvPr id="8" name="Text Placeholder 6">
            <a:extLst>
              <a:ext uri="{FF2B5EF4-FFF2-40B4-BE49-F238E27FC236}">
                <a16:creationId xmlns:a16="http://schemas.microsoft.com/office/drawing/2014/main" id="{B20CC769-A58F-89B1-9B4D-4242345AA6FC}"/>
              </a:ext>
            </a:extLst>
          </p:cNvPr>
          <p:cNvSpPr>
            <a:spLocks noGrp="1"/>
          </p:cNvSpPr>
          <p:nvPr>
            <p:ph type="body" sz="quarter" idx="21" hasCustomPrompt="1"/>
          </p:nvPr>
        </p:nvSpPr>
        <p:spPr>
          <a:xfrm>
            <a:off x="3286377" y="3308287"/>
            <a:ext cx="2765424" cy="2777490"/>
          </a:xfrm>
          <a:prstGeom prst="rect">
            <a:avLst/>
          </a:prstGeom>
          <a:solidFill>
            <a:schemeClr val="accent3"/>
          </a:solidFill>
        </p:spPr>
        <p:txBody>
          <a:bodyPr lIns="274320" tIns="91440"/>
          <a:lstStyle>
            <a:lvl1pPr>
              <a:spcAft>
                <a:spcPts val="1200"/>
              </a:spcAft>
              <a:tabLst>
                <a:tab pos="457200" algn="l"/>
              </a:tabLst>
              <a:defRPr sz="5400" b="0" baseline="0">
                <a:solidFill>
                  <a:schemeClr val="tx1"/>
                </a:solidFill>
              </a:defRPr>
            </a:lvl1pPr>
            <a:lvl2pPr>
              <a:spcBef>
                <a:spcPts val="0"/>
              </a:spcBef>
              <a:defRPr sz="1000" b="1"/>
            </a:lvl2pPr>
          </a:lstStyle>
          <a:p>
            <a:pPr lvl="0"/>
            <a:r>
              <a:rPr lang="en-US"/>
              <a:t>0,000</a:t>
            </a:r>
          </a:p>
        </p:txBody>
      </p:sp>
      <p:sp>
        <p:nvSpPr>
          <p:cNvPr id="9" name="Text Placeholder 9">
            <a:extLst>
              <a:ext uri="{FF2B5EF4-FFF2-40B4-BE49-F238E27FC236}">
                <a16:creationId xmlns:a16="http://schemas.microsoft.com/office/drawing/2014/main" id="{1A5CE9CF-2B9A-9CCE-16EB-AF781F3473C9}"/>
              </a:ext>
            </a:extLst>
          </p:cNvPr>
          <p:cNvSpPr>
            <a:spLocks noGrp="1"/>
          </p:cNvSpPr>
          <p:nvPr>
            <p:ph type="body" sz="quarter" idx="22"/>
          </p:nvPr>
        </p:nvSpPr>
        <p:spPr>
          <a:xfrm>
            <a:off x="3448618" y="5365687"/>
            <a:ext cx="2481263" cy="552451"/>
          </a:xfrm>
          <a:prstGeom prst="rect">
            <a:avLst/>
          </a:prstGeom>
        </p:spPr>
        <p:txBody>
          <a:bodyPr anchor="b" anchorCtr="0"/>
          <a:lstStyle>
            <a:lvl1pPr>
              <a:spcBef>
                <a:spcPts val="0"/>
              </a:spcBef>
              <a:spcAft>
                <a:spcPts val="600"/>
              </a:spcAft>
              <a:defRPr sz="1000" b="0">
                <a:latin typeface="+mj-lt"/>
              </a:defRPr>
            </a:lvl1pPr>
          </a:lstStyle>
          <a:p>
            <a:pPr lvl="0"/>
            <a:r>
              <a:rPr lang="en-GB"/>
              <a:t>Click to edit Master text styles</a:t>
            </a:r>
          </a:p>
        </p:txBody>
      </p:sp>
    </p:spTree>
    <p:extLst>
      <p:ext uri="{BB962C8B-B14F-4D97-AF65-F5344CB8AC3E}">
        <p14:creationId xmlns:p14="http://schemas.microsoft.com/office/powerpoint/2010/main" val="742092310"/>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Three Content Infographic">
    <p:spTree>
      <p:nvGrpSpPr>
        <p:cNvPr id="1" name=""/>
        <p:cNvGrpSpPr/>
        <p:nvPr/>
      </p:nvGrpSpPr>
      <p:grpSpPr>
        <a:xfrm>
          <a:off x="0" y="0"/>
          <a:ext cx="0" cy="0"/>
          <a:chOff x="0" y="0"/>
          <a:chExt cx="0" cy="0"/>
        </a:xfrm>
      </p:grpSpPr>
      <p:sp>
        <p:nvSpPr>
          <p:cNvPr id="10" name="Content Placeholder 2">
            <a:extLst>
              <a:ext uri="{FF2B5EF4-FFF2-40B4-BE49-F238E27FC236}">
                <a16:creationId xmlns:a16="http://schemas.microsoft.com/office/drawing/2014/main" id="{1E8B33F3-7C1D-479F-3B92-0DE073C2E4F5}"/>
              </a:ext>
            </a:extLst>
          </p:cNvPr>
          <p:cNvSpPr>
            <a:spLocks noGrp="1"/>
          </p:cNvSpPr>
          <p:nvPr>
            <p:ph idx="1" hasCustomPrompt="1"/>
          </p:nvPr>
        </p:nvSpPr>
        <p:spPr>
          <a:xfrm>
            <a:off x="407448" y="2459736"/>
            <a:ext cx="3310128" cy="969264"/>
          </a:xfrm>
          <a:prstGeom prst="rect">
            <a:avLst/>
          </a:prstGeom>
        </p:spPr>
        <p:txBody>
          <a:bodyPr/>
          <a:lstStyle>
            <a:lvl1pPr>
              <a:lnSpc>
                <a:spcPct val="80000"/>
              </a:lnSpc>
              <a:spcBef>
                <a:spcPts val="0"/>
              </a:spcBef>
              <a:spcAft>
                <a:spcPts val="0"/>
              </a:spcAft>
              <a:defRPr sz="7600" b="0" spc="-390" baseline="0">
                <a:solidFill>
                  <a:schemeClr val="accent1"/>
                </a:solidFill>
              </a:defRPr>
            </a:lvl1pPr>
          </a:lstStyle>
          <a:p>
            <a:pPr lvl="0"/>
            <a:r>
              <a:rPr lang="en-US"/>
              <a:t>00</a:t>
            </a:r>
          </a:p>
        </p:txBody>
      </p:sp>
      <p:sp>
        <p:nvSpPr>
          <p:cNvPr id="8" name="Content Placeholder 2">
            <a:extLst>
              <a:ext uri="{FF2B5EF4-FFF2-40B4-BE49-F238E27FC236}">
                <a16:creationId xmlns:a16="http://schemas.microsoft.com/office/drawing/2014/main" id="{07C7F8D0-E3EF-7617-C2AE-022970D36D32}"/>
              </a:ext>
            </a:extLst>
          </p:cNvPr>
          <p:cNvSpPr>
            <a:spLocks noGrp="1"/>
          </p:cNvSpPr>
          <p:nvPr>
            <p:ph idx="13" hasCustomPrompt="1"/>
          </p:nvPr>
        </p:nvSpPr>
        <p:spPr>
          <a:xfrm>
            <a:off x="4247643" y="2459736"/>
            <a:ext cx="3310128" cy="969264"/>
          </a:xfrm>
          <a:prstGeom prst="rect">
            <a:avLst/>
          </a:prstGeom>
        </p:spPr>
        <p:txBody>
          <a:bodyPr/>
          <a:lstStyle>
            <a:lvl1pPr>
              <a:lnSpc>
                <a:spcPct val="80000"/>
              </a:lnSpc>
              <a:spcBef>
                <a:spcPts val="0"/>
              </a:spcBef>
              <a:spcAft>
                <a:spcPts val="0"/>
              </a:spcAft>
              <a:defRPr sz="7600" b="0" spc="-390" baseline="0">
                <a:solidFill>
                  <a:schemeClr val="accent1"/>
                </a:solidFill>
              </a:defRPr>
            </a:lvl1pPr>
          </a:lstStyle>
          <a:p>
            <a:pPr lvl="0"/>
            <a:r>
              <a:rPr lang="en-US"/>
              <a:t>00</a:t>
            </a:r>
          </a:p>
        </p:txBody>
      </p:sp>
      <p:sp>
        <p:nvSpPr>
          <p:cNvPr id="12" name="Content Placeholder 2">
            <a:extLst>
              <a:ext uri="{FF2B5EF4-FFF2-40B4-BE49-F238E27FC236}">
                <a16:creationId xmlns:a16="http://schemas.microsoft.com/office/drawing/2014/main" id="{ADB98D30-AF89-AE84-76DB-5252AE8FD14F}"/>
              </a:ext>
            </a:extLst>
          </p:cNvPr>
          <p:cNvSpPr>
            <a:spLocks noGrp="1"/>
          </p:cNvSpPr>
          <p:nvPr>
            <p:ph idx="14" hasCustomPrompt="1"/>
          </p:nvPr>
        </p:nvSpPr>
        <p:spPr>
          <a:xfrm>
            <a:off x="8087598" y="2459736"/>
            <a:ext cx="3310128" cy="969264"/>
          </a:xfrm>
          <a:prstGeom prst="rect">
            <a:avLst/>
          </a:prstGeom>
        </p:spPr>
        <p:txBody>
          <a:bodyPr/>
          <a:lstStyle>
            <a:lvl1pPr>
              <a:lnSpc>
                <a:spcPct val="80000"/>
              </a:lnSpc>
              <a:spcBef>
                <a:spcPts val="0"/>
              </a:spcBef>
              <a:spcAft>
                <a:spcPts val="0"/>
              </a:spcAft>
              <a:defRPr sz="7600" b="0" spc="-390" baseline="0">
                <a:solidFill>
                  <a:schemeClr val="accent1"/>
                </a:solidFill>
              </a:defRPr>
            </a:lvl1pPr>
          </a:lstStyle>
          <a:p>
            <a:pPr lvl="0"/>
            <a:r>
              <a:rPr lang="en-US"/>
              <a:t>00</a:t>
            </a:r>
          </a:p>
        </p:txBody>
      </p:sp>
      <p:sp>
        <p:nvSpPr>
          <p:cNvPr id="4" name="Footer Placeholder 4">
            <a:extLst>
              <a:ext uri="{FF2B5EF4-FFF2-40B4-BE49-F238E27FC236}">
                <a16:creationId xmlns:a16="http://schemas.microsoft.com/office/drawing/2014/main" id="{C70956B3-9491-9C33-FC6E-9462B54246F5}"/>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PwC Risk Management</a:t>
            </a:r>
          </a:p>
        </p:txBody>
      </p:sp>
      <p:sp>
        <p:nvSpPr>
          <p:cNvPr id="11" name="Slide Number Placeholder 13">
            <a:extLst>
              <a:ext uri="{FF2B5EF4-FFF2-40B4-BE49-F238E27FC236}">
                <a16:creationId xmlns:a16="http://schemas.microsoft.com/office/drawing/2014/main" id="{D54FC496-336B-9871-8C69-A6D0113CD123}"/>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
        <p:nvSpPr>
          <p:cNvPr id="2" name="Title 1">
            <a:extLst>
              <a:ext uri="{FF2B5EF4-FFF2-40B4-BE49-F238E27FC236}">
                <a16:creationId xmlns:a16="http://schemas.microsoft.com/office/drawing/2014/main" id="{22E4AAB0-21A6-A5E6-8408-219CAA2653A4}"/>
              </a:ext>
            </a:extLst>
          </p:cNvPr>
          <p:cNvSpPr>
            <a:spLocks noGrp="1"/>
          </p:cNvSpPr>
          <p:nvPr>
            <p:ph type="title"/>
          </p:nvPr>
        </p:nvSpPr>
        <p:spPr/>
        <p:txBody>
          <a:bodyPr/>
          <a:lstStyle/>
          <a:p>
            <a:r>
              <a:rPr lang="en-GB"/>
              <a:t>Click to edit Master title style</a:t>
            </a:r>
          </a:p>
        </p:txBody>
      </p:sp>
      <p:sp>
        <p:nvSpPr>
          <p:cNvPr id="13" name="Content Placeholder 12">
            <a:extLst>
              <a:ext uri="{FF2B5EF4-FFF2-40B4-BE49-F238E27FC236}">
                <a16:creationId xmlns:a16="http://schemas.microsoft.com/office/drawing/2014/main" id="{2CE54221-5DBA-0D99-431D-6AD1DF6DC08C}"/>
              </a:ext>
            </a:extLst>
          </p:cNvPr>
          <p:cNvSpPr>
            <a:spLocks noGrp="1"/>
          </p:cNvSpPr>
          <p:nvPr>
            <p:ph sz="quarter" idx="15"/>
          </p:nvPr>
        </p:nvSpPr>
        <p:spPr>
          <a:xfrm>
            <a:off x="407989" y="3489909"/>
            <a:ext cx="3309588" cy="2454275"/>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4" name="Content Placeholder 12">
            <a:extLst>
              <a:ext uri="{FF2B5EF4-FFF2-40B4-BE49-F238E27FC236}">
                <a16:creationId xmlns:a16="http://schemas.microsoft.com/office/drawing/2014/main" id="{D7CBDAE4-87B4-6E80-BB22-1E1B55D46827}"/>
              </a:ext>
            </a:extLst>
          </p:cNvPr>
          <p:cNvSpPr>
            <a:spLocks noGrp="1"/>
          </p:cNvSpPr>
          <p:nvPr>
            <p:ph sz="quarter" idx="16"/>
          </p:nvPr>
        </p:nvSpPr>
        <p:spPr>
          <a:xfrm>
            <a:off x="4242629" y="3489909"/>
            <a:ext cx="3309588" cy="2454275"/>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5" name="Content Placeholder 12">
            <a:extLst>
              <a:ext uri="{FF2B5EF4-FFF2-40B4-BE49-F238E27FC236}">
                <a16:creationId xmlns:a16="http://schemas.microsoft.com/office/drawing/2014/main" id="{D63D7C9D-0E4E-53F0-D6B2-88D086096256}"/>
              </a:ext>
            </a:extLst>
          </p:cNvPr>
          <p:cNvSpPr>
            <a:spLocks noGrp="1"/>
          </p:cNvSpPr>
          <p:nvPr>
            <p:ph sz="quarter" idx="17"/>
          </p:nvPr>
        </p:nvSpPr>
        <p:spPr>
          <a:xfrm>
            <a:off x="8085215" y="3489909"/>
            <a:ext cx="3309588" cy="2454275"/>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Tree>
    <p:extLst>
      <p:ext uri="{BB962C8B-B14F-4D97-AF65-F5344CB8AC3E}">
        <p14:creationId xmlns:p14="http://schemas.microsoft.com/office/powerpoint/2010/main" val="487220954"/>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Three Content stat">
    <p:spTree>
      <p:nvGrpSpPr>
        <p:cNvPr id="1" name=""/>
        <p:cNvGrpSpPr/>
        <p:nvPr/>
      </p:nvGrpSpPr>
      <p:grpSpPr>
        <a:xfrm>
          <a:off x="0" y="0"/>
          <a:ext cx="0" cy="0"/>
          <a:chOff x="0" y="0"/>
          <a:chExt cx="0" cy="0"/>
        </a:xfrm>
      </p:grpSpPr>
      <p:sp>
        <p:nvSpPr>
          <p:cNvPr id="12" name="Content Placeholder 2">
            <a:extLst>
              <a:ext uri="{FF2B5EF4-FFF2-40B4-BE49-F238E27FC236}">
                <a16:creationId xmlns:a16="http://schemas.microsoft.com/office/drawing/2014/main" id="{ADB98D30-AF89-AE84-76DB-5252AE8FD14F}"/>
              </a:ext>
            </a:extLst>
          </p:cNvPr>
          <p:cNvSpPr>
            <a:spLocks noGrp="1"/>
          </p:cNvSpPr>
          <p:nvPr>
            <p:ph idx="14" hasCustomPrompt="1"/>
          </p:nvPr>
        </p:nvSpPr>
        <p:spPr>
          <a:xfrm>
            <a:off x="8087598" y="624990"/>
            <a:ext cx="3310128" cy="2232510"/>
          </a:xfrm>
          <a:prstGeom prst="rect">
            <a:avLst/>
          </a:prstGeom>
          <a:solidFill>
            <a:schemeClr val="accent1"/>
          </a:solidFill>
        </p:spPr>
        <p:txBody>
          <a:bodyPr lIns="144000" tIns="144000" rIns="144000" bIns="144000"/>
          <a:lstStyle>
            <a:lvl1pPr>
              <a:lnSpc>
                <a:spcPct val="80000"/>
              </a:lnSpc>
              <a:spcBef>
                <a:spcPts val="0"/>
              </a:spcBef>
              <a:spcAft>
                <a:spcPts val="0"/>
              </a:spcAft>
              <a:defRPr sz="9600" b="0" spc="-390" baseline="0">
                <a:solidFill>
                  <a:schemeClr val="bg1"/>
                </a:solidFill>
              </a:defRPr>
            </a:lvl1pPr>
          </a:lstStyle>
          <a:p>
            <a:pPr lvl="0"/>
            <a:r>
              <a:rPr lang="en-US"/>
              <a:t>00</a:t>
            </a:r>
          </a:p>
        </p:txBody>
      </p:sp>
      <p:sp>
        <p:nvSpPr>
          <p:cNvPr id="4" name="Footer Placeholder 4">
            <a:extLst>
              <a:ext uri="{FF2B5EF4-FFF2-40B4-BE49-F238E27FC236}">
                <a16:creationId xmlns:a16="http://schemas.microsoft.com/office/drawing/2014/main" id="{C70956B3-9491-9C33-FC6E-9462B54246F5}"/>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PwC Risk Management</a:t>
            </a:r>
          </a:p>
        </p:txBody>
      </p:sp>
      <p:sp>
        <p:nvSpPr>
          <p:cNvPr id="11" name="Slide Number Placeholder 13">
            <a:extLst>
              <a:ext uri="{FF2B5EF4-FFF2-40B4-BE49-F238E27FC236}">
                <a16:creationId xmlns:a16="http://schemas.microsoft.com/office/drawing/2014/main" id="{D54FC496-336B-9871-8C69-A6D0113CD123}"/>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
        <p:nvSpPr>
          <p:cNvPr id="13" name="Content Placeholder 12">
            <a:extLst>
              <a:ext uri="{FF2B5EF4-FFF2-40B4-BE49-F238E27FC236}">
                <a16:creationId xmlns:a16="http://schemas.microsoft.com/office/drawing/2014/main" id="{2CE54221-5DBA-0D99-431D-6AD1DF6DC08C}"/>
              </a:ext>
            </a:extLst>
          </p:cNvPr>
          <p:cNvSpPr>
            <a:spLocks noGrp="1"/>
          </p:cNvSpPr>
          <p:nvPr>
            <p:ph sz="quarter" idx="15"/>
          </p:nvPr>
        </p:nvSpPr>
        <p:spPr>
          <a:xfrm>
            <a:off x="401639" y="3489909"/>
            <a:ext cx="3309588" cy="2454275"/>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4" name="Content Placeholder 12">
            <a:extLst>
              <a:ext uri="{FF2B5EF4-FFF2-40B4-BE49-F238E27FC236}">
                <a16:creationId xmlns:a16="http://schemas.microsoft.com/office/drawing/2014/main" id="{D7CBDAE4-87B4-6E80-BB22-1E1B55D46827}"/>
              </a:ext>
            </a:extLst>
          </p:cNvPr>
          <p:cNvSpPr>
            <a:spLocks noGrp="1"/>
          </p:cNvSpPr>
          <p:nvPr>
            <p:ph sz="quarter" idx="16"/>
          </p:nvPr>
        </p:nvSpPr>
        <p:spPr>
          <a:xfrm>
            <a:off x="4242629" y="3486734"/>
            <a:ext cx="3309588" cy="2454275"/>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5" name="Content Placeholder 12">
            <a:extLst>
              <a:ext uri="{FF2B5EF4-FFF2-40B4-BE49-F238E27FC236}">
                <a16:creationId xmlns:a16="http://schemas.microsoft.com/office/drawing/2014/main" id="{D63D7C9D-0E4E-53F0-D6B2-88D086096256}"/>
              </a:ext>
            </a:extLst>
          </p:cNvPr>
          <p:cNvSpPr>
            <a:spLocks noGrp="1"/>
          </p:cNvSpPr>
          <p:nvPr>
            <p:ph sz="quarter" idx="17"/>
          </p:nvPr>
        </p:nvSpPr>
        <p:spPr>
          <a:xfrm>
            <a:off x="8078865" y="3489909"/>
            <a:ext cx="3309588" cy="2454275"/>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Content Placeholder 5">
            <a:extLst>
              <a:ext uri="{FF2B5EF4-FFF2-40B4-BE49-F238E27FC236}">
                <a16:creationId xmlns:a16="http://schemas.microsoft.com/office/drawing/2014/main" id="{0BB3E111-6FC3-CF13-4A3C-D696AFFF7DE7}"/>
              </a:ext>
            </a:extLst>
          </p:cNvPr>
          <p:cNvSpPr>
            <a:spLocks noGrp="1"/>
          </p:cNvSpPr>
          <p:nvPr>
            <p:ph sz="quarter" idx="18" hasCustomPrompt="1"/>
          </p:nvPr>
        </p:nvSpPr>
        <p:spPr>
          <a:xfrm>
            <a:off x="8267032" y="1828800"/>
            <a:ext cx="2967789" cy="919163"/>
          </a:xfrm>
        </p:spPr>
        <p:txBody>
          <a:bodyPr anchor="b" anchorCtr="0"/>
          <a:lstStyle/>
          <a:p>
            <a:pPr lvl="1"/>
            <a:r>
              <a:rPr lang="en-GB"/>
              <a:t>Second level</a:t>
            </a:r>
          </a:p>
        </p:txBody>
      </p:sp>
      <p:sp>
        <p:nvSpPr>
          <p:cNvPr id="9" name="Content Placeholder 8">
            <a:extLst>
              <a:ext uri="{FF2B5EF4-FFF2-40B4-BE49-F238E27FC236}">
                <a16:creationId xmlns:a16="http://schemas.microsoft.com/office/drawing/2014/main" id="{7D21760F-B691-98E4-D60C-136FBFC8A3A0}"/>
              </a:ext>
            </a:extLst>
          </p:cNvPr>
          <p:cNvSpPr>
            <a:spLocks noGrp="1"/>
          </p:cNvSpPr>
          <p:nvPr>
            <p:ph sz="quarter" idx="19" hasCustomPrompt="1"/>
          </p:nvPr>
        </p:nvSpPr>
        <p:spPr>
          <a:xfrm>
            <a:off x="401638" y="1431278"/>
            <a:ext cx="6596062" cy="1543050"/>
          </a:xfrm>
        </p:spPr>
        <p:txBody>
          <a:bodyPr/>
          <a:lstStyle/>
          <a:p>
            <a:pPr lvl="1"/>
            <a:r>
              <a:rPr lang="en-GB"/>
              <a:t>Second level</a:t>
            </a:r>
          </a:p>
        </p:txBody>
      </p:sp>
      <p:sp>
        <p:nvSpPr>
          <p:cNvPr id="3" name="Title 2">
            <a:extLst>
              <a:ext uri="{FF2B5EF4-FFF2-40B4-BE49-F238E27FC236}">
                <a16:creationId xmlns:a16="http://schemas.microsoft.com/office/drawing/2014/main" id="{1E75B2B1-3DBC-AF3C-5E0B-5036429A63F4}"/>
              </a:ext>
            </a:extLst>
          </p:cNvPr>
          <p:cNvSpPr>
            <a:spLocks noGrp="1"/>
          </p:cNvSpPr>
          <p:nvPr>
            <p:ph type="title"/>
          </p:nvPr>
        </p:nvSpPr>
        <p:spPr/>
        <p:txBody>
          <a:bodyPr/>
          <a:lstStyle/>
          <a:p>
            <a:r>
              <a:rPr lang="en-GB"/>
              <a:t>Click to edit Master title style</a:t>
            </a:r>
          </a:p>
        </p:txBody>
      </p:sp>
    </p:spTree>
    <p:extLst>
      <p:ext uri="{BB962C8B-B14F-4D97-AF65-F5344CB8AC3E}">
        <p14:creationId xmlns:p14="http://schemas.microsoft.com/office/powerpoint/2010/main" val="3573164185"/>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Three Content stat opt2">
    <p:spTree>
      <p:nvGrpSpPr>
        <p:cNvPr id="1" name=""/>
        <p:cNvGrpSpPr/>
        <p:nvPr/>
      </p:nvGrpSpPr>
      <p:grpSpPr>
        <a:xfrm>
          <a:off x="0" y="0"/>
          <a:ext cx="0" cy="0"/>
          <a:chOff x="0" y="0"/>
          <a:chExt cx="0" cy="0"/>
        </a:xfrm>
      </p:grpSpPr>
      <p:sp>
        <p:nvSpPr>
          <p:cNvPr id="12" name="Content Placeholder 2">
            <a:extLst>
              <a:ext uri="{FF2B5EF4-FFF2-40B4-BE49-F238E27FC236}">
                <a16:creationId xmlns:a16="http://schemas.microsoft.com/office/drawing/2014/main" id="{ADB98D30-AF89-AE84-76DB-5252AE8FD14F}"/>
              </a:ext>
            </a:extLst>
          </p:cNvPr>
          <p:cNvSpPr>
            <a:spLocks noGrp="1"/>
          </p:cNvSpPr>
          <p:nvPr>
            <p:ph idx="14" hasCustomPrompt="1"/>
          </p:nvPr>
        </p:nvSpPr>
        <p:spPr>
          <a:xfrm>
            <a:off x="404378" y="3820628"/>
            <a:ext cx="3310128" cy="2232510"/>
          </a:xfrm>
          <a:prstGeom prst="rect">
            <a:avLst/>
          </a:prstGeom>
          <a:solidFill>
            <a:schemeClr val="accent1"/>
          </a:solidFill>
        </p:spPr>
        <p:txBody>
          <a:bodyPr lIns="144000" tIns="144000" rIns="144000" bIns="144000"/>
          <a:lstStyle>
            <a:lvl1pPr>
              <a:lnSpc>
                <a:spcPct val="80000"/>
              </a:lnSpc>
              <a:spcBef>
                <a:spcPts val="0"/>
              </a:spcBef>
              <a:spcAft>
                <a:spcPts val="0"/>
              </a:spcAft>
              <a:defRPr sz="9600" b="0" spc="-390" baseline="0">
                <a:solidFill>
                  <a:schemeClr val="bg1"/>
                </a:solidFill>
              </a:defRPr>
            </a:lvl1pPr>
          </a:lstStyle>
          <a:p>
            <a:pPr lvl="0"/>
            <a:r>
              <a:rPr lang="en-US"/>
              <a:t>00</a:t>
            </a:r>
          </a:p>
        </p:txBody>
      </p:sp>
      <p:sp>
        <p:nvSpPr>
          <p:cNvPr id="4" name="Footer Placeholder 4">
            <a:extLst>
              <a:ext uri="{FF2B5EF4-FFF2-40B4-BE49-F238E27FC236}">
                <a16:creationId xmlns:a16="http://schemas.microsoft.com/office/drawing/2014/main" id="{C70956B3-9491-9C33-FC6E-9462B54246F5}"/>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PwC Risk Management</a:t>
            </a:r>
          </a:p>
        </p:txBody>
      </p:sp>
      <p:sp>
        <p:nvSpPr>
          <p:cNvPr id="11" name="Slide Number Placeholder 13">
            <a:extLst>
              <a:ext uri="{FF2B5EF4-FFF2-40B4-BE49-F238E27FC236}">
                <a16:creationId xmlns:a16="http://schemas.microsoft.com/office/drawing/2014/main" id="{D54FC496-336B-9871-8C69-A6D0113CD123}"/>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
        <p:nvSpPr>
          <p:cNvPr id="15" name="Content Placeholder 12">
            <a:extLst>
              <a:ext uri="{FF2B5EF4-FFF2-40B4-BE49-F238E27FC236}">
                <a16:creationId xmlns:a16="http://schemas.microsoft.com/office/drawing/2014/main" id="{D63D7C9D-0E4E-53F0-D6B2-88D086096256}"/>
              </a:ext>
            </a:extLst>
          </p:cNvPr>
          <p:cNvSpPr>
            <a:spLocks noGrp="1"/>
          </p:cNvSpPr>
          <p:nvPr>
            <p:ph sz="quarter" idx="17"/>
          </p:nvPr>
        </p:nvSpPr>
        <p:spPr>
          <a:xfrm>
            <a:off x="5204409" y="1431173"/>
            <a:ext cx="6596497" cy="1419977"/>
          </a:xfrm>
        </p:spPr>
        <p:txBody>
          <a:bodyPr/>
          <a:lstStyle/>
          <a:p>
            <a:pPr lvl="0"/>
            <a:r>
              <a:rPr lang="en-GB"/>
              <a:t>Click to edit Master text styles</a:t>
            </a:r>
          </a:p>
          <a:p>
            <a:pPr lvl="1"/>
            <a:r>
              <a:rPr lang="en-GB"/>
              <a:t>Second level</a:t>
            </a:r>
          </a:p>
          <a:p>
            <a:pPr lvl="2"/>
            <a:r>
              <a:rPr lang="en-GB"/>
              <a:t>Third level</a:t>
            </a:r>
          </a:p>
        </p:txBody>
      </p:sp>
      <p:sp>
        <p:nvSpPr>
          <p:cNvPr id="6" name="Content Placeholder 5">
            <a:extLst>
              <a:ext uri="{FF2B5EF4-FFF2-40B4-BE49-F238E27FC236}">
                <a16:creationId xmlns:a16="http://schemas.microsoft.com/office/drawing/2014/main" id="{0BB3E111-6FC3-CF13-4A3C-D696AFFF7DE7}"/>
              </a:ext>
            </a:extLst>
          </p:cNvPr>
          <p:cNvSpPr>
            <a:spLocks noGrp="1"/>
          </p:cNvSpPr>
          <p:nvPr>
            <p:ph sz="quarter" idx="18" hasCustomPrompt="1"/>
          </p:nvPr>
        </p:nvSpPr>
        <p:spPr>
          <a:xfrm>
            <a:off x="586987" y="5024438"/>
            <a:ext cx="2967789" cy="919163"/>
          </a:xfrm>
        </p:spPr>
        <p:txBody>
          <a:bodyPr anchor="b" anchorCtr="0"/>
          <a:lstStyle/>
          <a:p>
            <a:pPr lvl="1"/>
            <a:r>
              <a:rPr lang="en-GB"/>
              <a:t>Second level</a:t>
            </a:r>
          </a:p>
        </p:txBody>
      </p:sp>
      <p:sp>
        <p:nvSpPr>
          <p:cNvPr id="3" name="Content Placeholder 12">
            <a:extLst>
              <a:ext uri="{FF2B5EF4-FFF2-40B4-BE49-F238E27FC236}">
                <a16:creationId xmlns:a16="http://schemas.microsoft.com/office/drawing/2014/main" id="{9784B8CC-5B7E-5362-D04F-2D06A226A556}"/>
              </a:ext>
            </a:extLst>
          </p:cNvPr>
          <p:cNvSpPr>
            <a:spLocks noGrp="1"/>
          </p:cNvSpPr>
          <p:nvPr>
            <p:ph sz="quarter" idx="19"/>
          </p:nvPr>
        </p:nvSpPr>
        <p:spPr>
          <a:xfrm>
            <a:off x="401743" y="1431172"/>
            <a:ext cx="3309588" cy="2052387"/>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Content Placeholder 12">
            <a:extLst>
              <a:ext uri="{FF2B5EF4-FFF2-40B4-BE49-F238E27FC236}">
                <a16:creationId xmlns:a16="http://schemas.microsoft.com/office/drawing/2014/main" id="{A5FFD8BB-9662-65F2-0523-B066643DBAE6}"/>
              </a:ext>
            </a:extLst>
          </p:cNvPr>
          <p:cNvSpPr>
            <a:spLocks noGrp="1"/>
          </p:cNvSpPr>
          <p:nvPr>
            <p:ph sz="quarter" idx="20"/>
          </p:nvPr>
        </p:nvSpPr>
        <p:spPr>
          <a:xfrm>
            <a:off x="5204409" y="2971048"/>
            <a:ext cx="6596497" cy="1421565"/>
          </a:xfrm>
        </p:spPr>
        <p:txBody>
          <a:bodyPr/>
          <a:lstStyle/>
          <a:p>
            <a:pPr lvl="0"/>
            <a:r>
              <a:rPr lang="en-GB"/>
              <a:t>Click to edit Master text styles</a:t>
            </a:r>
          </a:p>
          <a:p>
            <a:pPr lvl="1"/>
            <a:r>
              <a:rPr lang="en-GB"/>
              <a:t>Second level</a:t>
            </a:r>
          </a:p>
          <a:p>
            <a:pPr lvl="2"/>
            <a:r>
              <a:rPr lang="en-GB"/>
              <a:t>Third level</a:t>
            </a:r>
          </a:p>
        </p:txBody>
      </p:sp>
      <p:sp>
        <p:nvSpPr>
          <p:cNvPr id="7" name="Content Placeholder 12">
            <a:extLst>
              <a:ext uri="{FF2B5EF4-FFF2-40B4-BE49-F238E27FC236}">
                <a16:creationId xmlns:a16="http://schemas.microsoft.com/office/drawing/2014/main" id="{D8B2093B-E410-7AA4-C651-BE7775C63588}"/>
              </a:ext>
            </a:extLst>
          </p:cNvPr>
          <p:cNvSpPr>
            <a:spLocks noGrp="1"/>
          </p:cNvSpPr>
          <p:nvPr>
            <p:ph sz="quarter" idx="21"/>
          </p:nvPr>
        </p:nvSpPr>
        <p:spPr>
          <a:xfrm>
            <a:off x="5204409" y="4518860"/>
            <a:ext cx="6596497" cy="1421565"/>
          </a:xfrm>
        </p:spPr>
        <p:txBody>
          <a:bodyPr/>
          <a:lstStyle/>
          <a:p>
            <a:pPr lvl="0"/>
            <a:r>
              <a:rPr lang="en-GB"/>
              <a:t>Click to edit Master text styles</a:t>
            </a:r>
          </a:p>
          <a:p>
            <a:pPr lvl="1"/>
            <a:r>
              <a:rPr lang="en-GB"/>
              <a:t>Second level</a:t>
            </a:r>
          </a:p>
        </p:txBody>
      </p:sp>
      <p:cxnSp>
        <p:nvCxnSpPr>
          <p:cNvPr id="10" name="Straight Connector 9">
            <a:extLst>
              <a:ext uri="{FF2B5EF4-FFF2-40B4-BE49-F238E27FC236}">
                <a16:creationId xmlns:a16="http://schemas.microsoft.com/office/drawing/2014/main" id="{EE451A91-904B-9189-BF24-255512764D9F}"/>
              </a:ext>
            </a:extLst>
          </p:cNvPr>
          <p:cNvCxnSpPr/>
          <p:nvPr userDrawn="1"/>
        </p:nvCxnSpPr>
        <p:spPr>
          <a:xfrm>
            <a:off x="5204409" y="2914315"/>
            <a:ext cx="6596497" cy="0"/>
          </a:xfrm>
          <a:prstGeom prst="line">
            <a:avLst/>
          </a:prstGeom>
          <a:ln w="6350">
            <a:solidFill>
              <a:schemeClr val="accent4"/>
            </a:solidFill>
          </a:ln>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D382EEF3-1C6E-1A5A-2FA7-59E0D16D5467}"/>
              </a:ext>
            </a:extLst>
          </p:cNvPr>
          <p:cNvCxnSpPr/>
          <p:nvPr userDrawn="1"/>
        </p:nvCxnSpPr>
        <p:spPr>
          <a:xfrm>
            <a:off x="5204409" y="4459704"/>
            <a:ext cx="6596497" cy="0"/>
          </a:xfrm>
          <a:prstGeom prst="line">
            <a:avLst/>
          </a:prstGeom>
          <a:ln w="6350">
            <a:solidFill>
              <a:schemeClr val="accent4"/>
            </a:solidFill>
          </a:ln>
        </p:spPr>
        <p:style>
          <a:lnRef idx="2">
            <a:schemeClr val="accent1"/>
          </a:lnRef>
          <a:fillRef idx="0">
            <a:schemeClr val="accent1"/>
          </a:fillRef>
          <a:effectRef idx="1">
            <a:schemeClr val="accent1"/>
          </a:effectRef>
          <a:fontRef idx="minor">
            <a:schemeClr val="tx1"/>
          </a:fontRef>
        </p:style>
      </p:cxnSp>
      <p:sp>
        <p:nvSpPr>
          <p:cNvPr id="8" name="Title 7">
            <a:extLst>
              <a:ext uri="{FF2B5EF4-FFF2-40B4-BE49-F238E27FC236}">
                <a16:creationId xmlns:a16="http://schemas.microsoft.com/office/drawing/2014/main" id="{A068A449-2C58-F082-0F7F-9D220CFC65E3}"/>
              </a:ext>
            </a:extLst>
          </p:cNvPr>
          <p:cNvSpPr>
            <a:spLocks noGrp="1"/>
          </p:cNvSpPr>
          <p:nvPr>
            <p:ph type="title"/>
          </p:nvPr>
        </p:nvSpPr>
        <p:spPr/>
        <p:txBody>
          <a:bodyPr/>
          <a:lstStyle/>
          <a:p>
            <a:r>
              <a:rPr lang="en-GB"/>
              <a:t>Click to edit Master title style</a:t>
            </a:r>
          </a:p>
        </p:txBody>
      </p:sp>
    </p:spTree>
    <p:extLst>
      <p:ext uri="{BB962C8B-B14F-4D97-AF65-F5344CB8AC3E}">
        <p14:creationId xmlns:p14="http://schemas.microsoft.com/office/powerpoint/2010/main" val="4010920355"/>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Three Content two stat">
    <p:spTree>
      <p:nvGrpSpPr>
        <p:cNvPr id="1" name=""/>
        <p:cNvGrpSpPr/>
        <p:nvPr/>
      </p:nvGrpSpPr>
      <p:grpSpPr>
        <a:xfrm>
          <a:off x="0" y="0"/>
          <a:ext cx="0" cy="0"/>
          <a:chOff x="0" y="0"/>
          <a:chExt cx="0" cy="0"/>
        </a:xfrm>
      </p:grpSpPr>
      <p:sp>
        <p:nvSpPr>
          <p:cNvPr id="12" name="Content Placeholder 2">
            <a:extLst>
              <a:ext uri="{FF2B5EF4-FFF2-40B4-BE49-F238E27FC236}">
                <a16:creationId xmlns:a16="http://schemas.microsoft.com/office/drawing/2014/main" id="{ADB98D30-AF89-AE84-76DB-5252AE8FD14F}"/>
              </a:ext>
            </a:extLst>
          </p:cNvPr>
          <p:cNvSpPr>
            <a:spLocks noGrp="1"/>
          </p:cNvSpPr>
          <p:nvPr>
            <p:ph idx="14" hasCustomPrompt="1"/>
          </p:nvPr>
        </p:nvSpPr>
        <p:spPr>
          <a:xfrm>
            <a:off x="3281363" y="4518861"/>
            <a:ext cx="4140784" cy="1419977"/>
          </a:xfrm>
          <a:prstGeom prst="rect">
            <a:avLst/>
          </a:prstGeom>
          <a:solidFill>
            <a:schemeClr val="accent1"/>
          </a:solidFill>
        </p:spPr>
        <p:txBody>
          <a:bodyPr lIns="144000" tIns="144000" rIns="144000" bIns="144000"/>
          <a:lstStyle>
            <a:lvl1pPr>
              <a:lnSpc>
                <a:spcPct val="80000"/>
              </a:lnSpc>
              <a:spcBef>
                <a:spcPts val="0"/>
              </a:spcBef>
              <a:spcAft>
                <a:spcPts val="0"/>
              </a:spcAft>
              <a:defRPr sz="7200" b="0" spc="-390" baseline="0">
                <a:solidFill>
                  <a:schemeClr val="bg1"/>
                </a:solidFill>
              </a:defRPr>
            </a:lvl1pPr>
          </a:lstStyle>
          <a:p>
            <a:pPr lvl="0"/>
            <a:r>
              <a:rPr lang="en-US"/>
              <a:t>00</a:t>
            </a:r>
          </a:p>
        </p:txBody>
      </p:sp>
      <p:sp>
        <p:nvSpPr>
          <p:cNvPr id="4" name="Footer Placeholder 4">
            <a:extLst>
              <a:ext uri="{FF2B5EF4-FFF2-40B4-BE49-F238E27FC236}">
                <a16:creationId xmlns:a16="http://schemas.microsoft.com/office/drawing/2014/main" id="{C70956B3-9491-9C33-FC6E-9462B54246F5}"/>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PwC Risk Management</a:t>
            </a:r>
          </a:p>
        </p:txBody>
      </p:sp>
      <p:sp>
        <p:nvSpPr>
          <p:cNvPr id="11" name="Slide Number Placeholder 13">
            <a:extLst>
              <a:ext uri="{FF2B5EF4-FFF2-40B4-BE49-F238E27FC236}">
                <a16:creationId xmlns:a16="http://schemas.microsoft.com/office/drawing/2014/main" id="{D54FC496-336B-9871-8C69-A6D0113CD123}"/>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
        <p:nvSpPr>
          <p:cNvPr id="15" name="Content Placeholder 12">
            <a:extLst>
              <a:ext uri="{FF2B5EF4-FFF2-40B4-BE49-F238E27FC236}">
                <a16:creationId xmlns:a16="http://schemas.microsoft.com/office/drawing/2014/main" id="{D63D7C9D-0E4E-53F0-D6B2-88D086096256}"/>
              </a:ext>
            </a:extLst>
          </p:cNvPr>
          <p:cNvSpPr>
            <a:spLocks noGrp="1"/>
          </p:cNvSpPr>
          <p:nvPr>
            <p:ph sz="quarter" idx="17"/>
          </p:nvPr>
        </p:nvSpPr>
        <p:spPr>
          <a:xfrm>
            <a:off x="3287923" y="1431173"/>
            <a:ext cx="2755689" cy="2961440"/>
          </a:xfrm>
        </p:spPr>
        <p:txBody>
          <a:bodyPr/>
          <a:lstStyle/>
          <a:p>
            <a:pPr lvl="0"/>
            <a:r>
              <a:rPr lang="en-GB"/>
              <a:t>Click to edit Master text styles</a:t>
            </a:r>
          </a:p>
          <a:p>
            <a:pPr lvl="1"/>
            <a:r>
              <a:rPr lang="en-GB"/>
              <a:t>Second level</a:t>
            </a:r>
          </a:p>
          <a:p>
            <a:pPr lvl="2"/>
            <a:r>
              <a:rPr lang="en-GB"/>
              <a:t>Third level</a:t>
            </a:r>
          </a:p>
        </p:txBody>
      </p:sp>
      <p:sp>
        <p:nvSpPr>
          <p:cNvPr id="6" name="Content Placeholder 5">
            <a:extLst>
              <a:ext uri="{FF2B5EF4-FFF2-40B4-BE49-F238E27FC236}">
                <a16:creationId xmlns:a16="http://schemas.microsoft.com/office/drawing/2014/main" id="{0BB3E111-6FC3-CF13-4A3C-D696AFFF7DE7}"/>
              </a:ext>
            </a:extLst>
          </p:cNvPr>
          <p:cNvSpPr>
            <a:spLocks noGrp="1"/>
          </p:cNvSpPr>
          <p:nvPr>
            <p:ph sz="quarter" idx="18" hasCustomPrompt="1"/>
          </p:nvPr>
        </p:nvSpPr>
        <p:spPr>
          <a:xfrm>
            <a:off x="3482186" y="5379453"/>
            <a:ext cx="3811625" cy="495328"/>
          </a:xfrm>
        </p:spPr>
        <p:txBody>
          <a:bodyPr anchor="b" anchorCtr="0"/>
          <a:lstStyle/>
          <a:p>
            <a:pPr lvl="1"/>
            <a:r>
              <a:rPr lang="en-GB"/>
              <a:t>Second level</a:t>
            </a:r>
          </a:p>
        </p:txBody>
      </p:sp>
      <p:sp>
        <p:nvSpPr>
          <p:cNvPr id="3" name="Content Placeholder 12">
            <a:extLst>
              <a:ext uri="{FF2B5EF4-FFF2-40B4-BE49-F238E27FC236}">
                <a16:creationId xmlns:a16="http://schemas.microsoft.com/office/drawing/2014/main" id="{9784B8CC-5B7E-5362-D04F-2D06A226A556}"/>
              </a:ext>
            </a:extLst>
          </p:cNvPr>
          <p:cNvSpPr>
            <a:spLocks noGrp="1"/>
          </p:cNvSpPr>
          <p:nvPr>
            <p:ph sz="quarter" idx="19"/>
          </p:nvPr>
        </p:nvSpPr>
        <p:spPr>
          <a:xfrm>
            <a:off x="401743" y="2974892"/>
            <a:ext cx="2714770" cy="2961439"/>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9" name="Content Placeholder 12">
            <a:extLst>
              <a:ext uri="{FF2B5EF4-FFF2-40B4-BE49-F238E27FC236}">
                <a16:creationId xmlns:a16="http://schemas.microsoft.com/office/drawing/2014/main" id="{DB6CB495-9473-5780-7111-C87E9E367857}"/>
              </a:ext>
            </a:extLst>
          </p:cNvPr>
          <p:cNvSpPr>
            <a:spLocks noGrp="1"/>
          </p:cNvSpPr>
          <p:nvPr>
            <p:ph sz="quarter" idx="20"/>
          </p:nvPr>
        </p:nvSpPr>
        <p:spPr>
          <a:xfrm>
            <a:off x="6163260" y="1431173"/>
            <a:ext cx="2755689" cy="2961440"/>
          </a:xfrm>
        </p:spPr>
        <p:txBody>
          <a:bodyPr/>
          <a:lstStyle/>
          <a:p>
            <a:pPr lvl="0"/>
            <a:r>
              <a:rPr lang="en-GB"/>
              <a:t>Click to edit Master text styles</a:t>
            </a:r>
          </a:p>
          <a:p>
            <a:pPr lvl="1"/>
            <a:r>
              <a:rPr lang="en-GB"/>
              <a:t>Second level</a:t>
            </a:r>
          </a:p>
          <a:p>
            <a:pPr lvl="2"/>
            <a:r>
              <a:rPr lang="en-GB"/>
              <a:t>Third level</a:t>
            </a:r>
          </a:p>
        </p:txBody>
      </p:sp>
      <p:sp>
        <p:nvSpPr>
          <p:cNvPr id="13" name="Content Placeholder 12">
            <a:extLst>
              <a:ext uri="{FF2B5EF4-FFF2-40B4-BE49-F238E27FC236}">
                <a16:creationId xmlns:a16="http://schemas.microsoft.com/office/drawing/2014/main" id="{1D7BCAB6-F28C-A4B4-5C70-164E1AB026E6}"/>
              </a:ext>
            </a:extLst>
          </p:cNvPr>
          <p:cNvSpPr>
            <a:spLocks noGrp="1"/>
          </p:cNvSpPr>
          <p:nvPr>
            <p:ph sz="quarter" idx="21"/>
          </p:nvPr>
        </p:nvSpPr>
        <p:spPr>
          <a:xfrm>
            <a:off x="9045491" y="1437523"/>
            <a:ext cx="2755689" cy="2961440"/>
          </a:xfrm>
        </p:spPr>
        <p:txBody>
          <a:bodyPr/>
          <a:lstStyle/>
          <a:p>
            <a:pPr lvl="0"/>
            <a:r>
              <a:rPr lang="en-GB"/>
              <a:t>Click to edit Master text styles</a:t>
            </a:r>
          </a:p>
          <a:p>
            <a:pPr lvl="1"/>
            <a:r>
              <a:rPr lang="en-GB"/>
              <a:t>Second level</a:t>
            </a:r>
          </a:p>
          <a:p>
            <a:pPr lvl="2"/>
            <a:r>
              <a:rPr lang="en-GB"/>
              <a:t>Third level</a:t>
            </a:r>
          </a:p>
        </p:txBody>
      </p:sp>
      <p:sp>
        <p:nvSpPr>
          <p:cNvPr id="14" name="Content Placeholder 2">
            <a:extLst>
              <a:ext uri="{FF2B5EF4-FFF2-40B4-BE49-F238E27FC236}">
                <a16:creationId xmlns:a16="http://schemas.microsoft.com/office/drawing/2014/main" id="{C7C435D4-7F8C-9595-3F1B-6F367325B539}"/>
              </a:ext>
            </a:extLst>
          </p:cNvPr>
          <p:cNvSpPr>
            <a:spLocks noGrp="1"/>
          </p:cNvSpPr>
          <p:nvPr>
            <p:ph idx="22" hasCustomPrompt="1"/>
          </p:nvPr>
        </p:nvSpPr>
        <p:spPr>
          <a:xfrm>
            <a:off x="7660858" y="4518861"/>
            <a:ext cx="4140784" cy="1419977"/>
          </a:xfrm>
          <a:prstGeom prst="rect">
            <a:avLst/>
          </a:prstGeom>
          <a:solidFill>
            <a:schemeClr val="accent4"/>
          </a:solidFill>
        </p:spPr>
        <p:txBody>
          <a:bodyPr lIns="144000" tIns="144000" rIns="144000" bIns="144000"/>
          <a:lstStyle>
            <a:lvl1pPr>
              <a:lnSpc>
                <a:spcPct val="80000"/>
              </a:lnSpc>
              <a:spcBef>
                <a:spcPts val="0"/>
              </a:spcBef>
              <a:spcAft>
                <a:spcPts val="0"/>
              </a:spcAft>
              <a:defRPr sz="7200" b="0" spc="-390" baseline="0">
                <a:solidFill>
                  <a:schemeClr val="tx1"/>
                </a:solidFill>
              </a:defRPr>
            </a:lvl1pPr>
          </a:lstStyle>
          <a:p>
            <a:pPr lvl="0"/>
            <a:r>
              <a:rPr lang="en-US"/>
              <a:t>00</a:t>
            </a:r>
          </a:p>
        </p:txBody>
      </p:sp>
      <p:sp>
        <p:nvSpPr>
          <p:cNvPr id="17" name="Content Placeholder 5">
            <a:extLst>
              <a:ext uri="{FF2B5EF4-FFF2-40B4-BE49-F238E27FC236}">
                <a16:creationId xmlns:a16="http://schemas.microsoft.com/office/drawing/2014/main" id="{AD153791-45BA-2F21-68E8-EE5CD5EA7D06}"/>
              </a:ext>
            </a:extLst>
          </p:cNvPr>
          <p:cNvSpPr>
            <a:spLocks noGrp="1"/>
          </p:cNvSpPr>
          <p:nvPr>
            <p:ph sz="quarter" idx="23" hasCustomPrompt="1"/>
          </p:nvPr>
        </p:nvSpPr>
        <p:spPr>
          <a:xfrm>
            <a:off x="7861681" y="5379453"/>
            <a:ext cx="3811625" cy="495328"/>
          </a:xfrm>
        </p:spPr>
        <p:txBody>
          <a:bodyPr anchor="b" anchorCtr="0"/>
          <a:lstStyle/>
          <a:p>
            <a:pPr lvl="1"/>
            <a:r>
              <a:rPr lang="en-GB"/>
              <a:t>Second level</a:t>
            </a:r>
          </a:p>
        </p:txBody>
      </p:sp>
      <p:sp>
        <p:nvSpPr>
          <p:cNvPr id="5" name="Title 4">
            <a:extLst>
              <a:ext uri="{FF2B5EF4-FFF2-40B4-BE49-F238E27FC236}">
                <a16:creationId xmlns:a16="http://schemas.microsoft.com/office/drawing/2014/main" id="{CFB8E12F-1EC9-99BF-546E-376A4378FFC9}"/>
              </a:ext>
            </a:extLst>
          </p:cNvPr>
          <p:cNvSpPr>
            <a:spLocks noGrp="1"/>
          </p:cNvSpPr>
          <p:nvPr>
            <p:ph type="title"/>
          </p:nvPr>
        </p:nvSpPr>
        <p:spPr/>
        <p:txBody>
          <a:bodyPr/>
          <a:lstStyle/>
          <a:p>
            <a:r>
              <a:rPr lang="en-GB"/>
              <a:t>Click to edit Master title style</a:t>
            </a:r>
          </a:p>
        </p:txBody>
      </p:sp>
    </p:spTree>
    <p:extLst>
      <p:ext uri="{BB962C8B-B14F-4D97-AF65-F5344CB8AC3E}">
        <p14:creationId xmlns:p14="http://schemas.microsoft.com/office/powerpoint/2010/main" val="3111499440"/>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Three Content charts">
    <p:spTree>
      <p:nvGrpSpPr>
        <p:cNvPr id="1" name=""/>
        <p:cNvGrpSpPr/>
        <p:nvPr/>
      </p:nvGrpSpPr>
      <p:grpSpPr>
        <a:xfrm>
          <a:off x="0" y="0"/>
          <a:ext cx="0" cy="0"/>
          <a:chOff x="0" y="0"/>
          <a:chExt cx="0" cy="0"/>
        </a:xfrm>
      </p:grpSpPr>
      <p:sp>
        <p:nvSpPr>
          <p:cNvPr id="4" name="Footer Placeholder 4">
            <a:extLst>
              <a:ext uri="{FF2B5EF4-FFF2-40B4-BE49-F238E27FC236}">
                <a16:creationId xmlns:a16="http://schemas.microsoft.com/office/drawing/2014/main" id="{C70956B3-9491-9C33-FC6E-9462B54246F5}"/>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PwC Risk Management</a:t>
            </a:r>
          </a:p>
        </p:txBody>
      </p:sp>
      <p:sp>
        <p:nvSpPr>
          <p:cNvPr id="11" name="Slide Number Placeholder 13">
            <a:extLst>
              <a:ext uri="{FF2B5EF4-FFF2-40B4-BE49-F238E27FC236}">
                <a16:creationId xmlns:a16="http://schemas.microsoft.com/office/drawing/2014/main" id="{D54FC496-336B-9871-8C69-A6D0113CD123}"/>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
        <p:nvSpPr>
          <p:cNvPr id="2" name="Title 1">
            <a:extLst>
              <a:ext uri="{FF2B5EF4-FFF2-40B4-BE49-F238E27FC236}">
                <a16:creationId xmlns:a16="http://schemas.microsoft.com/office/drawing/2014/main" id="{22E4AAB0-21A6-A5E6-8408-219CAA2653A4}"/>
              </a:ext>
            </a:extLst>
          </p:cNvPr>
          <p:cNvSpPr>
            <a:spLocks noGrp="1"/>
          </p:cNvSpPr>
          <p:nvPr>
            <p:ph type="title"/>
          </p:nvPr>
        </p:nvSpPr>
        <p:spPr/>
        <p:txBody>
          <a:bodyPr/>
          <a:lstStyle/>
          <a:p>
            <a:r>
              <a:rPr lang="en-GB"/>
              <a:t>Click to edit Master title style</a:t>
            </a:r>
          </a:p>
        </p:txBody>
      </p:sp>
      <p:sp>
        <p:nvSpPr>
          <p:cNvPr id="13" name="Content Placeholder 12">
            <a:extLst>
              <a:ext uri="{FF2B5EF4-FFF2-40B4-BE49-F238E27FC236}">
                <a16:creationId xmlns:a16="http://schemas.microsoft.com/office/drawing/2014/main" id="{2CE54221-5DBA-0D99-431D-6AD1DF6DC08C}"/>
              </a:ext>
            </a:extLst>
          </p:cNvPr>
          <p:cNvSpPr>
            <a:spLocks noGrp="1"/>
          </p:cNvSpPr>
          <p:nvPr>
            <p:ph sz="quarter" idx="15"/>
          </p:nvPr>
        </p:nvSpPr>
        <p:spPr>
          <a:xfrm>
            <a:off x="401639" y="3998913"/>
            <a:ext cx="3309588" cy="1945271"/>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4" name="Content Placeholder 12">
            <a:extLst>
              <a:ext uri="{FF2B5EF4-FFF2-40B4-BE49-F238E27FC236}">
                <a16:creationId xmlns:a16="http://schemas.microsoft.com/office/drawing/2014/main" id="{D7CBDAE4-87B4-6E80-BB22-1E1B55D46827}"/>
              </a:ext>
            </a:extLst>
          </p:cNvPr>
          <p:cNvSpPr>
            <a:spLocks noGrp="1"/>
          </p:cNvSpPr>
          <p:nvPr>
            <p:ph sz="quarter" idx="16"/>
          </p:nvPr>
        </p:nvSpPr>
        <p:spPr>
          <a:xfrm>
            <a:off x="4239454" y="4002088"/>
            <a:ext cx="3309588" cy="1945271"/>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5" name="Content Placeholder 12">
            <a:extLst>
              <a:ext uri="{FF2B5EF4-FFF2-40B4-BE49-F238E27FC236}">
                <a16:creationId xmlns:a16="http://schemas.microsoft.com/office/drawing/2014/main" id="{D63D7C9D-0E4E-53F0-D6B2-88D086096256}"/>
              </a:ext>
            </a:extLst>
          </p:cNvPr>
          <p:cNvSpPr>
            <a:spLocks noGrp="1"/>
          </p:cNvSpPr>
          <p:nvPr>
            <p:ph sz="quarter" idx="17"/>
          </p:nvPr>
        </p:nvSpPr>
        <p:spPr>
          <a:xfrm>
            <a:off x="8085215" y="1428751"/>
            <a:ext cx="3716812" cy="4515434"/>
          </a:xfrm>
          <a:solidFill>
            <a:srgbClr val="FFF5ED"/>
          </a:solidFill>
        </p:spPr>
        <p:txBody>
          <a:bodyPr lIns="144000" tIns="144000" rIns="144000" bIns="14400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Tree>
    <p:extLst>
      <p:ext uri="{BB962C8B-B14F-4D97-AF65-F5344CB8AC3E}">
        <p14:creationId xmlns:p14="http://schemas.microsoft.com/office/powerpoint/2010/main" val="3684348205"/>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Four Content Infographic">
    <p:spTree>
      <p:nvGrpSpPr>
        <p:cNvPr id="1" name=""/>
        <p:cNvGrpSpPr/>
        <p:nvPr/>
      </p:nvGrpSpPr>
      <p:grpSpPr>
        <a:xfrm>
          <a:off x="0" y="0"/>
          <a:ext cx="0" cy="0"/>
          <a:chOff x="0" y="0"/>
          <a:chExt cx="0" cy="0"/>
        </a:xfrm>
      </p:grpSpPr>
      <p:sp>
        <p:nvSpPr>
          <p:cNvPr id="10" name="Content Placeholder 2">
            <a:extLst>
              <a:ext uri="{FF2B5EF4-FFF2-40B4-BE49-F238E27FC236}">
                <a16:creationId xmlns:a16="http://schemas.microsoft.com/office/drawing/2014/main" id="{1E8B33F3-7C1D-479F-3B92-0DE073C2E4F5}"/>
              </a:ext>
            </a:extLst>
          </p:cNvPr>
          <p:cNvSpPr>
            <a:spLocks noGrp="1"/>
          </p:cNvSpPr>
          <p:nvPr>
            <p:ph idx="1" hasCustomPrompt="1"/>
          </p:nvPr>
        </p:nvSpPr>
        <p:spPr>
          <a:xfrm>
            <a:off x="407448" y="2459736"/>
            <a:ext cx="2396050" cy="898948"/>
          </a:xfrm>
          <a:prstGeom prst="rect">
            <a:avLst/>
          </a:prstGeom>
        </p:spPr>
        <p:txBody>
          <a:bodyPr/>
          <a:lstStyle>
            <a:lvl1pPr>
              <a:lnSpc>
                <a:spcPct val="80000"/>
              </a:lnSpc>
              <a:spcBef>
                <a:spcPts val="0"/>
              </a:spcBef>
              <a:spcAft>
                <a:spcPts val="0"/>
              </a:spcAft>
              <a:defRPr sz="6600" b="0" spc="-390" baseline="0">
                <a:solidFill>
                  <a:schemeClr val="accent1"/>
                </a:solidFill>
              </a:defRPr>
            </a:lvl1pPr>
          </a:lstStyle>
          <a:p>
            <a:pPr lvl="0"/>
            <a:r>
              <a:rPr lang="en-US"/>
              <a:t>00</a:t>
            </a:r>
          </a:p>
        </p:txBody>
      </p:sp>
      <p:sp>
        <p:nvSpPr>
          <p:cNvPr id="8" name="Content Placeholder 2">
            <a:extLst>
              <a:ext uri="{FF2B5EF4-FFF2-40B4-BE49-F238E27FC236}">
                <a16:creationId xmlns:a16="http://schemas.microsoft.com/office/drawing/2014/main" id="{07C7F8D0-E3EF-7617-C2AE-022970D36D32}"/>
              </a:ext>
            </a:extLst>
          </p:cNvPr>
          <p:cNvSpPr>
            <a:spLocks noGrp="1"/>
          </p:cNvSpPr>
          <p:nvPr>
            <p:ph idx="13" hasCustomPrompt="1"/>
          </p:nvPr>
        </p:nvSpPr>
        <p:spPr>
          <a:xfrm>
            <a:off x="3288624" y="2459736"/>
            <a:ext cx="2396050" cy="898948"/>
          </a:xfrm>
          <a:prstGeom prst="rect">
            <a:avLst/>
          </a:prstGeom>
        </p:spPr>
        <p:txBody>
          <a:bodyPr/>
          <a:lstStyle>
            <a:lvl1pPr>
              <a:lnSpc>
                <a:spcPct val="80000"/>
              </a:lnSpc>
              <a:spcBef>
                <a:spcPts val="0"/>
              </a:spcBef>
              <a:spcAft>
                <a:spcPts val="0"/>
              </a:spcAft>
              <a:defRPr sz="6600" b="0" spc="-390" baseline="0">
                <a:solidFill>
                  <a:schemeClr val="accent1"/>
                </a:solidFill>
              </a:defRPr>
            </a:lvl1pPr>
          </a:lstStyle>
          <a:p>
            <a:pPr lvl="0"/>
            <a:r>
              <a:rPr lang="en-US"/>
              <a:t>00</a:t>
            </a:r>
          </a:p>
        </p:txBody>
      </p:sp>
      <p:sp>
        <p:nvSpPr>
          <p:cNvPr id="12" name="Content Placeholder 2">
            <a:extLst>
              <a:ext uri="{FF2B5EF4-FFF2-40B4-BE49-F238E27FC236}">
                <a16:creationId xmlns:a16="http://schemas.microsoft.com/office/drawing/2014/main" id="{ADB98D30-AF89-AE84-76DB-5252AE8FD14F}"/>
              </a:ext>
            </a:extLst>
          </p:cNvPr>
          <p:cNvSpPr>
            <a:spLocks noGrp="1"/>
          </p:cNvSpPr>
          <p:nvPr>
            <p:ph idx="14" hasCustomPrompt="1"/>
          </p:nvPr>
        </p:nvSpPr>
        <p:spPr>
          <a:xfrm>
            <a:off x="6163450" y="2459736"/>
            <a:ext cx="2396050" cy="898948"/>
          </a:xfrm>
          <a:prstGeom prst="rect">
            <a:avLst/>
          </a:prstGeom>
        </p:spPr>
        <p:txBody>
          <a:bodyPr/>
          <a:lstStyle>
            <a:lvl1pPr>
              <a:lnSpc>
                <a:spcPct val="80000"/>
              </a:lnSpc>
              <a:spcBef>
                <a:spcPts val="0"/>
              </a:spcBef>
              <a:spcAft>
                <a:spcPts val="0"/>
              </a:spcAft>
              <a:defRPr sz="6600" b="0" spc="-390" baseline="0">
                <a:solidFill>
                  <a:schemeClr val="accent1"/>
                </a:solidFill>
              </a:defRPr>
            </a:lvl1pPr>
          </a:lstStyle>
          <a:p>
            <a:pPr lvl="0"/>
            <a:r>
              <a:rPr lang="en-US"/>
              <a:t>00</a:t>
            </a:r>
          </a:p>
        </p:txBody>
      </p:sp>
      <p:sp>
        <p:nvSpPr>
          <p:cNvPr id="11" name="Content Placeholder 2">
            <a:extLst>
              <a:ext uri="{FF2B5EF4-FFF2-40B4-BE49-F238E27FC236}">
                <a16:creationId xmlns:a16="http://schemas.microsoft.com/office/drawing/2014/main" id="{11C89EB2-461C-D9DB-DBF2-EA17EA40A6C1}"/>
              </a:ext>
            </a:extLst>
          </p:cNvPr>
          <p:cNvSpPr>
            <a:spLocks noGrp="1"/>
          </p:cNvSpPr>
          <p:nvPr>
            <p:ph idx="16" hasCustomPrompt="1"/>
          </p:nvPr>
        </p:nvSpPr>
        <p:spPr>
          <a:xfrm>
            <a:off x="9041451" y="2459736"/>
            <a:ext cx="2396050" cy="898948"/>
          </a:xfrm>
          <a:prstGeom prst="rect">
            <a:avLst/>
          </a:prstGeom>
        </p:spPr>
        <p:txBody>
          <a:bodyPr/>
          <a:lstStyle>
            <a:lvl1pPr>
              <a:lnSpc>
                <a:spcPct val="80000"/>
              </a:lnSpc>
              <a:spcBef>
                <a:spcPts val="0"/>
              </a:spcBef>
              <a:spcAft>
                <a:spcPts val="0"/>
              </a:spcAft>
              <a:defRPr sz="6600" b="0" spc="-390" baseline="0">
                <a:solidFill>
                  <a:schemeClr val="accent1"/>
                </a:solidFill>
              </a:defRPr>
            </a:lvl1pPr>
          </a:lstStyle>
          <a:p>
            <a:pPr lvl="0"/>
            <a:r>
              <a:rPr lang="en-US"/>
              <a:t>00</a:t>
            </a:r>
          </a:p>
        </p:txBody>
      </p:sp>
      <p:sp>
        <p:nvSpPr>
          <p:cNvPr id="9" name="Footer Placeholder 4">
            <a:extLst>
              <a:ext uri="{FF2B5EF4-FFF2-40B4-BE49-F238E27FC236}">
                <a16:creationId xmlns:a16="http://schemas.microsoft.com/office/drawing/2014/main" id="{850DA203-9211-4FDA-05C5-46A210422ACC}"/>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PwC Risk Management</a:t>
            </a:r>
          </a:p>
        </p:txBody>
      </p:sp>
      <p:sp>
        <p:nvSpPr>
          <p:cNvPr id="13" name="Slide Number Placeholder 13">
            <a:extLst>
              <a:ext uri="{FF2B5EF4-FFF2-40B4-BE49-F238E27FC236}">
                <a16:creationId xmlns:a16="http://schemas.microsoft.com/office/drawing/2014/main" id="{B4612D97-4010-1226-69CD-B037A384C2DD}"/>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
        <p:nvSpPr>
          <p:cNvPr id="2" name="Title 1">
            <a:extLst>
              <a:ext uri="{FF2B5EF4-FFF2-40B4-BE49-F238E27FC236}">
                <a16:creationId xmlns:a16="http://schemas.microsoft.com/office/drawing/2014/main" id="{079A7587-677C-A05A-2121-022AD13D84FC}"/>
              </a:ext>
            </a:extLst>
          </p:cNvPr>
          <p:cNvSpPr>
            <a:spLocks noGrp="1"/>
          </p:cNvSpPr>
          <p:nvPr>
            <p:ph type="title"/>
          </p:nvPr>
        </p:nvSpPr>
        <p:spPr/>
        <p:txBody>
          <a:bodyPr/>
          <a:lstStyle/>
          <a:p>
            <a:r>
              <a:rPr lang="en-GB"/>
              <a:t>Click to edit Master title style</a:t>
            </a:r>
          </a:p>
        </p:txBody>
      </p:sp>
      <p:sp>
        <p:nvSpPr>
          <p:cNvPr id="15" name="Content Placeholder 14">
            <a:extLst>
              <a:ext uri="{FF2B5EF4-FFF2-40B4-BE49-F238E27FC236}">
                <a16:creationId xmlns:a16="http://schemas.microsoft.com/office/drawing/2014/main" id="{4DBA3ACD-0D2C-D641-01D7-8C26F0185CF3}"/>
              </a:ext>
            </a:extLst>
          </p:cNvPr>
          <p:cNvSpPr>
            <a:spLocks noGrp="1"/>
          </p:cNvSpPr>
          <p:nvPr>
            <p:ph sz="quarter" idx="17"/>
          </p:nvPr>
        </p:nvSpPr>
        <p:spPr>
          <a:xfrm>
            <a:off x="402223" y="3489910"/>
            <a:ext cx="2403448" cy="2568575"/>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6" name="Content Placeholder 14">
            <a:extLst>
              <a:ext uri="{FF2B5EF4-FFF2-40B4-BE49-F238E27FC236}">
                <a16:creationId xmlns:a16="http://schemas.microsoft.com/office/drawing/2014/main" id="{236C013A-BB35-AEC0-28AD-4D514322A25F}"/>
              </a:ext>
            </a:extLst>
          </p:cNvPr>
          <p:cNvSpPr>
            <a:spLocks noGrp="1"/>
          </p:cNvSpPr>
          <p:nvPr>
            <p:ph sz="quarter" idx="18"/>
          </p:nvPr>
        </p:nvSpPr>
        <p:spPr>
          <a:xfrm>
            <a:off x="3287629" y="3489910"/>
            <a:ext cx="2403448" cy="2568575"/>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7" name="Content Placeholder 14">
            <a:extLst>
              <a:ext uri="{FF2B5EF4-FFF2-40B4-BE49-F238E27FC236}">
                <a16:creationId xmlns:a16="http://schemas.microsoft.com/office/drawing/2014/main" id="{0345759C-9894-A51C-0B53-9A2BA51B38B0}"/>
              </a:ext>
            </a:extLst>
          </p:cNvPr>
          <p:cNvSpPr>
            <a:spLocks noGrp="1"/>
          </p:cNvSpPr>
          <p:nvPr>
            <p:ph sz="quarter" idx="19"/>
          </p:nvPr>
        </p:nvSpPr>
        <p:spPr>
          <a:xfrm>
            <a:off x="6164514" y="3489910"/>
            <a:ext cx="2403448" cy="2568575"/>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8" name="Content Placeholder 14">
            <a:extLst>
              <a:ext uri="{FF2B5EF4-FFF2-40B4-BE49-F238E27FC236}">
                <a16:creationId xmlns:a16="http://schemas.microsoft.com/office/drawing/2014/main" id="{2AADA5E6-3641-18E7-E548-12550E3137BC}"/>
              </a:ext>
            </a:extLst>
          </p:cNvPr>
          <p:cNvSpPr>
            <a:spLocks noGrp="1"/>
          </p:cNvSpPr>
          <p:nvPr>
            <p:ph sz="quarter" idx="20"/>
          </p:nvPr>
        </p:nvSpPr>
        <p:spPr>
          <a:xfrm>
            <a:off x="9041400" y="3489910"/>
            <a:ext cx="2403448" cy="2568575"/>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Tree>
    <p:extLst>
      <p:ext uri="{BB962C8B-B14F-4D97-AF65-F5344CB8AC3E}">
        <p14:creationId xmlns:p14="http://schemas.microsoft.com/office/powerpoint/2010/main" val="1880937179"/>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One Column Chart">
    <p:spTree>
      <p:nvGrpSpPr>
        <p:cNvPr id="1" name=""/>
        <p:cNvGrpSpPr/>
        <p:nvPr/>
      </p:nvGrpSpPr>
      <p:grpSpPr>
        <a:xfrm>
          <a:off x="0" y="0"/>
          <a:ext cx="0" cy="0"/>
          <a:chOff x="0" y="0"/>
          <a:chExt cx="0" cy="0"/>
        </a:xfrm>
      </p:grpSpPr>
      <p:sp>
        <p:nvSpPr>
          <p:cNvPr id="6" name="Chart Placeholder 5">
            <a:extLst>
              <a:ext uri="{FF2B5EF4-FFF2-40B4-BE49-F238E27FC236}">
                <a16:creationId xmlns:a16="http://schemas.microsoft.com/office/drawing/2014/main" id="{DCC47810-5636-CCFE-D491-CAD999BC70CF}"/>
              </a:ext>
            </a:extLst>
          </p:cNvPr>
          <p:cNvSpPr>
            <a:spLocks noGrp="1"/>
          </p:cNvSpPr>
          <p:nvPr>
            <p:ph type="chart" sz="quarter" idx="10"/>
          </p:nvPr>
        </p:nvSpPr>
        <p:spPr>
          <a:xfrm>
            <a:off x="5199063" y="1946275"/>
            <a:ext cx="5640387" cy="3992563"/>
          </a:xfrm>
          <a:prstGeom prst="rect">
            <a:avLst/>
          </a:prstGeom>
        </p:spPr>
        <p:txBody>
          <a:bodyPr/>
          <a:lstStyle>
            <a:lvl1pPr algn="ctr">
              <a:defRPr/>
            </a:lvl1pPr>
          </a:lstStyle>
          <a:p>
            <a:r>
              <a:rPr lang="en-GB"/>
              <a:t>Click icon to add chart</a:t>
            </a:r>
            <a:endParaRPr lang="en-US"/>
          </a:p>
        </p:txBody>
      </p:sp>
      <p:sp>
        <p:nvSpPr>
          <p:cNvPr id="2" name="Footer Placeholder 4">
            <a:extLst>
              <a:ext uri="{FF2B5EF4-FFF2-40B4-BE49-F238E27FC236}">
                <a16:creationId xmlns:a16="http://schemas.microsoft.com/office/drawing/2014/main" id="{6125A049-51AB-8CE0-1E82-0861CFA1A20A}"/>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PwC Risk Management</a:t>
            </a:r>
          </a:p>
        </p:txBody>
      </p:sp>
      <p:sp>
        <p:nvSpPr>
          <p:cNvPr id="3" name="Slide Number Placeholder 13">
            <a:extLst>
              <a:ext uri="{FF2B5EF4-FFF2-40B4-BE49-F238E27FC236}">
                <a16:creationId xmlns:a16="http://schemas.microsoft.com/office/drawing/2014/main" id="{370151B8-84D5-0F32-8BA4-AF23D992BD36}"/>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
        <p:nvSpPr>
          <p:cNvPr id="4" name="Title 3">
            <a:extLst>
              <a:ext uri="{FF2B5EF4-FFF2-40B4-BE49-F238E27FC236}">
                <a16:creationId xmlns:a16="http://schemas.microsoft.com/office/drawing/2014/main" id="{F95C8901-E3E8-993D-2DFE-F65F4F7C2C03}"/>
              </a:ext>
            </a:extLst>
          </p:cNvPr>
          <p:cNvSpPr>
            <a:spLocks noGrp="1"/>
          </p:cNvSpPr>
          <p:nvPr>
            <p:ph type="title"/>
          </p:nvPr>
        </p:nvSpPr>
        <p:spPr/>
        <p:txBody>
          <a:bodyPr/>
          <a:lstStyle/>
          <a:p>
            <a:r>
              <a:rPr lang="en-GB"/>
              <a:t>Click to edit Master title style</a:t>
            </a:r>
          </a:p>
        </p:txBody>
      </p:sp>
      <p:sp>
        <p:nvSpPr>
          <p:cNvPr id="8" name="Content Placeholder 7">
            <a:extLst>
              <a:ext uri="{FF2B5EF4-FFF2-40B4-BE49-F238E27FC236}">
                <a16:creationId xmlns:a16="http://schemas.microsoft.com/office/drawing/2014/main" id="{E190D19D-B7DB-A86C-63BB-00591DCD837B}"/>
              </a:ext>
            </a:extLst>
          </p:cNvPr>
          <p:cNvSpPr>
            <a:spLocks noGrp="1"/>
          </p:cNvSpPr>
          <p:nvPr>
            <p:ph sz="quarter" idx="11"/>
          </p:nvPr>
        </p:nvSpPr>
        <p:spPr>
          <a:xfrm>
            <a:off x="402222" y="3489910"/>
            <a:ext cx="4680953" cy="2454275"/>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Tree>
    <p:extLst>
      <p:ext uri="{BB962C8B-B14F-4D97-AF65-F5344CB8AC3E}">
        <p14:creationId xmlns:p14="http://schemas.microsoft.com/office/powerpoint/2010/main" val="3205887943"/>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Four Team Images">
    <p:spTree>
      <p:nvGrpSpPr>
        <p:cNvPr id="1" name=""/>
        <p:cNvGrpSpPr/>
        <p:nvPr/>
      </p:nvGrpSpPr>
      <p:grpSpPr>
        <a:xfrm>
          <a:off x="0" y="0"/>
          <a:ext cx="0" cy="0"/>
          <a:chOff x="0" y="0"/>
          <a:chExt cx="0" cy="0"/>
        </a:xfrm>
      </p:grpSpPr>
      <p:sp>
        <p:nvSpPr>
          <p:cNvPr id="5" name="Picture Placeholder 14">
            <a:extLst>
              <a:ext uri="{FF2B5EF4-FFF2-40B4-BE49-F238E27FC236}">
                <a16:creationId xmlns:a16="http://schemas.microsoft.com/office/drawing/2014/main" id="{BE205ACB-F0DD-E11C-8562-1A67F4F828CD}"/>
              </a:ext>
              <a:ext uri="{C183D7F6-B498-43B3-948B-1728B52AA6E4}">
                <adec:decorative xmlns:adec="http://schemas.microsoft.com/office/drawing/2017/decorative" val="1"/>
              </a:ext>
            </a:extLst>
          </p:cNvPr>
          <p:cNvSpPr>
            <a:spLocks noGrp="1"/>
          </p:cNvSpPr>
          <p:nvPr>
            <p:ph type="pic" sz="quarter" idx="11"/>
          </p:nvPr>
        </p:nvSpPr>
        <p:spPr>
          <a:xfrm>
            <a:off x="406137" y="1948779"/>
            <a:ext cx="2759338" cy="2450184"/>
          </a:xfrm>
          <a:prstGeom prst="rect">
            <a:avLst/>
          </a:prstGeom>
          <a:solidFill>
            <a:schemeClr val="bg2"/>
          </a:solidFill>
          <a:ln>
            <a:noFill/>
          </a:ln>
        </p:spPr>
        <p:txBody>
          <a:bodyPr tIns="365760"/>
          <a:lstStyle>
            <a:lvl1pPr algn="ctr">
              <a:defRPr/>
            </a:lvl1pPr>
          </a:lstStyle>
          <a:p>
            <a:r>
              <a:rPr lang="en-GB"/>
              <a:t>Click icon to add picture</a:t>
            </a:r>
            <a:endParaRPr lang="en-US"/>
          </a:p>
        </p:txBody>
      </p:sp>
      <p:sp>
        <p:nvSpPr>
          <p:cNvPr id="15" name="Picture Placeholder 14">
            <a:extLst>
              <a:ext uri="{FF2B5EF4-FFF2-40B4-BE49-F238E27FC236}">
                <a16:creationId xmlns:a16="http://schemas.microsoft.com/office/drawing/2014/main" id="{32429DBE-FCD7-24A1-1559-A263A915F0EA}"/>
              </a:ext>
              <a:ext uri="{C183D7F6-B498-43B3-948B-1728B52AA6E4}">
                <adec:decorative xmlns:adec="http://schemas.microsoft.com/office/drawing/2017/decorative" val="1"/>
              </a:ext>
            </a:extLst>
          </p:cNvPr>
          <p:cNvSpPr>
            <a:spLocks noGrp="1"/>
          </p:cNvSpPr>
          <p:nvPr>
            <p:ph type="pic" sz="quarter" idx="19"/>
          </p:nvPr>
        </p:nvSpPr>
        <p:spPr>
          <a:xfrm>
            <a:off x="3288386" y="1948779"/>
            <a:ext cx="2753786" cy="2450184"/>
          </a:xfrm>
          <a:prstGeom prst="rect">
            <a:avLst/>
          </a:prstGeom>
          <a:solidFill>
            <a:schemeClr val="bg2"/>
          </a:solidFill>
        </p:spPr>
        <p:txBody>
          <a:bodyPr tIns="365760"/>
          <a:lstStyle>
            <a:lvl1pPr algn="ctr">
              <a:defRPr/>
            </a:lvl1pPr>
          </a:lstStyle>
          <a:p>
            <a:r>
              <a:rPr lang="en-GB"/>
              <a:t>Click icon to add picture</a:t>
            </a:r>
            <a:endParaRPr lang="en-US"/>
          </a:p>
        </p:txBody>
      </p:sp>
      <p:sp>
        <p:nvSpPr>
          <p:cNvPr id="17" name="Picture Placeholder 14">
            <a:extLst>
              <a:ext uri="{FF2B5EF4-FFF2-40B4-BE49-F238E27FC236}">
                <a16:creationId xmlns:a16="http://schemas.microsoft.com/office/drawing/2014/main" id="{CD839F68-5525-1FC6-7F47-6058F961EBE1}"/>
              </a:ext>
              <a:ext uri="{C183D7F6-B498-43B3-948B-1728B52AA6E4}">
                <adec:decorative xmlns:adec="http://schemas.microsoft.com/office/drawing/2017/decorative" val="1"/>
              </a:ext>
            </a:extLst>
          </p:cNvPr>
          <p:cNvSpPr>
            <a:spLocks noGrp="1"/>
          </p:cNvSpPr>
          <p:nvPr>
            <p:ph type="pic" sz="quarter" idx="21"/>
          </p:nvPr>
        </p:nvSpPr>
        <p:spPr>
          <a:xfrm>
            <a:off x="6165083" y="1948779"/>
            <a:ext cx="2757533" cy="2450184"/>
          </a:xfrm>
          <a:prstGeom prst="rect">
            <a:avLst/>
          </a:prstGeom>
          <a:solidFill>
            <a:schemeClr val="bg2"/>
          </a:solidFill>
        </p:spPr>
        <p:txBody>
          <a:bodyPr tIns="365760"/>
          <a:lstStyle>
            <a:lvl1pPr algn="ctr">
              <a:defRPr/>
            </a:lvl1pPr>
          </a:lstStyle>
          <a:p>
            <a:r>
              <a:rPr lang="en-GB"/>
              <a:t>Click icon to add picture</a:t>
            </a:r>
            <a:endParaRPr lang="en-US"/>
          </a:p>
        </p:txBody>
      </p:sp>
      <p:sp>
        <p:nvSpPr>
          <p:cNvPr id="19" name="Picture Placeholder 14">
            <a:extLst>
              <a:ext uri="{FF2B5EF4-FFF2-40B4-BE49-F238E27FC236}">
                <a16:creationId xmlns:a16="http://schemas.microsoft.com/office/drawing/2014/main" id="{AEC3DEC0-C14C-0D3D-E77D-C65F7FA1089D}"/>
              </a:ext>
              <a:ext uri="{C183D7F6-B498-43B3-948B-1728B52AA6E4}">
                <adec:decorative xmlns:adec="http://schemas.microsoft.com/office/drawing/2017/decorative" val="1"/>
              </a:ext>
            </a:extLst>
          </p:cNvPr>
          <p:cNvSpPr>
            <a:spLocks noGrp="1"/>
          </p:cNvSpPr>
          <p:nvPr>
            <p:ph type="pic" sz="quarter" idx="23"/>
          </p:nvPr>
        </p:nvSpPr>
        <p:spPr>
          <a:xfrm>
            <a:off x="9045527" y="1948779"/>
            <a:ext cx="2755947" cy="2450184"/>
          </a:xfrm>
          <a:prstGeom prst="rect">
            <a:avLst/>
          </a:prstGeom>
          <a:solidFill>
            <a:schemeClr val="bg2"/>
          </a:solidFill>
        </p:spPr>
        <p:txBody>
          <a:bodyPr tIns="365760"/>
          <a:lstStyle>
            <a:lvl1pPr algn="ctr">
              <a:defRPr/>
            </a:lvl1pPr>
          </a:lstStyle>
          <a:p>
            <a:r>
              <a:rPr lang="en-GB"/>
              <a:t>Click icon to add picture</a:t>
            </a:r>
            <a:endParaRPr lang="en-US"/>
          </a:p>
        </p:txBody>
      </p:sp>
      <p:sp>
        <p:nvSpPr>
          <p:cNvPr id="4" name="Footer Placeholder 4">
            <a:extLst>
              <a:ext uri="{FF2B5EF4-FFF2-40B4-BE49-F238E27FC236}">
                <a16:creationId xmlns:a16="http://schemas.microsoft.com/office/drawing/2014/main" id="{9475B69A-CAC3-88B9-5B3E-2AF1362EFDB6}"/>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PwC Risk Management</a:t>
            </a:r>
          </a:p>
        </p:txBody>
      </p:sp>
      <p:sp>
        <p:nvSpPr>
          <p:cNvPr id="6" name="Slide Number Placeholder 13">
            <a:extLst>
              <a:ext uri="{FF2B5EF4-FFF2-40B4-BE49-F238E27FC236}">
                <a16:creationId xmlns:a16="http://schemas.microsoft.com/office/drawing/2014/main" id="{07859335-E39D-1388-375F-FAA342F28BBF}"/>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
        <p:nvSpPr>
          <p:cNvPr id="2" name="Title 1">
            <a:extLst>
              <a:ext uri="{FF2B5EF4-FFF2-40B4-BE49-F238E27FC236}">
                <a16:creationId xmlns:a16="http://schemas.microsoft.com/office/drawing/2014/main" id="{E26083D5-893A-8B99-8ED3-6048CBD24CAF}"/>
              </a:ext>
            </a:extLst>
          </p:cNvPr>
          <p:cNvSpPr>
            <a:spLocks noGrp="1"/>
          </p:cNvSpPr>
          <p:nvPr>
            <p:ph type="title"/>
          </p:nvPr>
        </p:nvSpPr>
        <p:spPr/>
        <p:txBody>
          <a:bodyPr/>
          <a:lstStyle/>
          <a:p>
            <a:r>
              <a:rPr lang="en-GB"/>
              <a:t>Click to edit Master title style</a:t>
            </a:r>
          </a:p>
        </p:txBody>
      </p:sp>
      <p:sp>
        <p:nvSpPr>
          <p:cNvPr id="3" name="Content Placeholder 14">
            <a:extLst>
              <a:ext uri="{FF2B5EF4-FFF2-40B4-BE49-F238E27FC236}">
                <a16:creationId xmlns:a16="http://schemas.microsoft.com/office/drawing/2014/main" id="{630EE810-9CC0-3D39-4E81-CACE7F8E261C}"/>
              </a:ext>
            </a:extLst>
          </p:cNvPr>
          <p:cNvSpPr>
            <a:spLocks noGrp="1"/>
          </p:cNvSpPr>
          <p:nvPr>
            <p:ph sz="quarter" idx="17"/>
          </p:nvPr>
        </p:nvSpPr>
        <p:spPr>
          <a:xfrm>
            <a:off x="405397" y="4518611"/>
            <a:ext cx="2759337" cy="142022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8" name="Content Placeholder 14">
            <a:extLst>
              <a:ext uri="{FF2B5EF4-FFF2-40B4-BE49-F238E27FC236}">
                <a16:creationId xmlns:a16="http://schemas.microsoft.com/office/drawing/2014/main" id="{18EC1B5D-1AEE-5E2F-0944-D7623B162FAE}"/>
              </a:ext>
            </a:extLst>
          </p:cNvPr>
          <p:cNvSpPr>
            <a:spLocks noGrp="1"/>
          </p:cNvSpPr>
          <p:nvPr>
            <p:ph sz="quarter" idx="18"/>
          </p:nvPr>
        </p:nvSpPr>
        <p:spPr>
          <a:xfrm>
            <a:off x="3287629" y="4518610"/>
            <a:ext cx="2755984" cy="1420229"/>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9" name="Content Placeholder 14">
            <a:extLst>
              <a:ext uri="{FF2B5EF4-FFF2-40B4-BE49-F238E27FC236}">
                <a16:creationId xmlns:a16="http://schemas.microsoft.com/office/drawing/2014/main" id="{16086CB6-2134-7590-0CAD-90E4AA4F7F75}"/>
              </a:ext>
            </a:extLst>
          </p:cNvPr>
          <p:cNvSpPr>
            <a:spLocks noGrp="1"/>
          </p:cNvSpPr>
          <p:nvPr>
            <p:ph sz="quarter" idx="24"/>
          </p:nvPr>
        </p:nvSpPr>
        <p:spPr>
          <a:xfrm>
            <a:off x="6164513" y="4518611"/>
            <a:ext cx="2755983" cy="142022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0" name="Content Placeholder 14">
            <a:extLst>
              <a:ext uri="{FF2B5EF4-FFF2-40B4-BE49-F238E27FC236}">
                <a16:creationId xmlns:a16="http://schemas.microsoft.com/office/drawing/2014/main" id="{A96820DE-A885-8CCE-08E5-56ADF488BBF6}"/>
              </a:ext>
            </a:extLst>
          </p:cNvPr>
          <p:cNvSpPr>
            <a:spLocks noGrp="1"/>
          </p:cNvSpPr>
          <p:nvPr>
            <p:ph sz="quarter" idx="20"/>
          </p:nvPr>
        </p:nvSpPr>
        <p:spPr>
          <a:xfrm>
            <a:off x="9041399" y="4518611"/>
            <a:ext cx="2760075" cy="142022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Tree>
    <p:extLst>
      <p:ext uri="{BB962C8B-B14F-4D97-AF65-F5344CB8AC3E}">
        <p14:creationId xmlns:p14="http://schemas.microsoft.com/office/powerpoint/2010/main" val="3521225541"/>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Four Team Images 2">
    <p:spTree>
      <p:nvGrpSpPr>
        <p:cNvPr id="1" name=""/>
        <p:cNvGrpSpPr/>
        <p:nvPr/>
      </p:nvGrpSpPr>
      <p:grpSpPr>
        <a:xfrm>
          <a:off x="0" y="0"/>
          <a:ext cx="0" cy="0"/>
          <a:chOff x="0" y="0"/>
          <a:chExt cx="0" cy="0"/>
        </a:xfrm>
      </p:grpSpPr>
      <p:sp>
        <p:nvSpPr>
          <p:cNvPr id="5" name="Picture Placeholder 14">
            <a:extLst>
              <a:ext uri="{FF2B5EF4-FFF2-40B4-BE49-F238E27FC236}">
                <a16:creationId xmlns:a16="http://schemas.microsoft.com/office/drawing/2014/main" id="{BE205ACB-F0DD-E11C-8562-1A67F4F828CD}"/>
              </a:ext>
              <a:ext uri="{C183D7F6-B498-43B3-948B-1728B52AA6E4}">
                <adec:decorative xmlns:adec="http://schemas.microsoft.com/office/drawing/2017/decorative" val="1"/>
              </a:ext>
            </a:extLst>
          </p:cNvPr>
          <p:cNvSpPr>
            <a:spLocks noGrp="1"/>
          </p:cNvSpPr>
          <p:nvPr>
            <p:ph type="pic" sz="quarter" idx="11"/>
          </p:nvPr>
        </p:nvSpPr>
        <p:spPr>
          <a:xfrm>
            <a:off x="404379" y="1949108"/>
            <a:ext cx="2761096" cy="1937390"/>
          </a:xfrm>
          <a:prstGeom prst="rect">
            <a:avLst/>
          </a:prstGeom>
          <a:solidFill>
            <a:schemeClr val="bg2"/>
          </a:solidFill>
        </p:spPr>
        <p:txBody>
          <a:bodyPr tIns="365760"/>
          <a:lstStyle>
            <a:lvl1pPr algn="ctr">
              <a:defRPr/>
            </a:lvl1pPr>
          </a:lstStyle>
          <a:p>
            <a:r>
              <a:rPr lang="en-GB"/>
              <a:t>Click icon to add picture</a:t>
            </a:r>
            <a:endParaRPr lang="en-US"/>
          </a:p>
        </p:txBody>
      </p:sp>
      <p:sp>
        <p:nvSpPr>
          <p:cNvPr id="15" name="Picture Placeholder 14">
            <a:extLst>
              <a:ext uri="{FF2B5EF4-FFF2-40B4-BE49-F238E27FC236}">
                <a16:creationId xmlns:a16="http://schemas.microsoft.com/office/drawing/2014/main" id="{32429DBE-FCD7-24A1-1559-A263A915F0EA}"/>
              </a:ext>
              <a:ext uri="{C183D7F6-B498-43B3-948B-1728B52AA6E4}">
                <adec:decorative xmlns:adec="http://schemas.microsoft.com/office/drawing/2017/decorative" val="1"/>
              </a:ext>
            </a:extLst>
          </p:cNvPr>
          <p:cNvSpPr>
            <a:spLocks noGrp="1"/>
          </p:cNvSpPr>
          <p:nvPr>
            <p:ph type="pic" sz="quarter" idx="19"/>
          </p:nvPr>
        </p:nvSpPr>
        <p:spPr>
          <a:xfrm>
            <a:off x="401958" y="4004623"/>
            <a:ext cx="2763517" cy="1934215"/>
          </a:xfrm>
          <a:prstGeom prst="rect">
            <a:avLst/>
          </a:prstGeom>
          <a:solidFill>
            <a:schemeClr val="bg2"/>
          </a:solidFill>
        </p:spPr>
        <p:txBody>
          <a:bodyPr tIns="365760"/>
          <a:lstStyle>
            <a:lvl1pPr algn="ctr">
              <a:defRPr/>
            </a:lvl1pPr>
          </a:lstStyle>
          <a:p>
            <a:r>
              <a:rPr lang="en-GB"/>
              <a:t>Click icon to add picture</a:t>
            </a:r>
            <a:endParaRPr lang="en-US"/>
          </a:p>
        </p:txBody>
      </p:sp>
      <p:sp>
        <p:nvSpPr>
          <p:cNvPr id="6" name="Picture Placeholder 14">
            <a:extLst>
              <a:ext uri="{FF2B5EF4-FFF2-40B4-BE49-F238E27FC236}">
                <a16:creationId xmlns:a16="http://schemas.microsoft.com/office/drawing/2014/main" id="{62EEDF93-D482-938D-D6D4-B8B66CA7643D}"/>
              </a:ext>
              <a:ext uri="{C183D7F6-B498-43B3-948B-1728B52AA6E4}">
                <adec:decorative xmlns:adec="http://schemas.microsoft.com/office/drawing/2017/decorative" val="1"/>
              </a:ext>
            </a:extLst>
          </p:cNvPr>
          <p:cNvSpPr>
            <a:spLocks noGrp="1"/>
          </p:cNvSpPr>
          <p:nvPr>
            <p:ph type="pic" sz="quarter" idx="26"/>
          </p:nvPr>
        </p:nvSpPr>
        <p:spPr>
          <a:xfrm>
            <a:off x="6166923" y="1946275"/>
            <a:ext cx="2753991" cy="1938338"/>
          </a:xfrm>
          <a:prstGeom prst="rect">
            <a:avLst/>
          </a:prstGeom>
          <a:solidFill>
            <a:schemeClr val="bg2"/>
          </a:solidFill>
        </p:spPr>
        <p:txBody>
          <a:bodyPr tIns="365760"/>
          <a:lstStyle>
            <a:lvl1pPr algn="ctr">
              <a:defRPr/>
            </a:lvl1pPr>
          </a:lstStyle>
          <a:p>
            <a:r>
              <a:rPr lang="en-GB"/>
              <a:t>Click icon to add picture</a:t>
            </a:r>
            <a:endParaRPr lang="en-US"/>
          </a:p>
        </p:txBody>
      </p:sp>
      <p:sp>
        <p:nvSpPr>
          <p:cNvPr id="9" name="Picture Placeholder 14">
            <a:extLst>
              <a:ext uri="{FF2B5EF4-FFF2-40B4-BE49-F238E27FC236}">
                <a16:creationId xmlns:a16="http://schemas.microsoft.com/office/drawing/2014/main" id="{AA220CD4-7D0B-916C-42A1-97C04399E704}"/>
              </a:ext>
              <a:ext uri="{C183D7F6-B498-43B3-948B-1728B52AA6E4}">
                <adec:decorative xmlns:adec="http://schemas.microsoft.com/office/drawing/2017/decorative" val="1"/>
              </a:ext>
            </a:extLst>
          </p:cNvPr>
          <p:cNvSpPr>
            <a:spLocks noGrp="1"/>
          </p:cNvSpPr>
          <p:nvPr>
            <p:ph type="pic" sz="quarter" idx="27"/>
          </p:nvPr>
        </p:nvSpPr>
        <p:spPr>
          <a:xfrm>
            <a:off x="6164431" y="3998913"/>
            <a:ext cx="2762250" cy="1939925"/>
          </a:xfrm>
          <a:prstGeom prst="rect">
            <a:avLst/>
          </a:prstGeom>
          <a:solidFill>
            <a:schemeClr val="bg2"/>
          </a:solidFill>
        </p:spPr>
        <p:txBody>
          <a:bodyPr tIns="365760"/>
          <a:lstStyle>
            <a:lvl1pPr algn="ctr">
              <a:defRPr/>
            </a:lvl1pPr>
          </a:lstStyle>
          <a:p>
            <a:r>
              <a:rPr lang="en-GB"/>
              <a:t>Click icon to add picture</a:t>
            </a:r>
            <a:endParaRPr lang="en-US"/>
          </a:p>
        </p:txBody>
      </p:sp>
      <p:sp>
        <p:nvSpPr>
          <p:cNvPr id="3" name="Footer Placeholder 4">
            <a:extLst>
              <a:ext uri="{FF2B5EF4-FFF2-40B4-BE49-F238E27FC236}">
                <a16:creationId xmlns:a16="http://schemas.microsoft.com/office/drawing/2014/main" id="{1CE233FD-F166-12B7-E028-644C10A7A496}"/>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PwC Risk Management</a:t>
            </a:r>
          </a:p>
        </p:txBody>
      </p:sp>
      <p:sp>
        <p:nvSpPr>
          <p:cNvPr id="8" name="Slide Number Placeholder 13">
            <a:extLst>
              <a:ext uri="{FF2B5EF4-FFF2-40B4-BE49-F238E27FC236}">
                <a16:creationId xmlns:a16="http://schemas.microsoft.com/office/drawing/2014/main" id="{6D9BE817-73F1-BA98-D196-7E3B7737E8EF}"/>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
        <p:nvSpPr>
          <p:cNvPr id="2" name="Title 1">
            <a:extLst>
              <a:ext uri="{FF2B5EF4-FFF2-40B4-BE49-F238E27FC236}">
                <a16:creationId xmlns:a16="http://schemas.microsoft.com/office/drawing/2014/main" id="{12AA9382-7EAF-E99D-1D54-CFB328331BCE}"/>
              </a:ext>
            </a:extLst>
          </p:cNvPr>
          <p:cNvSpPr>
            <a:spLocks noGrp="1"/>
          </p:cNvSpPr>
          <p:nvPr>
            <p:ph type="title"/>
          </p:nvPr>
        </p:nvSpPr>
        <p:spPr/>
        <p:txBody>
          <a:bodyPr/>
          <a:lstStyle/>
          <a:p>
            <a:r>
              <a:rPr lang="en-GB"/>
              <a:t>Click to edit Master title style</a:t>
            </a:r>
          </a:p>
        </p:txBody>
      </p:sp>
      <p:sp>
        <p:nvSpPr>
          <p:cNvPr id="13" name="Content Placeholder 12">
            <a:extLst>
              <a:ext uri="{FF2B5EF4-FFF2-40B4-BE49-F238E27FC236}">
                <a16:creationId xmlns:a16="http://schemas.microsoft.com/office/drawing/2014/main" id="{DADEA744-ACBB-0687-0C37-6A8D5FE6498E}"/>
              </a:ext>
            </a:extLst>
          </p:cNvPr>
          <p:cNvSpPr>
            <a:spLocks noGrp="1"/>
          </p:cNvSpPr>
          <p:nvPr>
            <p:ph sz="quarter" idx="28"/>
          </p:nvPr>
        </p:nvSpPr>
        <p:spPr>
          <a:xfrm>
            <a:off x="3286710" y="1948447"/>
            <a:ext cx="2753991" cy="1927865"/>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6" name="Content Placeholder 12">
            <a:extLst>
              <a:ext uri="{FF2B5EF4-FFF2-40B4-BE49-F238E27FC236}">
                <a16:creationId xmlns:a16="http://schemas.microsoft.com/office/drawing/2014/main" id="{A6FD734C-1632-B422-3FB0-B9514EDBA6C2}"/>
              </a:ext>
            </a:extLst>
          </p:cNvPr>
          <p:cNvSpPr>
            <a:spLocks noGrp="1"/>
          </p:cNvSpPr>
          <p:nvPr>
            <p:ph sz="quarter" idx="29"/>
          </p:nvPr>
        </p:nvSpPr>
        <p:spPr>
          <a:xfrm>
            <a:off x="9042651" y="1948447"/>
            <a:ext cx="2755649" cy="1927865"/>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7" name="Content Placeholder 12">
            <a:extLst>
              <a:ext uri="{FF2B5EF4-FFF2-40B4-BE49-F238E27FC236}">
                <a16:creationId xmlns:a16="http://schemas.microsoft.com/office/drawing/2014/main" id="{A5120B6B-B886-A6D4-331C-12456F85977F}"/>
              </a:ext>
            </a:extLst>
          </p:cNvPr>
          <p:cNvSpPr>
            <a:spLocks noGrp="1"/>
          </p:cNvSpPr>
          <p:nvPr>
            <p:ph sz="quarter" idx="30"/>
          </p:nvPr>
        </p:nvSpPr>
        <p:spPr>
          <a:xfrm>
            <a:off x="3286710" y="4004009"/>
            <a:ext cx="2762250" cy="1928479"/>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8" name="Content Placeholder 12">
            <a:extLst>
              <a:ext uri="{FF2B5EF4-FFF2-40B4-BE49-F238E27FC236}">
                <a16:creationId xmlns:a16="http://schemas.microsoft.com/office/drawing/2014/main" id="{C8FEFFF0-9C60-7A42-34FE-10F5E6E68696}"/>
              </a:ext>
            </a:extLst>
          </p:cNvPr>
          <p:cNvSpPr>
            <a:spLocks noGrp="1"/>
          </p:cNvSpPr>
          <p:nvPr>
            <p:ph sz="quarter" idx="31"/>
          </p:nvPr>
        </p:nvSpPr>
        <p:spPr>
          <a:xfrm>
            <a:off x="9042651" y="4004009"/>
            <a:ext cx="2753991" cy="1927865"/>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Tree>
    <p:extLst>
      <p:ext uri="{BB962C8B-B14F-4D97-AF65-F5344CB8AC3E}">
        <p14:creationId xmlns:p14="http://schemas.microsoft.com/office/powerpoint/2010/main" val="4135339567"/>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4" name="Footer Placeholder 4">
            <a:extLst>
              <a:ext uri="{FF2B5EF4-FFF2-40B4-BE49-F238E27FC236}">
                <a16:creationId xmlns:a16="http://schemas.microsoft.com/office/drawing/2014/main" id="{E57B29C1-93EA-1886-CD27-23CE023225D9}"/>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PwC Risk Management</a:t>
            </a:r>
          </a:p>
        </p:txBody>
      </p:sp>
      <p:sp>
        <p:nvSpPr>
          <p:cNvPr id="6" name="Slide Number Placeholder 13">
            <a:extLst>
              <a:ext uri="{FF2B5EF4-FFF2-40B4-BE49-F238E27FC236}">
                <a16:creationId xmlns:a16="http://schemas.microsoft.com/office/drawing/2014/main" id="{D15FEAD4-DFB9-ED08-EBEE-A4E5DE31E318}"/>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
        <p:nvSpPr>
          <p:cNvPr id="2" name="Title 1">
            <a:extLst>
              <a:ext uri="{FF2B5EF4-FFF2-40B4-BE49-F238E27FC236}">
                <a16:creationId xmlns:a16="http://schemas.microsoft.com/office/drawing/2014/main" id="{5ECC09D1-D416-9CC2-AE0F-767B5D629195}"/>
              </a:ext>
            </a:extLst>
          </p:cNvPr>
          <p:cNvSpPr>
            <a:spLocks noGrp="1"/>
          </p:cNvSpPr>
          <p:nvPr>
            <p:ph type="title"/>
          </p:nvPr>
        </p:nvSpPr>
        <p:spPr/>
        <p:txBody>
          <a:bodyPr/>
          <a:lstStyle/>
          <a:p>
            <a:r>
              <a:rPr lang="en-GB"/>
              <a:t>Click to edit Master title style</a:t>
            </a:r>
          </a:p>
        </p:txBody>
      </p:sp>
    </p:spTree>
    <p:extLst>
      <p:ext uri="{BB962C8B-B14F-4D97-AF65-F5344CB8AC3E}">
        <p14:creationId xmlns:p14="http://schemas.microsoft.com/office/powerpoint/2010/main" val="1124358355"/>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2_Title Only">
    <p:spTree>
      <p:nvGrpSpPr>
        <p:cNvPr id="1" name=""/>
        <p:cNvGrpSpPr/>
        <p:nvPr/>
      </p:nvGrpSpPr>
      <p:grpSpPr>
        <a:xfrm>
          <a:off x="0" y="0"/>
          <a:ext cx="0" cy="0"/>
          <a:chOff x="0" y="0"/>
          <a:chExt cx="0" cy="0"/>
        </a:xfrm>
      </p:grpSpPr>
      <p:sp>
        <p:nvSpPr>
          <p:cNvPr id="4" name="Footer Placeholder 4">
            <a:extLst>
              <a:ext uri="{FF2B5EF4-FFF2-40B4-BE49-F238E27FC236}">
                <a16:creationId xmlns:a16="http://schemas.microsoft.com/office/drawing/2014/main" id="{E57B29C1-93EA-1886-CD27-23CE023225D9}"/>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PwC Risk Management</a:t>
            </a:r>
          </a:p>
        </p:txBody>
      </p:sp>
      <p:sp>
        <p:nvSpPr>
          <p:cNvPr id="6" name="Slide Number Placeholder 13">
            <a:extLst>
              <a:ext uri="{FF2B5EF4-FFF2-40B4-BE49-F238E27FC236}">
                <a16:creationId xmlns:a16="http://schemas.microsoft.com/office/drawing/2014/main" id="{D15FEAD4-DFB9-ED08-EBEE-A4E5DE31E318}"/>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
        <p:nvSpPr>
          <p:cNvPr id="2" name="Title 1">
            <a:extLst>
              <a:ext uri="{FF2B5EF4-FFF2-40B4-BE49-F238E27FC236}">
                <a16:creationId xmlns:a16="http://schemas.microsoft.com/office/drawing/2014/main" id="{5ECC09D1-D416-9CC2-AE0F-767B5D629195}"/>
              </a:ext>
            </a:extLst>
          </p:cNvPr>
          <p:cNvSpPr>
            <a:spLocks noGrp="1"/>
          </p:cNvSpPr>
          <p:nvPr>
            <p:ph type="title"/>
          </p:nvPr>
        </p:nvSpPr>
        <p:spPr/>
        <p:txBody>
          <a:bodyPr/>
          <a:lstStyle/>
          <a:p>
            <a:r>
              <a:rPr lang="en-GB"/>
              <a:t>Click to edit Master title style</a:t>
            </a:r>
          </a:p>
        </p:txBody>
      </p:sp>
      <p:cxnSp>
        <p:nvCxnSpPr>
          <p:cNvPr id="9" name="Straight Connector 8">
            <a:extLst>
              <a:ext uri="{FF2B5EF4-FFF2-40B4-BE49-F238E27FC236}">
                <a16:creationId xmlns:a16="http://schemas.microsoft.com/office/drawing/2014/main" id="{391A6F20-3183-89C9-54E7-E4ACDCA1BD19}"/>
              </a:ext>
            </a:extLst>
          </p:cNvPr>
          <p:cNvCxnSpPr/>
          <p:nvPr userDrawn="1"/>
        </p:nvCxnSpPr>
        <p:spPr>
          <a:xfrm>
            <a:off x="2850147" y="1428750"/>
            <a:ext cx="0" cy="4738597"/>
          </a:xfrm>
          <a:prstGeom prst="line">
            <a:avLst/>
          </a:prstGeom>
          <a:ln w="6350">
            <a:solidFill>
              <a:schemeClr val="accent4"/>
            </a:solidFill>
          </a:ln>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7DEEB207-28DC-549F-C2B0-58055E671FC9}"/>
              </a:ext>
            </a:extLst>
          </p:cNvPr>
          <p:cNvCxnSpPr/>
          <p:nvPr userDrawn="1"/>
        </p:nvCxnSpPr>
        <p:spPr>
          <a:xfrm>
            <a:off x="5821815" y="1428750"/>
            <a:ext cx="0" cy="4738597"/>
          </a:xfrm>
          <a:prstGeom prst="line">
            <a:avLst/>
          </a:prstGeom>
          <a:ln w="6350">
            <a:solidFill>
              <a:schemeClr val="accent4"/>
            </a:solidFill>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B4947F83-D89B-6628-15F9-FAC5866A9E4E}"/>
              </a:ext>
            </a:extLst>
          </p:cNvPr>
          <p:cNvCxnSpPr/>
          <p:nvPr userDrawn="1"/>
        </p:nvCxnSpPr>
        <p:spPr>
          <a:xfrm>
            <a:off x="8835145" y="1428750"/>
            <a:ext cx="0" cy="4738597"/>
          </a:xfrm>
          <a:prstGeom prst="line">
            <a:avLst/>
          </a:prstGeom>
          <a:ln w="6350">
            <a:solidFill>
              <a:schemeClr val="accent4"/>
            </a:solidFill>
          </a:ln>
        </p:spPr>
        <p:style>
          <a:lnRef idx="2">
            <a:schemeClr val="accent1"/>
          </a:lnRef>
          <a:fillRef idx="0">
            <a:schemeClr val="accent1"/>
          </a:fillRef>
          <a:effectRef idx="1">
            <a:schemeClr val="accent1"/>
          </a:effectRef>
          <a:fontRef idx="minor">
            <a:schemeClr val="tx1"/>
          </a:fontRef>
        </p:style>
      </p:cxnSp>
      <p:sp>
        <p:nvSpPr>
          <p:cNvPr id="44" name="Picture Placeholder 43">
            <a:extLst>
              <a:ext uri="{FF2B5EF4-FFF2-40B4-BE49-F238E27FC236}">
                <a16:creationId xmlns:a16="http://schemas.microsoft.com/office/drawing/2014/main" id="{3B81DD67-9485-2892-F206-E91C7ED50408}"/>
              </a:ext>
            </a:extLst>
          </p:cNvPr>
          <p:cNvSpPr>
            <a:spLocks noGrp="1"/>
          </p:cNvSpPr>
          <p:nvPr>
            <p:ph type="pic" sz="quarter" idx="10"/>
          </p:nvPr>
        </p:nvSpPr>
        <p:spPr>
          <a:xfrm>
            <a:off x="408182" y="1431925"/>
            <a:ext cx="2093372" cy="1939925"/>
          </a:xfrm>
        </p:spPr>
        <p:txBody>
          <a:bodyPr/>
          <a:lstStyle/>
          <a:p>
            <a:endParaRPr lang="en-GB"/>
          </a:p>
        </p:txBody>
      </p:sp>
      <p:sp>
        <p:nvSpPr>
          <p:cNvPr id="45" name="Picture Placeholder 43">
            <a:extLst>
              <a:ext uri="{FF2B5EF4-FFF2-40B4-BE49-F238E27FC236}">
                <a16:creationId xmlns:a16="http://schemas.microsoft.com/office/drawing/2014/main" id="{A75F1099-E20F-F9CE-1544-216F25D4B78E}"/>
              </a:ext>
            </a:extLst>
          </p:cNvPr>
          <p:cNvSpPr>
            <a:spLocks noGrp="1"/>
          </p:cNvSpPr>
          <p:nvPr>
            <p:ph type="pic" sz="quarter" idx="11"/>
          </p:nvPr>
        </p:nvSpPr>
        <p:spPr>
          <a:xfrm>
            <a:off x="2946664" y="1878915"/>
            <a:ext cx="903806" cy="894672"/>
          </a:xfrm>
        </p:spPr>
        <p:txBody>
          <a:bodyPr/>
          <a:lstStyle/>
          <a:p>
            <a:endParaRPr lang="en-GB"/>
          </a:p>
        </p:txBody>
      </p:sp>
      <p:sp>
        <p:nvSpPr>
          <p:cNvPr id="46" name="Picture Placeholder 43">
            <a:extLst>
              <a:ext uri="{FF2B5EF4-FFF2-40B4-BE49-F238E27FC236}">
                <a16:creationId xmlns:a16="http://schemas.microsoft.com/office/drawing/2014/main" id="{54C049AD-B670-6FA8-478A-42246603A7A8}"/>
              </a:ext>
            </a:extLst>
          </p:cNvPr>
          <p:cNvSpPr>
            <a:spLocks noGrp="1"/>
          </p:cNvSpPr>
          <p:nvPr>
            <p:ph type="pic" sz="quarter" idx="12"/>
          </p:nvPr>
        </p:nvSpPr>
        <p:spPr>
          <a:xfrm>
            <a:off x="2953717" y="2975125"/>
            <a:ext cx="764249" cy="720001"/>
          </a:xfrm>
        </p:spPr>
        <p:txBody>
          <a:bodyPr/>
          <a:lstStyle/>
          <a:p>
            <a:endParaRPr lang="en-GB"/>
          </a:p>
        </p:txBody>
      </p:sp>
      <p:sp>
        <p:nvSpPr>
          <p:cNvPr id="49" name="Picture Placeholder 43">
            <a:extLst>
              <a:ext uri="{FF2B5EF4-FFF2-40B4-BE49-F238E27FC236}">
                <a16:creationId xmlns:a16="http://schemas.microsoft.com/office/drawing/2014/main" id="{DFCCFE31-D96A-03E7-8B0C-7C81DAE880B0}"/>
              </a:ext>
            </a:extLst>
          </p:cNvPr>
          <p:cNvSpPr>
            <a:spLocks noGrp="1"/>
          </p:cNvSpPr>
          <p:nvPr>
            <p:ph type="pic" sz="quarter" idx="13"/>
          </p:nvPr>
        </p:nvSpPr>
        <p:spPr>
          <a:xfrm>
            <a:off x="2953717" y="3798048"/>
            <a:ext cx="764249" cy="720001"/>
          </a:xfrm>
        </p:spPr>
        <p:txBody>
          <a:bodyPr/>
          <a:lstStyle/>
          <a:p>
            <a:endParaRPr lang="en-GB"/>
          </a:p>
        </p:txBody>
      </p:sp>
      <p:sp>
        <p:nvSpPr>
          <p:cNvPr id="50" name="Picture Placeholder 43">
            <a:extLst>
              <a:ext uri="{FF2B5EF4-FFF2-40B4-BE49-F238E27FC236}">
                <a16:creationId xmlns:a16="http://schemas.microsoft.com/office/drawing/2014/main" id="{709A4940-D1BB-7013-F2FE-DACDC2AAE6BA}"/>
              </a:ext>
            </a:extLst>
          </p:cNvPr>
          <p:cNvSpPr>
            <a:spLocks noGrp="1"/>
          </p:cNvSpPr>
          <p:nvPr>
            <p:ph type="pic" sz="quarter" idx="14"/>
          </p:nvPr>
        </p:nvSpPr>
        <p:spPr>
          <a:xfrm>
            <a:off x="2953717" y="4610848"/>
            <a:ext cx="764249" cy="720001"/>
          </a:xfrm>
        </p:spPr>
        <p:txBody>
          <a:bodyPr/>
          <a:lstStyle/>
          <a:p>
            <a:endParaRPr lang="en-GB"/>
          </a:p>
        </p:txBody>
      </p:sp>
      <p:sp>
        <p:nvSpPr>
          <p:cNvPr id="51" name="Picture Placeholder 43">
            <a:extLst>
              <a:ext uri="{FF2B5EF4-FFF2-40B4-BE49-F238E27FC236}">
                <a16:creationId xmlns:a16="http://schemas.microsoft.com/office/drawing/2014/main" id="{D9A72C90-D9E8-D491-3497-24DB531EE618}"/>
              </a:ext>
            </a:extLst>
          </p:cNvPr>
          <p:cNvSpPr>
            <a:spLocks noGrp="1"/>
          </p:cNvSpPr>
          <p:nvPr>
            <p:ph type="pic" sz="quarter" idx="15"/>
          </p:nvPr>
        </p:nvSpPr>
        <p:spPr>
          <a:xfrm>
            <a:off x="2953717" y="5424488"/>
            <a:ext cx="764249" cy="720001"/>
          </a:xfrm>
        </p:spPr>
        <p:txBody>
          <a:bodyPr/>
          <a:lstStyle/>
          <a:p>
            <a:endParaRPr lang="en-GB"/>
          </a:p>
        </p:txBody>
      </p:sp>
      <p:sp>
        <p:nvSpPr>
          <p:cNvPr id="53" name="Content Placeholder 52">
            <a:extLst>
              <a:ext uri="{FF2B5EF4-FFF2-40B4-BE49-F238E27FC236}">
                <a16:creationId xmlns:a16="http://schemas.microsoft.com/office/drawing/2014/main" id="{E0196963-74D4-62E4-DBA4-A28466BE5109}"/>
              </a:ext>
            </a:extLst>
          </p:cNvPr>
          <p:cNvSpPr>
            <a:spLocks noGrp="1"/>
          </p:cNvSpPr>
          <p:nvPr>
            <p:ph sz="quarter" idx="16"/>
          </p:nvPr>
        </p:nvSpPr>
        <p:spPr>
          <a:xfrm>
            <a:off x="400050" y="3484562"/>
            <a:ext cx="2093368" cy="2454275"/>
          </a:xfrm>
        </p:spPr>
        <p:txBody>
          <a:bodyPr/>
          <a:lstStyle>
            <a:lvl1pPr>
              <a:spcAft>
                <a:spcPts val="400"/>
              </a:spcAft>
              <a:defRPr/>
            </a:lvl1pPr>
            <a:lvl3pPr marL="0" indent="0">
              <a:buNone/>
              <a:defRPr/>
            </a:lvl3pPr>
          </a:lstStyle>
          <a:p>
            <a:pPr lvl="0"/>
            <a:r>
              <a:rPr lang="en-GB"/>
              <a:t>Click to edit Master text styles</a:t>
            </a:r>
          </a:p>
          <a:p>
            <a:pPr lvl="1"/>
            <a:r>
              <a:rPr lang="en-GB"/>
              <a:t>Second level</a:t>
            </a:r>
          </a:p>
        </p:txBody>
      </p:sp>
      <p:sp>
        <p:nvSpPr>
          <p:cNvPr id="54" name="Content Placeholder 52">
            <a:extLst>
              <a:ext uri="{FF2B5EF4-FFF2-40B4-BE49-F238E27FC236}">
                <a16:creationId xmlns:a16="http://schemas.microsoft.com/office/drawing/2014/main" id="{46FE757E-B05C-D13A-2993-3097F76DD881}"/>
              </a:ext>
            </a:extLst>
          </p:cNvPr>
          <p:cNvSpPr>
            <a:spLocks noGrp="1"/>
          </p:cNvSpPr>
          <p:nvPr>
            <p:ph sz="quarter" idx="17"/>
          </p:nvPr>
        </p:nvSpPr>
        <p:spPr>
          <a:xfrm>
            <a:off x="3957167" y="1871801"/>
            <a:ext cx="1744790" cy="917459"/>
          </a:xfrm>
        </p:spPr>
        <p:txBody>
          <a:bodyPr/>
          <a:lstStyle>
            <a:lvl1pPr>
              <a:lnSpc>
                <a:spcPct val="100000"/>
              </a:lnSpc>
              <a:spcBef>
                <a:spcPts val="0"/>
              </a:spcBef>
              <a:spcAft>
                <a:spcPts val="300"/>
              </a:spcAft>
              <a:defRPr sz="1200"/>
            </a:lvl1pPr>
            <a:lvl2pPr>
              <a:lnSpc>
                <a:spcPct val="100000"/>
              </a:lnSpc>
              <a:spcBef>
                <a:spcPts val="0"/>
              </a:spcBef>
              <a:spcAft>
                <a:spcPts val="300"/>
              </a:spcAft>
              <a:defRPr/>
            </a:lvl2pPr>
            <a:lvl3pPr marL="0" indent="0">
              <a:buNone/>
              <a:defRPr/>
            </a:lvl3pPr>
          </a:lstStyle>
          <a:p>
            <a:pPr lvl="0"/>
            <a:r>
              <a:rPr lang="en-GB"/>
              <a:t>Click to edit Master text styles</a:t>
            </a:r>
          </a:p>
          <a:p>
            <a:pPr lvl="1"/>
            <a:r>
              <a:rPr lang="en-GB"/>
              <a:t>Second level</a:t>
            </a:r>
          </a:p>
        </p:txBody>
      </p:sp>
      <p:sp>
        <p:nvSpPr>
          <p:cNvPr id="55" name="Content Placeholder 52">
            <a:extLst>
              <a:ext uri="{FF2B5EF4-FFF2-40B4-BE49-F238E27FC236}">
                <a16:creationId xmlns:a16="http://schemas.microsoft.com/office/drawing/2014/main" id="{3CDDB1B6-64C0-315A-3605-A92DFB8E06CA}"/>
              </a:ext>
            </a:extLst>
          </p:cNvPr>
          <p:cNvSpPr>
            <a:spLocks noGrp="1"/>
          </p:cNvSpPr>
          <p:nvPr>
            <p:ph sz="quarter" idx="18"/>
          </p:nvPr>
        </p:nvSpPr>
        <p:spPr>
          <a:xfrm>
            <a:off x="3798965" y="2978288"/>
            <a:ext cx="1923963" cy="713676"/>
          </a:xfrm>
        </p:spPr>
        <p:txBody>
          <a:bodyPr/>
          <a:lstStyle>
            <a:lvl1pPr>
              <a:lnSpc>
                <a:spcPct val="100000"/>
              </a:lnSpc>
              <a:spcBef>
                <a:spcPts val="0"/>
              </a:spcBef>
              <a:spcAft>
                <a:spcPts val="300"/>
              </a:spcAft>
              <a:defRPr sz="1200"/>
            </a:lvl1pPr>
            <a:lvl2pPr>
              <a:lnSpc>
                <a:spcPct val="100000"/>
              </a:lnSpc>
              <a:spcBef>
                <a:spcPts val="0"/>
              </a:spcBef>
              <a:spcAft>
                <a:spcPts val="300"/>
              </a:spcAft>
              <a:defRPr/>
            </a:lvl2pPr>
            <a:lvl3pPr marL="0" indent="0">
              <a:buNone/>
              <a:defRPr/>
            </a:lvl3pPr>
          </a:lstStyle>
          <a:p>
            <a:pPr lvl="0"/>
            <a:r>
              <a:rPr lang="en-GB"/>
              <a:t>Click to edit Master text styles</a:t>
            </a:r>
          </a:p>
          <a:p>
            <a:pPr lvl="1"/>
            <a:r>
              <a:rPr lang="en-GB"/>
              <a:t>Second level</a:t>
            </a:r>
          </a:p>
        </p:txBody>
      </p:sp>
      <p:sp>
        <p:nvSpPr>
          <p:cNvPr id="56" name="Content Placeholder 52">
            <a:extLst>
              <a:ext uri="{FF2B5EF4-FFF2-40B4-BE49-F238E27FC236}">
                <a16:creationId xmlns:a16="http://schemas.microsoft.com/office/drawing/2014/main" id="{6C7C3849-49F9-942D-717C-41E2CBE87041}"/>
              </a:ext>
            </a:extLst>
          </p:cNvPr>
          <p:cNvSpPr>
            <a:spLocks noGrp="1"/>
          </p:cNvSpPr>
          <p:nvPr>
            <p:ph sz="quarter" idx="19"/>
          </p:nvPr>
        </p:nvSpPr>
        <p:spPr>
          <a:xfrm>
            <a:off x="3798965" y="3794091"/>
            <a:ext cx="1923963" cy="713676"/>
          </a:xfrm>
        </p:spPr>
        <p:txBody>
          <a:bodyPr/>
          <a:lstStyle>
            <a:lvl1pPr>
              <a:lnSpc>
                <a:spcPct val="100000"/>
              </a:lnSpc>
              <a:spcBef>
                <a:spcPts val="0"/>
              </a:spcBef>
              <a:spcAft>
                <a:spcPts val="300"/>
              </a:spcAft>
              <a:defRPr sz="1200"/>
            </a:lvl1pPr>
            <a:lvl2pPr>
              <a:lnSpc>
                <a:spcPct val="100000"/>
              </a:lnSpc>
              <a:spcBef>
                <a:spcPts val="0"/>
              </a:spcBef>
              <a:spcAft>
                <a:spcPts val="300"/>
              </a:spcAft>
              <a:defRPr/>
            </a:lvl2pPr>
            <a:lvl3pPr marL="0" indent="0">
              <a:buNone/>
              <a:defRPr/>
            </a:lvl3pPr>
          </a:lstStyle>
          <a:p>
            <a:pPr lvl="0"/>
            <a:r>
              <a:rPr lang="en-GB"/>
              <a:t>Click to edit Master text styles</a:t>
            </a:r>
          </a:p>
          <a:p>
            <a:pPr lvl="1"/>
            <a:r>
              <a:rPr lang="en-GB"/>
              <a:t>Second level</a:t>
            </a:r>
          </a:p>
        </p:txBody>
      </p:sp>
      <p:sp>
        <p:nvSpPr>
          <p:cNvPr id="57" name="Content Placeholder 52">
            <a:extLst>
              <a:ext uri="{FF2B5EF4-FFF2-40B4-BE49-F238E27FC236}">
                <a16:creationId xmlns:a16="http://schemas.microsoft.com/office/drawing/2014/main" id="{D54496E2-99F7-2A6B-0035-0EA0460E2E2D}"/>
              </a:ext>
            </a:extLst>
          </p:cNvPr>
          <p:cNvSpPr>
            <a:spLocks noGrp="1"/>
          </p:cNvSpPr>
          <p:nvPr>
            <p:ph sz="quarter" idx="20"/>
          </p:nvPr>
        </p:nvSpPr>
        <p:spPr>
          <a:xfrm>
            <a:off x="3798965" y="4609894"/>
            <a:ext cx="1923963" cy="713676"/>
          </a:xfrm>
        </p:spPr>
        <p:txBody>
          <a:bodyPr/>
          <a:lstStyle>
            <a:lvl1pPr>
              <a:lnSpc>
                <a:spcPct val="100000"/>
              </a:lnSpc>
              <a:spcBef>
                <a:spcPts val="0"/>
              </a:spcBef>
              <a:spcAft>
                <a:spcPts val="300"/>
              </a:spcAft>
              <a:defRPr sz="1200"/>
            </a:lvl1pPr>
            <a:lvl2pPr>
              <a:lnSpc>
                <a:spcPct val="100000"/>
              </a:lnSpc>
              <a:spcBef>
                <a:spcPts val="0"/>
              </a:spcBef>
              <a:spcAft>
                <a:spcPts val="300"/>
              </a:spcAft>
              <a:defRPr/>
            </a:lvl2pPr>
            <a:lvl3pPr marL="0" indent="0">
              <a:buNone/>
              <a:defRPr/>
            </a:lvl3pPr>
          </a:lstStyle>
          <a:p>
            <a:pPr lvl="0"/>
            <a:r>
              <a:rPr lang="en-GB"/>
              <a:t>Click to edit Master text styles</a:t>
            </a:r>
          </a:p>
          <a:p>
            <a:pPr lvl="1"/>
            <a:r>
              <a:rPr lang="en-GB"/>
              <a:t>Second level</a:t>
            </a:r>
          </a:p>
        </p:txBody>
      </p:sp>
      <p:sp>
        <p:nvSpPr>
          <p:cNvPr id="58" name="Content Placeholder 52">
            <a:extLst>
              <a:ext uri="{FF2B5EF4-FFF2-40B4-BE49-F238E27FC236}">
                <a16:creationId xmlns:a16="http://schemas.microsoft.com/office/drawing/2014/main" id="{2010DB3D-EBE2-2E5B-0D78-F29E12395AE7}"/>
              </a:ext>
            </a:extLst>
          </p:cNvPr>
          <p:cNvSpPr>
            <a:spLocks noGrp="1"/>
          </p:cNvSpPr>
          <p:nvPr>
            <p:ph sz="quarter" idx="21"/>
          </p:nvPr>
        </p:nvSpPr>
        <p:spPr>
          <a:xfrm>
            <a:off x="3798965" y="5421349"/>
            <a:ext cx="1923963" cy="713676"/>
          </a:xfrm>
        </p:spPr>
        <p:txBody>
          <a:bodyPr/>
          <a:lstStyle>
            <a:lvl1pPr>
              <a:lnSpc>
                <a:spcPct val="100000"/>
              </a:lnSpc>
              <a:spcBef>
                <a:spcPts val="0"/>
              </a:spcBef>
              <a:spcAft>
                <a:spcPts val="300"/>
              </a:spcAft>
              <a:defRPr sz="1200"/>
            </a:lvl1pPr>
            <a:lvl2pPr>
              <a:lnSpc>
                <a:spcPct val="100000"/>
              </a:lnSpc>
              <a:spcBef>
                <a:spcPts val="0"/>
              </a:spcBef>
              <a:spcAft>
                <a:spcPts val="300"/>
              </a:spcAft>
              <a:defRPr/>
            </a:lvl2pPr>
            <a:lvl3pPr marL="0" indent="0">
              <a:buNone/>
              <a:defRPr/>
            </a:lvl3pPr>
          </a:lstStyle>
          <a:p>
            <a:pPr lvl="0"/>
            <a:r>
              <a:rPr lang="en-GB"/>
              <a:t>Click to edit Master text styles</a:t>
            </a:r>
          </a:p>
          <a:p>
            <a:pPr lvl="1"/>
            <a:r>
              <a:rPr lang="en-GB"/>
              <a:t>Second level</a:t>
            </a:r>
          </a:p>
        </p:txBody>
      </p:sp>
      <p:sp>
        <p:nvSpPr>
          <p:cNvPr id="59" name="Picture Placeholder 43">
            <a:extLst>
              <a:ext uri="{FF2B5EF4-FFF2-40B4-BE49-F238E27FC236}">
                <a16:creationId xmlns:a16="http://schemas.microsoft.com/office/drawing/2014/main" id="{2B2BB839-9B2F-0F73-5CB1-3ADFE293FECD}"/>
              </a:ext>
            </a:extLst>
          </p:cNvPr>
          <p:cNvSpPr>
            <a:spLocks noGrp="1"/>
          </p:cNvSpPr>
          <p:nvPr>
            <p:ph type="pic" sz="quarter" idx="22"/>
          </p:nvPr>
        </p:nvSpPr>
        <p:spPr>
          <a:xfrm>
            <a:off x="5941073" y="1886029"/>
            <a:ext cx="903806" cy="894672"/>
          </a:xfrm>
        </p:spPr>
        <p:txBody>
          <a:bodyPr/>
          <a:lstStyle/>
          <a:p>
            <a:endParaRPr lang="en-GB"/>
          </a:p>
        </p:txBody>
      </p:sp>
      <p:sp>
        <p:nvSpPr>
          <p:cNvPr id="60" name="Picture Placeholder 43">
            <a:extLst>
              <a:ext uri="{FF2B5EF4-FFF2-40B4-BE49-F238E27FC236}">
                <a16:creationId xmlns:a16="http://schemas.microsoft.com/office/drawing/2014/main" id="{718DD6F0-5DCD-0835-B530-18A8F025BEB5}"/>
              </a:ext>
            </a:extLst>
          </p:cNvPr>
          <p:cNvSpPr>
            <a:spLocks noGrp="1"/>
          </p:cNvSpPr>
          <p:nvPr>
            <p:ph type="pic" sz="quarter" idx="23"/>
          </p:nvPr>
        </p:nvSpPr>
        <p:spPr>
          <a:xfrm>
            <a:off x="5948126" y="2982239"/>
            <a:ext cx="764249" cy="720001"/>
          </a:xfrm>
        </p:spPr>
        <p:txBody>
          <a:bodyPr/>
          <a:lstStyle/>
          <a:p>
            <a:endParaRPr lang="en-GB"/>
          </a:p>
        </p:txBody>
      </p:sp>
      <p:sp>
        <p:nvSpPr>
          <p:cNvPr id="61" name="Picture Placeholder 43">
            <a:extLst>
              <a:ext uri="{FF2B5EF4-FFF2-40B4-BE49-F238E27FC236}">
                <a16:creationId xmlns:a16="http://schemas.microsoft.com/office/drawing/2014/main" id="{4C142BCC-188D-696E-44E7-6A710E9A2A29}"/>
              </a:ext>
            </a:extLst>
          </p:cNvPr>
          <p:cNvSpPr>
            <a:spLocks noGrp="1"/>
          </p:cNvSpPr>
          <p:nvPr>
            <p:ph type="pic" sz="quarter" idx="24"/>
          </p:nvPr>
        </p:nvSpPr>
        <p:spPr>
          <a:xfrm>
            <a:off x="5948126" y="3805162"/>
            <a:ext cx="764249" cy="720001"/>
          </a:xfrm>
        </p:spPr>
        <p:txBody>
          <a:bodyPr/>
          <a:lstStyle/>
          <a:p>
            <a:endParaRPr lang="en-GB"/>
          </a:p>
        </p:txBody>
      </p:sp>
      <p:sp>
        <p:nvSpPr>
          <p:cNvPr id="62" name="Picture Placeholder 43">
            <a:extLst>
              <a:ext uri="{FF2B5EF4-FFF2-40B4-BE49-F238E27FC236}">
                <a16:creationId xmlns:a16="http://schemas.microsoft.com/office/drawing/2014/main" id="{F1318988-B64A-06EE-187B-DC71BA9F29C2}"/>
              </a:ext>
            </a:extLst>
          </p:cNvPr>
          <p:cNvSpPr>
            <a:spLocks noGrp="1"/>
          </p:cNvSpPr>
          <p:nvPr>
            <p:ph type="pic" sz="quarter" idx="25"/>
          </p:nvPr>
        </p:nvSpPr>
        <p:spPr>
          <a:xfrm>
            <a:off x="5948126" y="4617962"/>
            <a:ext cx="764249" cy="720001"/>
          </a:xfrm>
        </p:spPr>
        <p:txBody>
          <a:bodyPr/>
          <a:lstStyle/>
          <a:p>
            <a:endParaRPr lang="en-GB"/>
          </a:p>
        </p:txBody>
      </p:sp>
      <p:sp>
        <p:nvSpPr>
          <p:cNvPr id="63" name="Picture Placeholder 43">
            <a:extLst>
              <a:ext uri="{FF2B5EF4-FFF2-40B4-BE49-F238E27FC236}">
                <a16:creationId xmlns:a16="http://schemas.microsoft.com/office/drawing/2014/main" id="{DD510472-5924-8787-2C9E-08AC89F6299D}"/>
              </a:ext>
            </a:extLst>
          </p:cNvPr>
          <p:cNvSpPr>
            <a:spLocks noGrp="1"/>
          </p:cNvSpPr>
          <p:nvPr>
            <p:ph type="pic" sz="quarter" idx="26"/>
          </p:nvPr>
        </p:nvSpPr>
        <p:spPr>
          <a:xfrm>
            <a:off x="5948126" y="5431602"/>
            <a:ext cx="764249" cy="720001"/>
          </a:xfrm>
        </p:spPr>
        <p:txBody>
          <a:bodyPr/>
          <a:lstStyle/>
          <a:p>
            <a:endParaRPr lang="en-GB"/>
          </a:p>
        </p:txBody>
      </p:sp>
      <p:sp>
        <p:nvSpPr>
          <p:cNvPr id="64" name="Content Placeholder 52">
            <a:extLst>
              <a:ext uri="{FF2B5EF4-FFF2-40B4-BE49-F238E27FC236}">
                <a16:creationId xmlns:a16="http://schemas.microsoft.com/office/drawing/2014/main" id="{93B5743B-317B-CC4D-E4AF-4C26D1392848}"/>
              </a:ext>
            </a:extLst>
          </p:cNvPr>
          <p:cNvSpPr>
            <a:spLocks noGrp="1"/>
          </p:cNvSpPr>
          <p:nvPr>
            <p:ph sz="quarter" idx="27"/>
          </p:nvPr>
        </p:nvSpPr>
        <p:spPr>
          <a:xfrm>
            <a:off x="6951576" y="1878915"/>
            <a:ext cx="1744790" cy="917459"/>
          </a:xfrm>
        </p:spPr>
        <p:txBody>
          <a:bodyPr/>
          <a:lstStyle>
            <a:lvl1pPr>
              <a:lnSpc>
                <a:spcPct val="100000"/>
              </a:lnSpc>
              <a:spcBef>
                <a:spcPts val="0"/>
              </a:spcBef>
              <a:spcAft>
                <a:spcPts val="300"/>
              </a:spcAft>
              <a:defRPr sz="1200"/>
            </a:lvl1pPr>
            <a:lvl2pPr>
              <a:lnSpc>
                <a:spcPct val="100000"/>
              </a:lnSpc>
              <a:spcBef>
                <a:spcPts val="0"/>
              </a:spcBef>
              <a:spcAft>
                <a:spcPts val="300"/>
              </a:spcAft>
              <a:defRPr/>
            </a:lvl2pPr>
            <a:lvl3pPr marL="0" indent="0">
              <a:buNone/>
              <a:defRPr/>
            </a:lvl3pPr>
          </a:lstStyle>
          <a:p>
            <a:pPr lvl="0"/>
            <a:r>
              <a:rPr lang="en-GB"/>
              <a:t>Click to edit Master text styles</a:t>
            </a:r>
          </a:p>
          <a:p>
            <a:pPr lvl="1"/>
            <a:r>
              <a:rPr lang="en-GB"/>
              <a:t>Second level</a:t>
            </a:r>
          </a:p>
        </p:txBody>
      </p:sp>
      <p:sp>
        <p:nvSpPr>
          <p:cNvPr id="65" name="Content Placeholder 52">
            <a:extLst>
              <a:ext uri="{FF2B5EF4-FFF2-40B4-BE49-F238E27FC236}">
                <a16:creationId xmlns:a16="http://schemas.microsoft.com/office/drawing/2014/main" id="{2DE2C93E-A220-A125-AB00-7242BE79F933}"/>
              </a:ext>
            </a:extLst>
          </p:cNvPr>
          <p:cNvSpPr>
            <a:spLocks noGrp="1"/>
          </p:cNvSpPr>
          <p:nvPr>
            <p:ph sz="quarter" idx="28"/>
          </p:nvPr>
        </p:nvSpPr>
        <p:spPr>
          <a:xfrm>
            <a:off x="6793374" y="2985402"/>
            <a:ext cx="1923963" cy="713676"/>
          </a:xfrm>
        </p:spPr>
        <p:txBody>
          <a:bodyPr/>
          <a:lstStyle>
            <a:lvl1pPr>
              <a:lnSpc>
                <a:spcPct val="100000"/>
              </a:lnSpc>
              <a:spcBef>
                <a:spcPts val="0"/>
              </a:spcBef>
              <a:spcAft>
                <a:spcPts val="300"/>
              </a:spcAft>
              <a:defRPr sz="1200"/>
            </a:lvl1pPr>
            <a:lvl2pPr>
              <a:lnSpc>
                <a:spcPct val="100000"/>
              </a:lnSpc>
              <a:spcBef>
                <a:spcPts val="0"/>
              </a:spcBef>
              <a:spcAft>
                <a:spcPts val="300"/>
              </a:spcAft>
              <a:defRPr/>
            </a:lvl2pPr>
            <a:lvl3pPr marL="0" indent="0">
              <a:buNone/>
              <a:defRPr/>
            </a:lvl3pPr>
          </a:lstStyle>
          <a:p>
            <a:pPr lvl="0"/>
            <a:r>
              <a:rPr lang="en-GB"/>
              <a:t>Click to edit Master text styles</a:t>
            </a:r>
          </a:p>
          <a:p>
            <a:pPr lvl="1"/>
            <a:r>
              <a:rPr lang="en-GB"/>
              <a:t>Second level</a:t>
            </a:r>
          </a:p>
        </p:txBody>
      </p:sp>
      <p:sp>
        <p:nvSpPr>
          <p:cNvPr id="66" name="Content Placeholder 52">
            <a:extLst>
              <a:ext uri="{FF2B5EF4-FFF2-40B4-BE49-F238E27FC236}">
                <a16:creationId xmlns:a16="http://schemas.microsoft.com/office/drawing/2014/main" id="{130A4148-657E-CA2A-AD39-C1C60B47A2E2}"/>
              </a:ext>
            </a:extLst>
          </p:cNvPr>
          <p:cNvSpPr>
            <a:spLocks noGrp="1"/>
          </p:cNvSpPr>
          <p:nvPr>
            <p:ph sz="quarter" idx="29"/>
          </p:nvPr>
        </p:nvSpPr>
        <p:spPr>
          <a:xfrm>
            <a:off x="6793374" y="3801205"/>
            <a:ext cx="1923963" cy="713676"/>
          </a:xfrm>
        </p:spPr>
        <p:txBody>
          <a:bodyPr/>
          <a:lstStyle>
            <a:lvl1pPr>
              <a:lnSpc>
                <a:spcPct val="100000"/>
              </a:lnSpc>
              <a:spcBef>
                <a:spcPts val="0"/>
              </a:spcBef>
              <a:spcAft>
                <a:spcPts val="300"/>
              </a:spcAft>
              <a:defRPr sz="1200"/>
            </a:lvl1pPr>
            <a:lvl2pPr>
              <a:lnSpc>
                <a:spcPct val="100000"/>
              </a:lnSpc>
              <a:spcBef>
                <a:spcPts val="0"/>
              </a:spcBef>
              <a:spcAft>
                <a:spcPts val="300"/>
              </a:spcAft>
              <a:defRPr/>
            </a:lvl2pPr>
            <a:lvl3pPr marL="0" indent="0">
              <a:buNone/>
              <a:defRPr/>
            </a:lvl3pPr>
          </a:lstStyle>
          <a:p>
            <a:pPr lvl="0"/>
            <a:r>
              <a:rPr lang="en-GB"/>
              <a:t>Click to edit Master text styles</a:t>
            </a:r>
          </a:p>
          <a:p>
            <a:pPr lvl="1"/>
            <a:r>
              <a:rPr lang="en-GB"/>
              <a:t>Second level</a:t>
            </a:r>
          </a:p>
        </p:txBody>
      </p:sp>
      <p:sp>
        <p:nvSpPr>
          <p:cNvPr id="67" name="Content Placeholder 52">
            <a:extLst>
              <a:ext uri="{FF2B5EF4-FFF2-40B4-BE49-F238E27FC236}">
                <a16:creationId xmlns:a16="http://schemas.microsoft.com/office/drawing/2014/main" id="{3B8B5468-901B-7B82-D8D3-DF6F47B26B33}"/>
              </a:ext>
            </a:extLst>
          </p:cNvPr>
          <p:cNvSpPr>
            <a:spLocks noGrp="1"/>
          </p:cNvSpPr>
          <p:nvPr>
            <p:ph sz="quarter" idx="30"/>
          </p:nvPr>
        </p:nvSpPr>
        <p:spPr>
          <a:xfrm>
            <a:off x="6793374" y="4617008"/>
            <a:ext cx="1923963" cy="713676"/>
          </a:xfrm>
        </p:spPr>
        <p:txBody>
          <a:bodyPr/>
          <a:lstStyle>
            <a:lvl1pPr>
              <a:lnSpc>
                <a:spcPct val="100000"/>
              </a:lnSpc>
              <a:spcBef>
                <a:spcPts val="0"/>
              </a:spcBef>
              <a:spcAft>
                <a:spcPts val="300"/>
              </a:spcAft>
              <a:defRPr sz="1200"/>
            </a:lvl1pPr>
            <a:lvl2pPr>
              <a:lnSpc>
                <a:spcPct val="100000"/>
              </a:lnSpc>
              <a:spcBef>
                <a:spcPts val="0"/>
              </a:spcBef>
              <a:spcAft>
                <a:spcPts val="300"/>
              </a:spcAft>
              <a:defRPr/>
            </a:lvl2pPr>
            <a:lvl3pPr marL="0" indent="0">
              <a:buNone/>
              <a:defRPr/>
            </a:lvl3pPr>
          </a:lstStyle>
          <a:p>
            <a:pPr lvl="0"/>
            <a:r>
              <a:rPr lang="en-GB"/>
              <a:t>Click to edit Master text styles</a:t>
            </a:r>
          </a:p>
          <a:p>
            <a:pPr lvl="1"/>
            <a:r>
              <a:rPr lang="en-GB"/>
              <a:t>Second level</a:t>
            </a:r>
          </a:p>
        </p:txBody>
      </p:sp>
      <p:sp>
        <p:nvSpPr>
          <p:cNvPr id="68" name="Content Placeholder 52">
            <a:extLst>
              <a:ext uri="{FF2B5EF4-FFF2-40B4-BE49-F238E27FC236}">
                <a16:creationId xmlns:a16="http://schemas.microsoft.com/office/drawing/2014/main" id="{43B694E8-3A07-E3A2-9F3F-697F039D904F}"/>
              </a:ext>
            </a:extLst>
          </p:cNvPr>
          <p:cNvSpPr>
            <a:spLocks noGrp="1"/>
          </p:cNvSpPr>
          <p:nvPr>
            <p:ph sz="quarter" idx="31"/>
          </p:nvPr>
        </p:nvSpPr>
        <p:spPr>
          <a:xfrm>
            <a:off x="6793374" y="5428463"/>
            <a:ext cx="1923963" cy="713676"/>
          </a:xfrm>
        </p:spPr>
        <p:txBody>
          <a:bodyPr/>
          <a:lstStyle>
            <a:lvl1pPr>
              <a:lnSpc>
                <a:spcPct val="100000"/>
              </a:lnSpc>
              <a:spcBef>
                <a:spcPts val="0"/>
              </a:spcBef>
              <a:spcAft>
                <a:spcPts val="300"/>
              </a:spcAft>
              <a:defRPr sz="1200"/>
            </a:lvl1pPr>
            <a:lvl2pPr>
              <a:lnSpc>
                <a:spcPct val="100000"/>
              </a:lnSpc>
              <a:spcBef>
                <a:spcPts val="0"/>
              </a:spcBef>
              <a:spcAft>
                <a:spcPts val="300"/>
              </a:spcAft>
              <a:defRPr/>
            </a:lvl2pPr>
            <a:lvl3pPr marL="0" indent="0">
              <a:buNone/>
              <a:defRPr/>
            </a:lvl3pPr>
          </a:lstStyle>
          <a:p>
            <a:pPr lvl="0"/>
            <a:r>
              <a:rPr lang="en-GB"/>
              <a:t>Click to edit Master text styles</a:t>
            </a:r>
          </a:p>
          <a:p>
            <a:pPr lvl="1"/>
            <a:r>
              <a:rPr lang="en-GB"/>
              <a:t>Second level</a:t>
            </a:r>
          </a:p>
        </p:txBody>
      </p:sp>
      <p:sp>
        <p:nvSpPr>
          <p:cNvPr id="69" name="Picture Placeholder 43">
            <a:extLst>
              <a:ext uri="{FF2B5EF4-FFF2-40B4-BE49-F238E27FC236}">
                <a16:creationId xmlns:a16="http://schemas.microsoft.com/office/drawing/2014/main" id="{E19D1C64-222F-0744-20C8-0662359E6915}"/>
              </a:ext>
            </a:extLst>
          </p:cNvPr>
          <p:cNvSpPr>
            <a:spLocks noGrp="1"/>
          </p:cNvSpPr>
          <p:nvPr>
            <p:ph type="pic" sz="quarter" idx="32"/>
          </p:nvPr>
        </p:nvSpPr>
        <p:spPr>
          <a:xfrm>
            <a:off x="8933778" y="1886029"/>
            <a:ext cx="903806" cy="894672"/>
          </a:xfrm>
        </p:spPr>
        <p:txBody>
          <a:bodyPr/>
          <a:lstStyle/>
          <a:p>
            <a:endParaRPr lang="en-GB"/>
          </a:p>
        </p:txBody>
      </p:sp>
      <p:sp>
        <p:nvSpPr>
          <p:cNvPr id="70" name="Picture Placeholder 43">
            <a:extLst>
              <a:ext uri="{FF2B5EF4-FFF2-40B4-BE49-F238E27FC236}">
                <a16:creationId xmlns:a16="http://schemas.microsoft.com/office/drawing/2014/main" id="{8D5DB854-0C4A-401B-87E8-5CAEA904F350}"/>
              </a:ext>
            </a:extLst>
          </p:cNvPr>
          <p:cNvSpPr>
            <a:spLocks noGrp="1"/>
          </p:cNvSpPr>
          <p:nvPr>
            <p:ph type="pic" sz="quarter" idx="33"/>
          </p:nvPr>
        </p:nvSpPr>
        <p:spPr>
          <a:xfrm>
            <a:off x="8940831" y="2982239"/>
            <a:ext cx="764249" cy="720001"/>
          </a:xfrm>
        </p:spPr>
        <p:txBody>
          <a:bodyPr/>
          <a:lstStyle/>
          <a:p>
            <a:endParaRPr lang="en-GB"/>
          </a:p>
        </p:txBody>
      </p:sp>
      <p:sp>
        <p:nvSpPr>
          <p:cNvPr id="71" name="Picture Placeholder 43">
            <a:extLst>
              <a:ext uri="{FF2B5EF4-FFF2-40B4-BE49-F238E27FC236}">
                <a16:creationId xmlns:a16="http://schemas.microsoft.com/office/drawing/2014/main" id="{BB0B7C6F-E2B7-F7E6-056F-E3FF400CB9C1}"/>
              </a:ext>
            </a:extLst>
          </p:cNvPr>
          <p:cNvSpPr>
            <a:spLocks noGrp="1"/>
          </p:cNvSpPr>
          <p:nvPr>
            <p:ph type="pic" sz="quarter" idx="34"/>
          </p:nvPr>
        </p:nvSpPr>
        <p:spPr>
          <a:xfrm>
            <a:off x="8940831" y="3805162"/>
            <a:ext cx="764249" cy="720001"/>
          </a:xfrm>
        </p:spPr>
        <p:txBody>
          <a:bodyPr/>
          <a:lstStyle/>
          <a:p>
            <a:endParaRPr lang="en-GB"/>
          </a:p>
        </p:txBody>
      </p:sp>
      <p:sp>
        <p:nvSpPr>
          <p:cNvPr id="72" name="Picture Placeholder 43">
            <a:extLst>
              <a:ext uri="{FF2B5EF4-FFF2-40B4-BE49-F238E27FC236}">
                <a16:creationId xmlns:a16="http://schemas.microsoft.com/office/drawing/2014/main" id="{77751A25-C2A3-B5B4-8FBB-127A6616BD87}"/>
              </a:ext>
            </a:extLst>
          </p:cNvPr>
          <p:cNvSpPr>
            <a:spLocks noGrp="1"/>
          </p:cNvSpPr>
          <p:nvPr>
            <p:ph type="pic" sz="quarter" idx="35"/>
          </p:nvPr>
        </p:nvSpPr>
        <p:spPr>
          <a:xfrm>
            <a:off x="8940831" y="4617962"/>
            <a:ext cx="764249" cy="720001"/>
          </a:xfrm>
        </p:spPr>
        <p:txBody>
          <a:bodyPr/>
          <a:lstStyle/>
          <a:p>
            <a:endParaRPr lang="en-GB"/>
          </a:p>
        </p:txBody>
      </p:sp>
      <p:sp>
        <p:nvSpPr>
          <p:cNvPr id="73" name="Picture Placeholder 43">
            <a:extLst>
              <a:ext uri="{FF2B5EF4-FFF2-40B4-BE49-F238E27FC236}">
                <a16:creationId xmlns:a16="http://schemas.microsoft.com/office/drawing/2014/main" id="{DE2714AF-4313-7AA1-D7CD-E39C0A1F07D5}"/>
              </a:ext>
            </a:extLst>
          </p:cNvPr>
          <p:cNvSpPr>
            <a:spLocks noGrp="1"/>
          </p:cNvSpPr>
          <p:nvPr>
            <p:ph type="pic" sz="quarter" idx="36"/>
          </p:nvPr>
        </p:nvSpPr>
        <p:spPr>
          <a:xfrm>
            <a:off x="8940831" y="5431602"/>
            <a:ext cx="764249" cy="720001"/>
          </a:xfrm>
        </p:spPr>
        <p:txBody>
          <a:bodyPr/>
          <a:lstStyle/>
          <a:p>
            <a:endParaRPr lang="en-GB"/>
          </a:p>
        </p:txBody>
      </p:sp>
      <p:sp>
        <p:nvSpPr>
          <p:cNvPr id="74" name="Content Placeholder 52">
            <a:extLst>
              <a:ext uri="{FF2B5EF4-FFF2-40B4-BE49-F238E27FC236}">
                <a16:creationId xmlns:a16="http://schemas.microsoft.com/office/drawing/2014/main" id="{B8073BB6-ACFE-F384-C36D-E495A757AB9C}"/>
              </a:ext>
            </a:extLst>
          </p:cNvPr>
          <p:cNvSpPr>
            <a:spLocks noGrp="1"/>
          </p:cNvSpPr>
          <p:nvPr>
            <p:ph sz="quarter" idx="37"/>
          </p:nvPr>
        </p:nvSpPr>
        <p:spPr>
          <a:xfrm>
            <a:off x="9944281" y="1878915"/>
            <a:ext cx="1744790" cy="917459"/>
          </a:xfrm>
        </p:spPr>
        <p:txBody>
          <a:bodyPr/>
          <a:lstStyle>
            <a:lvl1pPr>
              <a:lnSpc>
                <a:spcPct val="100000"/>
              </a:lnSpc>
              <a:spcBef>
                <a:spcPts val="0"/>
              </a:spcBef>
              <a:spcAft>
                <a:spcPts val="300"/>
              </a:spcAft>
              <a:defRPr sz="1200"/>
            </a:lvl1pPr>
            <a:lvl2pPr>
              <a:lnSpc>
                <a:spcPct val="100000"/>
              </a:lnSpc>
              <a:spcBef>
                <a:spcPts val="0"/>
              </a:spcBef>
              <a:spcAft>
                <a:spcPts val="300"/>
              </a:spcAft>
              <a:defRPr/>
            </a:lvl2pPr>
            <a:lvl3pPr marL="0" indent="0">
              <a:buNone/>
              <a:defRPr/>
            </a:lvl3pPr>
          </a:lstStyle>
          <a:p>
            <a:pPr lvl="0"/>
            <a:r>
              <a:rPr lang="en-GB"/>
              <a:t>Click to edit Master text styles</a:t>
            </a:r>
          </a:p>
          <a:p>
            <a:pPr lvl="1"/>
            <a:r>
              <a:rPr lang="en-GB"/>
              <a:t>Second level</a:t>
            </a:r>
          </a:p>
        </p:txBody>
      </p:sp>
      <p:sp>
        <p:nvSpPr>
          <p:cNvPr id="75" name="Content Placeholder 52">
            <a:extLst>
              <a:ext uri="{FF2B5EF4-FFF2-40B4-BE49-F238E27FC236}">
                <a16:creationId xmlns:a16="http://schemas.microsoft.com/office/drawing/2014/main" id="{1A1F259C-8EB0-5D96-40FD-D099944BF340}"/>
              </a:ext>
            </a:extLst>
          </p:cNvPr>
          <p:cNvSpPr>
            <a:spLocks noGrp="1"/>
          </p:cNvSpPr>
          <p:nvPr>
            <p:ph sz="quarter" idx="38"/>
          </p:nvPr>
        </p:nvSpPr>
        <p:spPr>
          <a:xfrm>
            <a:off x="9786079" y="2985402"/>
            <a:ext cx="1923963" cy="713676"/>
          </a:xfrm>
        </p:spPr>
        <p:txBody>
          <a:bodyPr/>
          <a:lstStyle>
            <a:lvl1pPr>
              <a:lnSpc>
                <a:spcPct val="100000"/>
              </a:lnSpc>
              <a:spcBef>
                <a:spcPts val="0"/>
              </a:spcBef>
              <a:spcAft>
                <a:spcPts val="300"/>
              </a:spcAft>
              <a:defRPr sz="1200"/>
            </a:lvl1pPr>
            <a:lvl2pPr>
              <a:lnSpc>
                <a:spcPct val="100000"/>
              </a:lnSpc>
              <a:spcBef>
                <a:spcPts val="0"/>
              </a:spcBef>
              <a:spcAft>
                <a:spcPts val="300"/>
              </a:spcAft>
              <a:defRPr/>
            </a:lvl2pPr>
            <a:lvl3pPr marL="0" indent="0">
              <a:buNone/>
              <a:defRPr/>
            </a:lvl3pPr>
          </a:lstStyle>
          <a:p>
            <a:pPr lvl="0"/>
            <a:r>
              <a:rPr lang="en-GB"/>
              <a:t>Click to edit Master text styles</a:t>
            </a:r>
          </a:p>
          <a:p>
            <a:pPr lvl="1"/>
            <a:r>
              <a:rPr lang="en-GB"/>
              <a:t>Second level</a:t>
            </a:r>
          </a:p>
        </p:txBody>
      </p:sp>
      <p:sp>
        <p:nvSpPr>
          <p:cNvPr id="76" name="Content Placeholder 52">
            <a:extLst>
              <a:ext uri="{FF2B5EF4-FFF2-40B4-BE49-F238E27FC236}">
                <a16:creationId xmlns:a16="http://schemas.microsoft.com/office/drawing/2014/main" id="{D3C41004-FFC5-4EB9-1545-D7B24B936B2F}"/>
              </a:ext>
            </a:extLst>
          </p:cNvPr>
          <p:cNvSpPr>
            <a:spLocks noGrp="1"/>
          </p:cNvSpPr>
          <p:nvPr>
            <p:ph sz="quarter" idx="39"/>
          </p:nvPr>
        </p:nvSpPr>
        <p:spPr>
          <a:xfrm>
            <a:off x="9786079" y="3801205"/>
            <a:ext cx="1923963" cy="713676"/>
          </a:xfrm>
        </p:spPr>
        <p:txBody>
          <a:bodyPr/>
          <a:lstStyle>
            <a:lvl1pPr>
              <a:lnSpc>
                <a:spcPct val="100000"/>
              </a:lnSpc>
              <a:spcBef>
                <a:spcPts val="0"/>
              </a:spcBef>
              <a:spcAft>
                <a:spcPts val="300"/>
              </a:spcAft>
              <a:defRPr sz="1200"/>
            </a:lvl1pPr>
            <a:lvl2pPr>
              <a:lnSpc>
                <a:spcPct val="100000"/>
              </a:lnSpc>
              <a:spcBef>
                <a:spcPts val="0"/>
              </a:spcBef>
              <a:spcAft>
                <a:spcPts val="300"/>
              </a:spcAft>
              <a:defRPr/>
            </a:lvl2pPr>
            <a:lvl3pPr marL="0" indent="0">
              <a:buNone/>
              <a:defRPr/>
            </a:lvl3pPr>
          </a:lstStyle>
          <a:p>
            <a:pPr lvl="0"/>
            <a:r>
              <a:rPr lang="en-GB"/>
              <a:t>Click to edit Master text styles</a:t>
            </a:r>
          </a:p>
          <a:p>
            <a:pPr lvl="1"/>
            <a:r>
              <a:rPr lang="en-GB"/>
              <a:t>Second level</a:t>
            </a:r>
          </a:p>
        </p:txBody>
      </p:sp>
      <p:sp>
        <p:nvSpPr>
          <p:cNvPr id="77" name="Content Placeholder 52">
            <a:extLst>
              <a:ext uri="{FF2B5EF4-FFF2-40B4-BE49-F238E27FC236}">
                <a16:creationId xmlns:a16="http://schemas.microsoft.com/office/drawing/2014/main" id="{92567D26-CC94-BD45-CF55-A29A4E477FFB}"/>
              </a:ext>
            </a:extLst>
          </p:cNvPr>
          <p:cNvSpPr>
            <a:spLocks noGrp="1"/>
          </p:cNvSpPr>
          <p:nvPr>
            <p:ph sz="quarter" idx="40"/>
          </p:nvPr>
        </p:nvSpPr>
        <p:spPr>
          <a:xfrm>
            <a:off x="9786079" y="4617008"/>
            <a:ext cx="1923963" cy="713676"/>
          </a:xfrm>
        </p:spPr>
        <p:txBody>
          <a:bodyPr/>
          <a:lstStyle>
            <a:lvl1pPr>
              <a:lnSpc>
                <a:spcPct val="100000"/>
              </a:lnSpc>
              <a:spcBef>
                <a:spcPts val="0"/>
              </a:spcBef>
              <a:spcAft>
                <a:spcPts val="300"/>
              </a:spcAft>
              <a:defRPr sz="1200"/>
            </a:lvl1pPr>
            <a:lvl2pPr>
              <a:lnSpc>
                <a:spcPct val="100000"/>
              </a:lnSpc>
              <a:spcBef>
                <a:spcPts val="0"/>
              </a:spcBef>
              <a:spcAft>
                <a:spcPts val="300"/>
              </a:spcAft>
              <a:defRPr/>
            </a:lvl2pPr>
            <a:lvl3pPr marL="0" indent="0">
              <a:buNone/>
              <a:defRPr/>
            </a:lvl3pPr>
          </a:lstStyle>
          <a:p>
            <a:pPr lvl="0"/>
            <a:r>
              <a:rPr lang="en-GB"/>
              <a:t>Click to edit Master text styles</a:t>
            </a:r>
          </a:p>
          <a:p>
            <a:pPr lvl="1"/>
            <a:r>
              <a:rPr lang="en-GB"/>
              <a:t>Second level</a:t>
            </a:r>
          </a:p>
        </p:txBody>
      </p:sp>
      <p:sp>
        <p:nvSpPr>
          <p:cNvPr id="78" name="Content Placeholder 52">
            <a:extLst>
              <a:ext uri="{FF2B5EF4-FFF2-40B4-BE49-F238E27FC236}">
                <a16:creationId xmlns:a16="http://schemas.microsoft.com/office/drawing/2014/main" id="{B6E43B1D-4477-345E-4E27-069457E30EB1}"/>
              </a:ext>
            </a:extLst>
          </p:cNvPr>
          <p:cNvSpPr>
            <a:spLocks noGrp="1"/>
          </p:cNvSpPr>
          <p:nvPr>
            <p:ph sz="quarter" idx="41"/>
          </p:nvPr>
        </p:nvSpPr>
        <p:spPr>
          <a:xfrm>
            <a:off x="9786079" y="5428463"/>
            <a:ext cx="1923963" cy="713676"/>
          </a:xfrm>
        </p:spPr>
        <p:txBody>
          <a:bodyPr/>
          <a:lstStyle>
            <a:lvl1pPr>
              <a:lnSpc>
                <a:spcPct val="100000"/>
              </a:lnSpc>
              <a:spcBef>
                <a:spcPts val="0"/>
              </a:spcBef>
              <a:spcAft>
                <a:spcPts val="300"/>
              </a:spcAft>
              <a:defRPr sz="1200"/>
            </a:lvl1pPr>
            <a:lvl2pPr>
              <a:lnSpc>
                <a:spcPct val="100000"/>
              </a:lnSpc>
              <a:spcBef>
                <a:spcPts val="0"/>
              </a:spcBef>
              <a:spcAft>
                <a:spcPts val="300"/>
              </a:spcAft>
              <a:defRPr/>
            </a:lvl2pPr>
            <a:lvl3pPr marL="0" indent="0">
              <a:buNone/>
              <a:defRPr/>
            </a:lvl3pPr>
          </a:lstStyle>
          <a:p>
            <a:pPr lvl="0"/>
            <a:r>
              <a:rPr lang="en-GB"/>
              <a:t>Click to edit Master text styles</a:t>
            </a:r>
          </a:p>
          <a:p>
            <a:pPr lvl="1"/>
            <a:r>
              <a:rPr lang="en-GB"/>
              <a:t>Second level</a:t>
            </a:r>
          </a:p>
        </p:txBody>
      </p:sp>
      <p:sp>
        <p:nvSpPr>
          <p:cNvPr id="79" name="Content Placeholder 52">
            <a:extLst>
              <a:ext uri="{FF2B5EF4-FFF2-40B4-BE49-F238E27FC236}">
                <a16:creationId xmlns:a16="http://schemas.microsoft.com/office/drawing/2014/main" id="{9D4D08CE-4663-A5B8-3FEA-01A045F65D32}"/>
              </a:ext>
            </a:extLst>
          </p:cNvPr>
          <p:cNvSpPr>
            <a:spLocks noGrp="1"/>
          </p:cNvSpPr>
          <p:nvPr>
            <p:ph sz="quarter" idx="42"/>
          </p:nvPr>
        </p:nvSpPr>
        <p:spPr>
          <a:xfrm>
            <a:off x="2953718" y="1433774"/>
            <a:ext cx="2741786" cy="321198"/>
          </a:xfrm>
        </p:spPr>
        <p:txBody>
          <a:bodyPr/>
          <a:lstStyle>
            <a:lvl1pPr>
              <a:spcAft>
                <a:spcPts val="400"/>
              </a:spcAft>
              <a:defRPr sz="1800" b="0">
                <a:latin typeface="+mj-lt"/>
              </a:defRPr>
            </a:lvl1pPr>
            <a:lvl3pPr marL="0" indent="0">
              <a:buNone/>
              <a:defRPr/>
            </a:lvl3pPr>
          </a:lstStyle>
          <a:p>
            <a:pPr lvl="0"/>
            <a:r>
              <a:rPr lang="en-GB"/>
              <a:t>Click to edit Master text styles</a:t>
            </a:r>
          </a:p>
        </p:txBody>
      </p:sp>
      <p:sp>
        <p:nvSpPr>
          <p:cNvPr id="80" name="Content Placeholder 52">
            <a:extLst>
              <a:ext uri="{FF2B5EF4-FFF2-40B4-BE49-F238E27FC236}">
                <a16:creationId xmlns:a16="http://schemas.microsoft.com/office/drawing/2014/main" id="{CD74F49C-4668-965D-013F-EA197AFED4F2}"/>
              </a:ext>
            </a:extLst>
          </p:cNvPr>
          <p:cNvSpPr>
            <a:spLocks noGrp="1"/>
          </p:cNvSpPr>
          <p:nvPr>
            <p:ph sz="quarter" idx="43"/>
          </p:nvPr>
        </p:nvSpPr>
        <p:spPr>
          <a:xfrm>
            <a:off x="5939624" y="1433774"/>
            <a:ext cx="2741786" cy="321198"/>
          </a:xfrm>
        </p:spPr>
        <p:txBody>
          <a:bodyPr/>
          <a:lstStyle>
            <a:lvl1pPr>
              <a:spcAft>
                <a:spcPts val="400"/>
              </a:spcAft>
              <a:defRPr sz="1800" b="0">
                <a:latin typeface="+mj-lt"/>
              </a:defRPr>
            </a:lvl1pPr>
            <a:lvl3pPr marL="0" indent="0">
              <a:buNone/>
              <a:defRPr/>
            </a:lvl3pPr>
          </a:lstStyle>
          <a:p>
            <a:pPr lvl="0"/>
            <a:r>
              <a:rPr lang="en-GB"/>
              <a:t>Click to edit Master text styles</a:t>
            </a:r>
          </a:p>
        </p:txBody>
      </p:sp>
      <p:sp>
        <p:nvSpPr>
          <p:cNvPr id="81" name="Content Placeholder 52">
            <a:extLst>
              <a:ext uri="{FF2B5EF4-FFF2-40B4-BE49-F238E27FC236}">
                <a16:creationId xmlns:a16="http://schemas.microsoft.com/office/drawing/2014/main" id="{58583576-3574-8BBB-274A-DDAF2CF9A77B}"/>
              </a:ext>
            </a:extLst>
          </p:cNvPr>
          <p:cNvSpPr>
            <a:spLocks noGrp="1"/>
          </p:cNvSpPr>
          <p:nvPr>
            <p:ph sz="quarter" idx="44"/>
          </p:nvPr>
        </p:nvSpPr>
        <p:spPr>
          <a:xfrm>
            <a:off x="8933778" y="1433774"/>
            <a:ext cx="2741786" cy="321198"/>
          </a:xfrm>
        </p:spPr>
        <p:txBody>
          <a:bodyPr/>
          <a:lstStyle>
            <a:lvl1pPr>
              <a:spcAft>
                <a:spcPts val="400"/>
              </a:spcAft>
              <a:defRPr sz="1800" b="0">
                <a:latin typeface="+mj-lt"/>
              </a:defRPr>
            </a:lvl1pPr>
            <a:lvl3pPr marL="0" indent="0">
              <a:buNone/>
              <a:defRPr/>
            </a:lvl3pPr>
          </a:lstStyle>
          <a:p>
            <a:pPr lvl="0"/>
            <a:r>
              <a:rPr lang="en-GB"/>
              <a:t>Click to edit Master text styles</a:t>
            </a:r>
          </a:p>
        </p:txBody>
      </p:sp>
    </p:spTree>
    <p:extLst>
      <p:ext uri="{BB962C8B-B14F-4D97-AF65-F5344CB8AC3E}">
        <p14:creationId xmlns:p14="http://schemas.microsoft.com/office/powerpoint/2010/main" val="53793250"/>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CV-One person">
    <p:spTree>
      <p:nvGrpSpPr>
        <p:cNvPr id="1" name=""/>
        <p:cNvGrpSpPr/>
        <p:nvPr/>
      </p:nvGrpSpPr>
      <p:grpSpPr>
        <a:xfrm>
          <a:off x="0" y="0"/>
          <a:ext cx="0" cy="0"/>
          <a:chOff x="0" y="0"/>
          <a:chExt cx="0" cy="0"/>
        </a:xfrm>
      </p:grpSpPr>
      <p:sp>
        <p:nvSpPr>
          <p:cNvPr id="4" name="Footer Placeholder 4">
            <a:extLst>
              <a:ext uri="{FF2B5EF4-FFF2-40B4-BE49-F238E27FC236}">
                <a16:creationId xmlns:a16="http://schemas.microsoft.com/office/drawing/2014/main" id="{E57B29C1-93EA-1886-CD27-23CE023225D9}"/>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PwC Risk Management</a:t>
            </a:r>
          </a:p>
        </p:txBody>
      </p:sp>
      <p:sp>
        <p:nvSpPr>
          <p:cNvPr id="6" name="Slide Number Placeholder 13">
            <a:extLst>
              <a:ext uri="{FF2B5EF4-FFF2-40B4-BE49-F238E27FC236}">
                <a16:creationId xmlns:a16="http://schemas.microsoft.com/office/drawing/2014/main" id="{D15FEAD4-DFB9-ED08-EBEE-A4E5DE31E318}"/>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
        <p:nvSpPr>
          <p:cNvPr id="2" name="Title 1">
            <a:extLst>
              <a:ext uri="{FF2B5EF4-FFF2-40B4-BE49-F238E27FC236}">
                <a16:creationId xmlns:a16="http://schemas.microsoft.com/office/drawing/2014/main" id="{5ECC09D1-D416-9CC2-AE0F-767B5D629195}"/>
              </a:ext>
            </a:extLst>
          </p:cNvPr>
          <p:cNvSpPr>
            <a:spLocks noGrp="1"/>
          </p:cNvSpPr>
          <p:nvPr>
            <p:ph type="title"/>
          </p:nvPr>
        </p:nvSpPr>
        <p:spPr/>
        <p:txBody>
          <a:bodyPr/>
          <a:lstStyle/>
          <a:p>
            <a:r>
              <a:rPr lang="en-GB"/>
              <a:t>Click to edit Master title style</a:t>
            </a:r>
          </a:p>
        </p:txBody>
      </p:sp>
      <p:sp>
        <p:nvSpPr>
          <p:cNvPr id="5" name="Picture Placeholder 4">
            <a:extLst>
              <a:ext uri="{FF2B5EF4-FFF2-40B4-BE49-F238E27FC236}">
                <a16:creationId xmlns:a16="http://schemas.microsoft.com/office/drawing/2014/main" id="{D7563439-724C-2457-DE6C-1D6DFEC7B42F}"/>
              </a:ext>
            </a:extLst>
          </p:cNvPr>
          <p:cNvSpPr>
            <a:spLocks noGrp="1"/>
          </p:cNvSpPr>
          <p:nvPr>
            <p:ph type="pic" sz="quarter" idx="10"/>
          </p:nvPr>
        </p:nvSpPr>
        <p:spPr>
          <a:xfrm>
            <a:off x="407988" y="1953154"/>
            <a:ext cx="1800225" cy="1938338"/>
          </a:xfrm>
          <a:solidFill>
            <a:srgbClr val="EEEFF1"/>
          </a:solidFill>
        </p:spPr>
        <p:txBody>
          <a:bodyPr/>
          <a:lstStyle/>
          <a:p>
            <a:endParaRPr lang="en-GB"/>
          </a:p>
        </p:txBody>
      </p:sp>
      <p:sp>
        <p:nvSpPr>
          <p:cNvPr id="8" name="Content Placeholder 7">
            <a:extLst>
              <a:ext uri="{FF2B5EF4-FFF2-40B4-BE49-F238E27FC236}">
                <a16:creationId xmlns:a16="http://schemas.microsoft.com/office/drawing/2014/main" id="{5EF96802-B1ED-64D7-1B0C-B613133475BE}"/>
              </a:ext>
            </a:extLst>
          </p:cNvPr>
          <p:cNvSpPr>
            <a:spLocks noGrp="1"/>
          </p:cNvSpPr>
          <p:nvPr>
            <p:ph sz="quarter" idx="11"/>
          </p:nvPr>
        </p:nvSpPr>
        <p:spPr>
          <a:xfrm>
            <a:off x="401638" y="4002088"/>
            <a:ext cx="1800225" cy="1939925"/>
          </a:xfrm>
        </p:spPr>
        <p:txBody>
          <a:bodyPr/>
          <a:lstStyle/>
          <a:p>
            <a:pPr lvl="0"/>
            <a:r>
              <a:rPr lang="en-GB"/>
              <a:t>Click to edit Master text styles</a:t>
            </a:r>
          </a:p>
          <a:p>
            <a:pPr lvl="1"/>
            <a:r>
              <a:rPr lang="en-GB"/>
              <a:t>Second level</a:t>
            </a:r>
          </a:p>
        </p:txBody>
      </p:sp>
      <p:sp>
        <p:nvSpPr>
          <p:cNvPr id="10" name="Content Placeholder 9">
            <a:extLst>
              <a:ext uri="{FF2B5EF4-FFF2-40B4-BE49-F238E27FC236}">
                <a16:creationId xmlns:a16="http://schemas.microsoft.com/office/drawing/2014/main" id="{97537C81-8D77-5257-7438-91D290209EF0}"/>
              </a:ext>
            </a:extLst>
          </p:cNvPr>
          <p:cNvSpPr>
            <a:spLocks noGrp="1"/>
          </p:cNvSpPr>
          <p:nvPr>
            <p:ph sz="quarter" idx="12" hasCustomPrompt="1"/>
          </p:nvPr>
        </p:nvSpPr>
        <p:spPr>
          <a:xfrm>
            <a:off x="3286710" y="1949450"/>
            <a:ext cx="2762250" cy="3471863"/>
          </a:xfrm>
        </p:spPr>
        <p:txBody>
          <a:bodyPr/>
          <a:lstStyle/>
          <a:p>
            <a:pPr lvl="1"/>
            <a:r>
              <a:rPr lang="en-GB"/>
              <a:t>Second level</a:t>
            </a:r>
          </a:p>
          <a:p>
            <a:pPr lvl="2"/>
            <a:r>
              <a:rPr lang="en-GB"/>
              <a:t>Third level</a:t>
            </a:r>
          </a:p>
          <a:p>
            <a:pPr lvl="3"/>
            <a:r>
              <a:rPr lang="en-GB"/>
              <a:t>Fourth level</a:t>
            </a:r>
          </a:p>
          <a:p>
            <a:pPr lvl="4"/>
            <a:r>
              <a:rPr lang="en-GB"/>
              <a:t>Fifth level</a:t>
            </a:r>
          </a:p>
        </p:txBody>
      </p:sp>
      <p:sp>
        <p:nvSpPr>
          <p:cNvPr id="12" name="Content Placeholder 11">
            <a:extLst>
              <a:ext uri="{FF2B5EF4-FFF2-40B4-BE49-F238E27FC236}">
                <a16:creationId xmlns:a16="http://schemas.microsoft.com/office/drawing/2014/main" id="{09220BB3-7853-D956-8C4C-B3FD38875615}"/>
              </a:ext>
            </a:extLst>
          </p:cNvPr>
          <p:cNvSpPr>
            <a:spLocks noGrp="1"/>
          </p:cNvSpPr>
          <p:nvPr>
            <p:ph sz="quarter" idx="13"/>
          </p:nvPr>
        </p:nvSpPr>
        <p:spPr>
          <a:xfrm>
            <a:off x="7118350" y="1946275"/>
            <a:ext cx="4683125" cy="3478213"/>
          </a:xfrm>
        </p:spPr>
        <p:txBody>
          <a:bodyPr/>
          <a:lstStyle>
            <a:lvl1pPr>
              <a:spcAft>
                <a:spcPts val="400"/>
              </a:spcAft>
              <a:defRPr/>
            </a:lvl1pPr>
          </a:lstStyle>
          <a:p>
            <a:pPr lvl="0"/>
            <a:r>
              <a:rPr lang="en-GB"/>
              <a:t>Click to edit Master text styles</a:t>
            </a:r>
          </a:p>
          <a:p>
            <a:pPr lvl="1"/>
            <a:r>
              <a:rPr lang="en-GB"/>
              <a:t>Second level</a:t>
            </a:r>
          </a:p>
        </p:txBody>
      </p:sp>
    </p:spTree>
    <p:extLst>
      <p:ext uri="{BB962C8B-B14F-4D97-AF65-F5344CB8AC3E}">
        <p14:creationId xmlns:p14="http://schemas.microsoft.com/office/powerpoint/2010/main" val="586048123"/>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CV-Two people">
    <p:spTree>
      <p:nvGrpSpPr>
        <p:cNvPr id="1" name=""/>
        <p:cNvGrpSpPr/>
        <p:nvPr/>
      </p:nvGrpSpPr>
      <p:grpSpPr>
        <a:xfrm>
          <a:off x="0" y="0"/>
          <a:ext cx="0" cy="0"/>
          <a:chOff x="0" y="0"/>
          <a:chExt cx="0" cy="0"/>
        </a:xfrm>
      </p:grpSpPr>
      <p:sp>
        <p:nvSpPr>
          <p:cNvPr id="4" name="Footer Placeholder 4">
            <a:extLst>
              <a:ext uri="{FF2B5EF4-FFF2-40B4-BE49-F238E27FC236}">
                <a16:creationId xmlns:a16="http://schemas.microsoft.com/office/drawing/2014/main" id="{E57B29C1-93EA-1886-CD27-23CE023225D9}"/>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PwC Risk Management</a:t>
            </a:r>
          </a:p>
        </p:txBody>
      </p:sp>
      <p:sp>
        <p:nvSpPr>
          <p:cNvPr id="6" name="Slide Number Placeholder 13">
            <a:extLst>
              <a:ext uri="{FF2B5EF4-FFF2-40B4-BE49-F238E27FC236}">
                <a16:creationId xmlns:a16="http://schemas.microsoft.com/office/drawing/2014/main" id="{D15FEAD4-DFB9-ED08-EBEE-A4E5DE31E318}"/>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
        <p:nvSpPr>
          <p:cNvPr id="2" name="Title 1">
            <a:extLst>
              <a:ext uri="{FF2B5EF4-FFF2-40B4-BE49-F238E27FC236}">
                <a16:creationId xmlns:a16="http://schemas.microsoft.com/office/drawing/2014/main" id="{5ECC09D1-D416-9CC2-AE0F-767B5D629195}"/>
              </a:ext>
            </a:extLst>
          </p:cNvPr>
          <p:cNvSpPr>
            <a:spLocks noGrp="1"/>
          </p:cNvSpPr>
          <p:nvPr>
            <p:ph type="title"/>
          </p:nvPr>
        </p:nvSpPr>
        <p:spPr/>
        <p:txBody>
          <a:bodyPr/>
          <a:lstStyle/>
          <a:p>
            <a:r>
              <a:rPr lang="en-GB"/>
              <a:t>Click to edit Master title style</a:t>
            </a:r>
          </a:p>
        </p:txBody>
      </p:sp>
      <p:sp>
        <p:nvSpPr>
          <p:cNvPr id="5" name="Picture Placeholder 4">
            <a:extLst>
              <a:ext uri="{FF2B5EF4-FFF2-40B4-BE49-F238E27FC236}">
                <a16:creationId xmlns:a16="http://schemas.microsoft.com/office/drawing/2014/main" id="{D7563439-724C-2457-DE6C-1D6DFEC7B42F}"/>
              </a:ext>
            </a:extLst>
          </p:cNvPr>
          <p:cNvSpPr>
            <a:spLocks noGrp="1"/>
          </p:cNvSpPr>
          <p:nvPr>
            <p:ph type="pic" sz="quarter" idx="10"/>
          </p:nvPr>
        </p:nvSpPr>
        <p:spPr>
          <a:xfrm>
            <a:off x="407988" y="1953154"/>
            <a:ext cx="1800225" cy="1938338"/>
          </a:xfrm>
          <a:solidFill>
            <a:srgbClr val="EEEFF1"/>
          </a:solidFill>
        </p:spPr>
        <p:txBody>
          <a:bodyPr/>
          <a:lstStyle/>
          <a:p>
            <a:endParaRPr lang="en-GB"/>
          </a:p>
        </p:txBody>
      </p:sp>
      <p:sp>
        <p:nvSpPr>
          <p:cNvPr id="8" name="Content Placeholder 7">
            <a:extLst>
              <a:ext uri="{FF2B5EF4-FFF2-40B4-BE49-F238E27FC236}">
                <a16:creationId xmlns:a16="http://schemas.microsoft.com/office/drawing/2014/main" id="{5EF96802-B1ED-64D7-1B0C-B613133475BE}"/>
              </a:ext>
            </a:extLst>
          </p:cNvPr>
          <p:cNvSpPr>
            <a:spLocks noGrp="1"/>
          </p:cNvSpPr>
          <p:nvPr>
            <p:ph sz="quarter" idx="11"/>
          </p:nvPr>
        </p:nvSpPr>
        <p:spPr>
          <a:xfrm>
            <a:off x="398463" y="3998913"/>
            <a:ext cx="1800225" cy="1939925"/>
          </a:xfrm>
        </p:spPr>
        <p:txBody>
          <a:bodyPr/>
          <a:lstStyle/>
          <a:p>
            <a:pPr lvl="0"/>
            <a:r>
              <a:rPr lang="en-GB"/>
              <a:t>Click to edit Master text styles</a:t>
            </a:r>
          </a:p>
          <a:p>
            <a:pPr lvl="1"/>
            <a:r>
              <a:rPr lang="en-GB"/>
              <a:t>Second level</a:t>
            </a:r>
          </a:p>
        </p:txBody>
      </p:sp>
      <p:sp>
        <p:nvSpPr>
          <p:cNvPr id="12" name="Content Placeholder 11">
            <a:extLst>
              <a:ext uri="{FF2B5EF4-FFF2-40B4-BE49-F238E27FC236}">
                <a16:creationId xmlns:a16="http://schemas.microsoft.com/office/drawing/2014/main" id="{09220BB3-7853-D956-8C4C-B3FD38875615}"/>
              </a:ext>
            </a:extLst>
          </p:cNvPr>
          <p:cNvSpPr>
            <a:spLocks noGrp="1"/>
          </p:cNvSpPr>
          <p:nvPr>
            <p:ph sz="quarter" idx="13"/>
          </p:nvPr>
        </p:nvSpPr>
        <p:spPr>
          <a:xfrm>
            <a:off x="2508918" y="1946275"/>
            <a:ext cx="3276935" cy="3992563"/>
          </a:xfrm>
        </p:spPr>
        <p:txBody>
          <a:bodyPr/>
          <a:lstStyle>
            <a:lvl1pPr>
              <a:spcAft>
                <a:spcPts val="400"/>
              </a:spcAft>
              <a:defRPr/>
            </a:lvl1pPr>
          </a:lstStyle>
          <a:p>
            <a:pPr lvl="0"/>
            <a:r>
              <a:rPr lang="en-GB"/>
              <a:t>Click to edit Master text styles</a:t>
            </a:r>
          </a:p>
          <a:p>
            <a:pPr lvl="1"/>
            <a:r>
              <a:rPr lang="en-GB"/>
              <a:t>Second level</a:t>
            </a:r>
          </a:p>
        </p:txBody>
      </p:sp>
      <p:sp>
        <p:nvSpPr>
          <p:cNvPr id="3" name="Picture Placeholder 4">
            <a:extLst>
              <a:ext uri="{FF2B5EF4-FFF2-40B4-BE49-F238E27FC236}">
                <a16:creationId xmlns:a16="http://schemas.microsoft.com/office/drawing/2014/main" id="{2BA4CE36-EFF2-1254-C89C-04B58ADD5437}"/>
              </a:ext>
            </a:extLst>
          </p:cNvPr>
          <p:cNvSpPr>
            <a:spLocks noGrp="1"/>
          </p:cNvSpPr>
          <p:nvPr>
            <p:ph type="pic" sz="quarter" idx="14"/>
          </p:nvPr>
        </p:nvSpPr>
        <p:spPr>
          <a:xfrm>
            <a:off x="6161756" y="1953154"/>
            <a:ext cx="1800225" cy="1938338"/>
          </a:xfrm>
          <a:solidFill>
            <a:srgbClr val="EEEFF1"/>
          </a:solidFill>
        </p:spPr>
        <p:txBody>
          <a:bodyPr/>
          <a:lstStyle/>
          <a:p>
            <a:endParaRPr lang="en-GB"/>
          </a:p>
        </p:txBody>
      </p:sp>
      <p:sp>
        <p:nvSpPr>
          <p:cNvPr id="7" name="Content Placeholder 7">
            <a:extLst>
              <a:ext uri="{FF2B5EF4-FFF2-40B4-BE49-F238E27FC236}">
                <a16:creationId xmlns:a16="http://schemas.microsoft.com/office/drawing/2014/main" id="{888EBCEF-BA40-9584-6AE5-C7A98252EEB8}"/>
              </a:ext>
            </a:extLst>
          </p:cNvPr>
          <p:cNvSpPr>
            <a:spLocks noGrp="1"/>
          </p:cNvSpPr>
          <p:nvPr>
            <p:ph sz="quarter" idx="15"/>
          </p:nvPr>
        </p:nvSpPr>
        <p:spPr>
          <a:xfrm>
            <a:off x="6161756" y="3998913"/>
            <a:ext cx="1800225" cy="1939925"/>
          </a:xfrm>
        </p:spPr>
        <p:txBody>
          <a:bodyPr/>
          <a:lstStyle/>
          <a:p>
            <a:pPr lvl="0"/>
            <a:r>
              <a:rPr lang="en-GB"/>
              <a:t>Click to edit Master text styles</a:t>
            </a:r>
          </a:p>
          <a:p>
            <a:pPr lvl="1"/>
            <a:r>
              <a:rPr lang="en-GB"/>
              <a:t>Second level</a:t>
            </a:r>
          </a:p>
        </p:txBody>
      </p:sp>
      <p:sp>
        <p:nvSpPr>
          <p:cNvPr id="9" name="Content Placeholder 11">
            <a:extLst>
              <a:ext uri="{FF2B5EF4-FFF2-40B4-BE49-F238E27FC236}">
                <a16:creationId xmlns:a16="http://schemas.microsoft.com/office/drawing/2014/main" id="{B9101461-B876-7D7A-B834-0387E08CC08E}"/>
              </a:ext>
            </a:extLst>
          </p:cNvPr>
          <p:cNvSpPr>
            <a:spLocks noGrp="1"/>
          </p:cNvSpPr>
          <p:nvPr>
            <p:ph sz="quarter" idx="16"/>
          </p:nvPr>
        </p:nvSpPr>
        <p:spPr>
          <a:xfrm>
            <a:off x="8262686" y="1946275"/>
            <a:ext cx="3276935" cy="3992563"/>
          </a:xfrm>
        </p:spPr>
        <p:txBody>
          <a:bodyPr/>
          <a:lstStyle>
            <a:lvl1pPr>
              <a:spcAft>
                <a:spcPts val="400"/>
              </a:spcAft>
              <a:defRPr/>
            </a:lvl1pPr>
          </a:lstStyle>
          <a:p>
            <a:pPr lvl="0"/>
            <a:r>
              <a:rPr lang="en-GB"/>
              <a:t>Click to edit Master text styles</a:t>
            </a:r>
          </a:p>
          <a:p>
            <a:pPr lvl="1"/>
            <a:r>
              <a:rPr lang="en-GB"/>
              <a:t>Second level</a:t>
            </a:r>
          </a:p>
        </p:txBody>
      </p:sp>
    </p:spTree>
    <p:extLst>
      <p:ext uri="{BB962C8B-B14F-4D97-AF65-F5344CB8AC3E}">
        <p14:creationId xmlns:p14="http://schemas.microsoft.com/office/powerpoint/2010/main" val="3409427788"/>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Let's talk-Two people">
    <p:spTree>
      <p:nvGrpSpPr>
        <p:cNvPr id="1" name=""/>
        <p:cNvGrpSpPr/>
        <p:nvPr/>
      </p:nvGrpSpPr>
      <p:grpSpPr>
        <a:xfrm>
          <a:off x="0" y="0"/>
          <a:ext cx="0" cy="0"/>
          <a:chOff x="0" y="0"/>
          <a:chExt cx="0" cy="0"/>
        </a:xfrm>
      </p:grpSpPr>
      <p:pic>
        <p:nvPicPr>
          <p:cNvPr id="13" name="object 2">
            <a:extLst>
              <a:ext uri="{FF2B5EF4-FFF2-40B4-BE49-F238E27FC236}">
                <a16:creationId xmlns:a16="http://schemas.microsoft.com/office/drawing/2014/main" id="{E11249E7-9170-C556-C371-66BD88D71249}"/>
              </a:ext>
            </a:extLst>
          </p:cNvPr>
          <p:cNvPicPr/>
          <p:nvPr userDrawn="1"/>
        </p:nvPicPr>
        <p:blipFill>
          <a:blip r:embed="rId2" cstate="print"/>
          <a:stretch>
            <a:fillRect/>
          </a:stretch>
        </p:blipFill>
        <p:spPr>
          <a:xfrm>
            <a:off x="3048" y="0"/>
            <a:ext cx="12188952" cy="6858000"/>
          </a:xfrm>
          <a:prstGeom prst="rect">
            <a:avLst/>
          </a:prstGeom>
        </p:spPr>
      </p:pic>
      <p:sp>
        <p:nvSpPr>
          <p:cNvPr id="4" name="Footer Placeholder 4">
            <a:extLst>
              <a:ext uri="{FF2B5EF4-FFF2-40B4-BE49-F238E27FC236}">
                <a16:creationId xmlns:a16="http://schemas.microsoft.com/office/drawing/2014/main" id="{E57B29C1-93EA-1886-CD27-23CE023225D9}"/>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PwC Risk Management</a:t>
            </a:r>
          </a:p>
        </p:txBody>
      </p:sp>
      <p:sp>
        <p:nvSpPr>
          <p:cNvPr id="6" name="Slide Number Placeholder 13">
            <a:extLst>
              <a:ext uri="{FF2B5EF4-FFF2-40B4-BE49-F238E27FC236}">
                <a16:creationId xmlns:a16="http://schemas.microsoft.com/office/drawing/2014/main" id="{D15FEAD4-DFB9-ED08-EBEE-A4E5DE31E318}"/>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
        <p:nvSpPr>
          <p:cNvPr id="2" name="Title 1">
            <a:extLst>
              <a:ext uri="{FF2B5EF4-FFF2-40B4-BE49-F238E27FC236}">
                <a16:creationId xmlns:a16="http://schemas.microsoft.com/office/drawing/2014/main" id="{5ECC09D1-D416-9CC2-AE0F-767B5D629195}"/>
              </a:ext>
            </a:extLst>
          </p:cNvPr>
          <p:cNvSpPr>
            <a:spLocks noGrp="1"/>
          </p:cNvSpPr>
          <p:nvPr>
            <p:ph type="title"/>
          </p:nvPr>
        </p:nvSpPr>
        <p:spPr>
          <a:xfrm>
            <a:off x="404378" y="2973827"/>
            <a:ext cx="3719947" cy="910345"/>
          </a:xfrm>
        </p:spPr>
        <p:txBody>
          <a:bodyPr anchor="b" anchorCtr="0"/>
          <a:lstStyle>
            <a:lvl1pPr>
              <a:defRPr sz="4400"/>
            </a:lvl1pPr>
          </a:lstStyle>
          <a:p>
            <a:r>
              <a:rPr lang="en-GB"/>
              <a:t>Click to edit Master title style</a:t>
            </a:r>
          </a:p>
        </p:txBody>
      </p:sp>
      <p:sp>
        <p:nvSpPr>
          <p:cNvPr id="8" name="Content Placeholder 7">
            <a:extLst>
              <a:ext uri="{FF2B5EF4-FFF2-40B4-BE49-F238E27FC236}">
                <a16:creationId xmlns:a16="http://schemas.microsoft.com/office/drawing/2014/main" id="{5EF96802-B1ED-64D7-1B0C-B613133475BE}"/>
              </a:ext>
            </a:extLst>
          </p:cNvPr>
          <p:cNvSpPr>
            <a:spLocks noGrp="1"/>
          </p:cNvSpPr>
          <p:nvPr>
            <p:ph sz="quarter" idx="11"/>
          </p:nvPr>
        </p:nvSpPr>
        <p:spPr>
          <a:xfrm>
            <a:off x="401638" y="4002088"/>
            <a:ext cx="3719512" cy="1939925"/>
          </a:xfrm>
        </p:spPr>
        <p:txBody>
          <a:bodyPr/>
          <a:lstStyle/>
          <a:p>
            <a:pPr lvl="0"/>
            <a:r>
              <a:rPr lang="en-GB"/>
              <a:t>Click to edit Master text styles</a:t>
            </a:r>
          </a:p>
          <a:p>
            <a:pPr lvl="1"/>
            <a:r>
              <a:rPr lang="en-GB"/>
              <a:t>Second level</a:t>
            </a:r>
          </a:p>
        </p:txBody>
      </p:sp>
      <p:sp>
        <p:nvSpPr>
          <p:cNvPr id="3" name="Picture Placeholder 4">
            <a:extLst>
              <a:ext uri="{FF2B5EF4-FFF2-40B4-BE49-F238E27FC236}">
                <a16:creationId xmlns:a16="http://schemas.microsoft.com/office/drawing/2014/main" id="{2BA4CE36-EFF2-1254-C89C-04B58ADD5437}"/>
              </a:ext>
            </a:extLst>
          </p:cNvPr>
          <p:cNvSpPr>
            <a:spLocks noGrp="1"/>
          </p:cNvSpPr>
          <p:nvPr>
            <p:ph type="pic" sz="quarter" idx="14"/>
          </p:nvPr>
        </p:nvSpPr>
        <p:spPr>
          <a:xfrm>
            <a:off x="6161756" y="1431925"/>
            <a:ext cx="2394033" cy="2452688"/>
          </a:xfrm>
          <a:solidFill>
            <a:srgbClr val="EEEFF1"/>
          </a:solidFill>
        </p:spPr>
        <p:txBody>
          <a:bodyPr/>
          <a:lstStyle/>
          <a:p>
            <a:endParaRPr lang="en-GB"/>
          </a:p>
        </p:txBody>
      </p:sp>
      <p:sp>
        <p:nvSpPr>
          <p:cNvPr id="7" name="Content Placeholder 7">
            <a:extLst>
              <a:ext uri="{FF2B5EF4-FFF2-40B4-BE49-F238E27FC236}">
                <a16:creationId xmlns:a16="http://schemas.microsoft.com/office/drawing/2014/main" id="{888EBCEF-BA40-9584-6AE5-C7A98252EEB8}"/>
              </a:ext>
            </a:extLst>
          </p:cNvPr>
          <p:cNvSpPr>
            <a:spLocks noGrp="1"/>
          </p:cNvSpPr>
          <p:nvPr>
            <p:ph sz="quarter" idx="15"/>
          </p:nvPr>
        </p:nvSpPr>
        <p:spPr>
          <a:xfrm>
            <a:off x="6161756" y="4002088"/>
            <a:ext cx="2394033" cy="1939925"/>
          </a:xfrm>
        </p:spPr>
        <p:txBody>
          <a:bodyPr/>
          <a:lstStyle/>
          <a:p>
            <a:pPr lvl="0"/>
            <a:r>
              <a:rPr lang="en-GB"/>
              <a:t>Click to edit Master text styles</a:t>
            </a:r>
          </a:p>
          <a:p>
            <a:pPr lvl="1"/>
            <a:r>
              <a:rPr lang="en-GB"/>
              <a:t>Second level</a:t>
            </a:r>
          </a:p>
        </p:txBody>
      </p:sp>
      <p:sp>
        <p:nvSpPr>
          <p:cNvPr id="10" name="Picture Placeholder 4">
            <a:extLst>
              <a:ext uri="{FF2B5EF4-FFF2-40B4-BE49-F238E27FC236}">
                <a16:creationId xmlns:a16="http://schemas.microsoft.com/office/drawing/2014/main" id="{3278752C-0CAC-0916-7122-97587E9A4F72}"/>
              </a:ext>
            </a:extLst>
          </p:cNvPr>
          <p:cNvSpPr>
            <a:spLocks noGrp="1"/>
          </p:cNvSpPr>
          <p:nvPr>
            <p:ph type="pic" sz="quarter" idx="16"/>
          </p:nvPr>
        </p:nvSpPr>
        <p:spPr>
          <a:xfrm>
            <a:off x="9038640" y="1431925"/>
            <a:ext cx="2394033" cy="2452688"/>
          </a:xfrm>
          <a:solidFill>
            <a:srgbClr val="EEEFF1"/>
          </a:solidFill>
        </p:spPr>
        <p:txBody>
          <a:bodyPr/>
          <a:lstStyle/>
          <a:p>
            <a:endParaRPr lang="en-GB"/>
          </a:p>
        </p:txBody>
      </p:sp>
      <p:sp>
        <p:nvSpPr>
          <p:cNvPr id="11" name="Content Placeholder 7">
            <a:extLst>
              <a:ext uri="{FF2B5EF4-FFF2-40B4-BE49-F238E27FC236}">
                <a16:creationId xmlns:a16="http://schemas.microsoft.com/office/drawing/2014/main" id="{D02DDEC1-56EC-AEEF-00A6-506612D9AEAE}"/>
              </a:ext>
            </a:extLst>
          </p:cNvPr>
          <p:cNvSpPr>
            <a:spLocks noGrp="1"/>
          </p:cNvSpPr>
          <p:nvPr>
            <p:ph sz="quarter" idx="17"/>
          </p:nvPr>
        </p:nvSpPr>
        <p:spPr>
          <a:xfrm>
            <a:off x="9038640" y="3998913"/>
            <a:ext cx="2394033" cy="1939925"/>
          </a:xfrm>
        </p:spPr>
        <p:txBody>
          <a:bodyPr/>
          <a:lstStyle/>
          <a:p>
            <a:pPr lvl="0"/>
            <a:r>
              <a:rPr lang="en-GB"/>
              <a:t>Click to edit Master text styles</a:t>
            </a:r>
          </a:p>
          <a:p>
            <a:pPr lvl="1"/>
            <a:r>
              <a:rPr lang="en-GB"/>
              <a:t>Second level</a:t>
            </a:r>
          </a:p>
        </p:txBody>
      </p:sp>
      <p:sp>
        <p:nvSpPr>
          <p:cNvPr id="15" name="TextBox 14">
            <a:extLst>
              <a:ext uri="{FF2B5EF4-FFF2-40B4-BE49-F238E27FC236}">
                <a16:creationId xmlns:a16="http://schemas.microsoft.com/office/drawing/2014/main" id="{BFB54B6C-F47E-2F63-F47C-3ABC1A02CA11}"/>
              </a:ext>
            </a:extLst>
          </p:cNvPr>
          <p:cNvSpPr txBox="1"/>
          <p:nvPr userDrawn="1"/>
        </p:nvSpPr>
        <p:spPr>
          <a:xfrm>
            <a:off x="394728" y="6497441"/>
            <a:ext cx="431483" cy="161583"/>
          </a:xfrm>
          <a:prstGeom prst="rect">
            <a:avLst/>
          </a:prstGeom>
          <a:noFill/>
        </p:spPr>
        <p:txBody>
          <a:bodyPr wrap="square" lIns="0" tIns="0" rIns="0" bIns="0" rtlCol="0">
            <a:spAutoFit/>
          </a:bodyPr>
          <a:lstStyle/>
          <a:p>
            <a:pPr algn="l"/>
            <a:r>
              <a:rPr lang="en-US" sz="1050" b="1">
                <a:solidFill>
                  <a:schemeClr val="tx1"/>
                </a:solidFill>
              </a:rPr>
              <a:t>PwC</a:t>
            </a:r>
          </a:p>
        </p:txBody>
      </p:sp>
    </p:spTree>
    <p:extLst>
      <p:ext uri="{BB962C8B-B14F-4D97-AF65-F5344CB8AC3E}">
        <p14:creationId xmlns:p14="http://schemas.microsoft.com/office/powerpoint/2010/main" val="1860223412"/>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userDrawn="1">
  <p:cSld name="Bios-Three people">
    <p:spTree>
      <p:nvGrpSpPr>
        <p:cNvPr id="1" name=""/>
        <p:cNvGrpSpPr/>
        <p:nvPr/>
      </p:nvGrpSpPr>
      <p:grpSpPr>
        <a:xfrm>
          <a:off x="0" y="0"/>
          <a:ext cx="0" cy="0"/>
          <a:chOff x="0" y="0"/>
          <a:chExt cx="0" cy="0"/>
        </a:xfrm>
      </p:grpSpPr>
      <p:sp>
        <p:nvSpPr>
          <p:cNvPr id="4" name="Footer Placeholder 4">
            <a:extLst>
              <a:ext uri="{FF2B5EF4-FFF2-40B4-BE49-F238E27FC236}">
                <a16:creationId xmlns:a16="http://schemas.microsoft.com/office/drawing/2014/main" id="{E57B29C1-93EA-1886-CD27-23CE023225D9}"/>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PwC Risk Management</a:t>
            </a:r>
          </a:p>
        </p:txBody>
      </p:sp>
      <p:sp>
        <p:nvSpPr>
          <p:cNvPr id="6" name="Slide Number Placeholder 13">
            <a:extLst>
              <a:ext uri="{FF2B5EF4-FFF2-40B4-BE49-F238E27FC236}">
                <a16:creationId xmlns:a16="http://schemas.microsoft.com/office/drawing/2014/main" id="{D15FEAD4-DFB9-ED08-EBEE-A4E5DE31E318}"/>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
        <p:nvSpPr>
          <p:cNvPr id="2" name="Title 1">
            <a:extLst>
              <a:ext uri="{FF2B5EF4-FFF2-40B4-BE49-F238E27FC236}">
                <a16:creationId xmlns:a16="http://schemas.microsoft.com/office/drawing/2014/main" id="{5ECC09D1-D416-9CC2-AE0F-767B5D629195}"/>
              </a:ext>
            </a:extLst>
          </p:cNvPr>
          <p:cNvSpPr>
            <a:spLocks noGrp="1"/>
          </p:cNvSpPr>
          <p:nvPr>
            <p:ph type="title"/>
          </p:nvPr>
        </p:nvSpPr>
        <p:spPr/>
        <p:txBody>
          <a:bodyPr/>
          <a:lstStyle/>
          <a:p>
            <a:r>
              <a:rPr lang="en-GB"/>
              <a:t>Click to edit Master title style</a:t>
            </a:r>
          </a:p>
        </p:txBody>
      </p:sp>
      <p:sp>
        <p:nvSpPr>
          <p:cNvPr id="5" name="Picture Placeholder 4">
            <a:extLst>
              <a:ext uri="{FF2B5EF4-FFF2-40B4-BE49-F238E27FC236}">
                <a16:creationId xmlns:a16="http://schemas.microsoft.com/office/drawing/2014/main" id="{D7563439-724C-2457-DE6C-1D6DFEC7B42F}"/>
              </a:ext>
            </a:extLst>
          </p:cNvPr>
          <p:cNvSpPr>
            <a:spLocks noGrp="1"/>
          </p:cNvSpPr>
          <p:nvPr>
            <p:ph type="pic" sz="quarter" idx="10"/>
          </p:nvPr>
        </p:nvSpPr>
        <p:spPr>
          <a:xfrm>
            <a:off x="4248735" y="1953154"/>
            <a:ext cx="1800225" cy="1938338"/>
          </a:xfrm>
          <a:solidFill>
            <a:srgbClr val="EEEFF1"/>
          </a:solidFill>
        </p:spPr>
        <p:txBody>
          <a:bodyPr/>
          <a:lstStyle/>
          <a:p>
            <a:endParaRPr lang="en-GB"/>
          </a:p>
        </p:txBody>
      </p:sp>
      <p:sp>
        <p:nvSpPr>
          <p:cNvPr id="8" name="Content Placeholder 7">
            <a:extLst>
              <a:ext uri="{FF2B5EF4-FFF2-40B4-BE49-F238E27FC236}">
                <a16:creationId xmlns:a16="http://schemas.microsoft.com/office/drawing/2014/main" id="{5EF96802-B1ED-64D7-1B0C-B613133475BE}"/>
              </a:ext>
            </a:extLst>
          </p:cNvPr>
          <p:cNvSpPr>
            <a:spLocks noGrp="1"/>
          </p:cNvSpPr>
          <p:nvPr>
            <p:ph sz="quarter" idx="11"/>
          </p:nvPr>
        </p:nvSpPr>
        <p:spPr>
          <a:xfrm>
            <a:off x="4242385" y="4002088"/>
            <a:ext cx="1800225" cy="1939925"/>
          </a:xfrm>
        </p:spPr>
        <p:txBody>
          <a:bodyPr/>
          <a:lstStyle/>
          <a:p>
            <a:pPr lvl="0"/>
            <a:r>
              <a:rPr lang="en-GB"/>
              <a:t>Click to edit Master text styles</a:t>
            </a:r>
          </a:p>
          <a:p>
            <a:pPr lvl="1"/>
            <a:r>
              <a:rPr lang="en-GB"/>
              <a:t>Second level</a:t>
            </a:r>
          </a:p>
        </p:txBody>
      </p:sp>
      <p:sp>
        <p:nvSpPr>
          <p:cNvPr id="12" name="Content Placeholder 11">
            <a:extLst>
              <a:ext uri="{FF2B5EF4-FFF2-40B4-BE49-F238E27FC236}">
                <a16:creationId xmlns:a16="http://schemas.microsoft.com/office/drawing/2014/main" id="{09220BB3-7853-D956-8C4C-B3FD38875615}"/>
              </a:ext>
            </a:extLst>
          </p:cNvPr>
          <p:cNvSpPr>
            <a:spLocks noGrp="1"/>
          </p:cNvSpPr>
          <p:nvPr>
            <p:ph sz="quarter" idx="13"/>
          </p:nvPr>
        </p:nvSpPr>
        <p:spPr>
          <a:xfrm>
            <a:off x="404144" y="3484563"/>
            <a:ext cx="2760078" cy="2454275"/>
          </a:xfrm>
        </p:spPr>
        <p:txBody>
          <a:bodyPr/>
          <a:lstStyle>
            <a:lvl1pPr>
              <a:spcAft>
                <a:spcPts val="400"/>
              </a:spcAft>
              <a:defRPr/>
            </a:lvl1pPr>
          </a:lstStyle>
          <a:p>
            <a:pPr lvl="0"/>
            <a:r>
              <a:rPr lang="en-GB"/>
              <a:t>Click to edit Master text styles</a:t>
            </a:r>
          </a:p>
          <a:p>
            <a:pPr lvl="1"/>
            <a:r>
              <a:rPr lang="en-GB"/>
              <a:t>Second level</a:t>
            </a:r>
          </a:p>
        </p:txBody>
      </p:sp>
      <p:sp>
        <p:nvSpPr>
          <p:cNvPr id="10" name="Picture Placeholder 4">
            <a:extLst>
              <a:ext uri="{FF2B5EF4-FFF2-40B4-BE49-F238E27FC236}">
                <a16:creationId xmlns:a16="http://schemas.microsoft.com/office/drawing/2014/main" id="{ED98C7A9-0033-A08C-5C2C-6910B5E66DBF}"/>
              </a:ext>
            </a:extLst>
          </p:cNvPr>
          <p:cNvSpPr>
            <a:spLocks noGrp="1"/>
          </p:cNvSpPr>
          <p:nvPr>
            <p:ph type="pic" sz="quarter" idx="14"/>
          </p:nvPr>
        </p:nvSpPr>
        <p:spPr>
          <a:xfrm>
            <a:off x="7120272" y="1953154"/>
            <a:ext cx="1800225" cy="1938338"/>
          </a:xfrm>
          <a:solidFill>
            <a:srgbClr val="EEEFF1"/>
          </a:solidFill>
        </p:spPr>
        <p:txBody>
          <a:bodyPr/>
          <a:lstStyle/>
          <a:p>
            <a:endParaRPr lang="en-GB"/>
          </a:p>
        </p:txBody>
      </p:sp>
      <p:sp>
        <p:nvSpPr>
          <p:cNvPr id="11" name="Content Placeholder 7">
            <a:extLst>
              <a:ext uri="{FF2B5EF4-FFF2-40B4-BE49-F238E27FC236}">
                <a16:creationId xmlns:a16="http://schemas.microsoft.com/office/drawing/2014/main" id="{CCD0D2FD-01B8-FE51-DDAB-0CD8DD4EC5C1}"/>
              </a:ext>
            </a:extLst>
          </p:cNvPr>
          <p:cNvSpPr>
            <a:spLocks noGrp="1"/>
          </p:cNvSpPr>
          <p:nvPr>
            <p:ph sz="quarter" idx="15"/>
          </p:nvPr>
        </p:nvSpPr>
        <p:spPr>
          <a:xfrm>
            <a:off x="7123447" y="4002088"/>
            <a:ext cx="1800225" cy="1939925"/>
          </a:xfrm>
        </p:spPr>
        <p:txBody>
          <a:bodyPr/>
          <a:lstStyle/>
          <a:p>
            <a:pPr lvl="0"/>
            <a:r>
              <a:rPr lang="en-GB"/>
              <a:t>Click to edit Master text styles</a:t>
            </a:r>
          </a:p>
          <a:p>
            <a:pPr lvl="1"/>
            <a:r>
              <a:rPr lang="en-GB"/>
              <a:t>Second level</a:t>
            </a:r>
          </a:p>
        </p:txBody>
      </p:sp>
      <p:sp>
        <p:nvSpPr>
          <p:cNvPr id="13" name="Picture Placeholder 4">
            <a:extLst>
              <a:ext uri="{FF2B5EF4-FFF2-40B4-BE49-F238E27FC236}">
                <a16:creationId xmlns:a16="http://schemas.microsoft.com/office/drawing/2014/main" id="{53D0DB1F-A6EA-AECF-A117-E753C44395EC}"/>
              </a:ext>
            </a:extLst>
          </p:cNvPr>
          <p:cNvSpPr>
            <a:spLocks noGrp="1"/>
          </p:cNvSpPr>
          <p:nvPr>
            <p:ph type="pic" sz="quarter" idx="16"/>
          </p:nvPr>
        </p:nvSpPr>
        <p:spPr>
          <a:xfrm>
            <a:off x="9997156" y="1953154"/>
            <a:ext cx="1800225" cy="1938338"/>
          </a:xfrm>
          <a:solidFill>
            <a:srgbClr val="EEEFF1"/>
          </a:solidFill>
        </p:spPr>
        <p:txBody>
          <a:bodyPr/>
          <a:lstStyle/>
          <a:p>
            <a:endParaRPr lang="en-GB"/>
          </a:p>
        </p:txBody>
      </p:sp>
      <p:sp>
        <p:nvSpPr>
          <p:cNvPr id="14" name="Content Placeholder 7">
            <a:extLst>
              <a:ext uri="{FF2B5EF4-FFF2-40B4-BE49-F238E27FC236}">
                <a16:creationId xmlns:a16="http://schemas.microsoft.com/office/drawing/2014/main" id="{24AE2FE3-6FA3-4900-16ED-D0812C6C0D0E}"/>
              </a:ext>
            </a:extLst>
          </p:cNvPr>
          <p:cNvSpPr>
            <a:spLocks noGrp="1"/>
          </p:cNvSpPr>
          <p:nvPr>
            <p:ph sz="quarter" idx="17"/>
          </p:nvPr>
        </p:nvSpPr>
        <p:spPr>
          <a:xfrm>
            <a:off x="9997156" y="3998913"/>
            <a:ext cx="1800225" cy="1939925"/>
          </a:xfrm>
        </p:spPr>
        <p:txBody>
          <a:bodyPr/>
          <a:lstStyle/>
          <a:p>
            <a:pPr lvl="0"/>
            <a:r>
              <a:rPr lang="en-GB"/>
              <a:t>Click to edit Master text styles</a:t>
            </a:r>
          </a:p>
          <a:p>
            <a:pPr lvl="1"/>
            <a:r>
              <a:rPr lang="en-GB"/>
              <a:t>Second level</a:t>
            </a:r>
          </a:p>
        </p:txBody>
      </p:sp>
    </p:spTree>
    <p:extLst>
      <p:ext uri="{BB962C8B-B14F-4D97-AF65-F5344CB8AC3E}">
        <p14:creationId xmlns:p14="http://schemas.microsoft.com/office/powerpoint/2010/main" val="1436759698"/>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userDrawn="1">
  <p:cSld name="Bios-Four people">
    <p:spTree>
      <p:nvGrpSpPr>
        <p:cNvPr id="1" name=""/>
        <p:cNvGrpSpPr/>
        <p:nvPr/>
      </p:nvGrpSpPr>
      <p:grpSpPr>
        <a:xfrm>
          <a:off x="0" y="0"/>
          <a:ext cx="0" cy="0"/>
          <a:chOff x="0" y="0"/>
          <a:chExt cx="0" cy="0"/>
        </a:xfrm>
      </p:grpSpPr>
      <p:sp>
        <p:nvSpPr>
          <p:cNvPr id="4" name="Footer Placeholder 4">
            <a:extLst>
              <a:ext uri="{FF2B5EF4-FFF2-40B4-BE49-F238E27FC236}">
                <a16:creationId xmlns:a16="http://schemas.microsoft.com/office/drawing/2014/main" id="{E57B29C1-93EA-1886-CD27-23CE023225D9}"/>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PwC Risk Management</a:t>
            </a:r>
          </a:p>
        </p:txBody>
      </p:sp>
      <p:sp>
        <p:nvSpPr>
          <p:cNvPr id="6" name="Slide Number Placeholder 13">
            <a:extLst>
              <a:ext uri="{FF2B5EF4-FFF2-40B4-BE49-F238E27FC236}">
                <a16:creationId xmlns:a16="http://schemas.microsoft.com/office/drawing/2014/main" id="{D15FEAD4-DFB9-ED08-EBEE-A4E5DE31E318}"/>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
        <p:nvSpPr>
          <p:cNvPr id="2" name="Title 1">
            <a:extLst>
              <a:ext uri="{FF2B5EF4-FFF2-40B4-BE49-F238E27FC236}">
                <a16:creationId xmlns:a16="http://schemas.microsoft.com/office/drawing/2014/main" id="{5ECC09D1-D416-9CC2-AE0F-767B5D629195}"/>
              </a:ext>
            </a:extLst>
          </p:cNvPr>
          <p:cNvSpPr>
            <a:spLocks noGrp="1"/>
          </p:cNvSpPr>
          <p:nvPr>
            <p:ph type="title"/>
          </p:nvPr>
        </p:nvSpPr>
        <p:spPr/>
        <p:txBody>
          <a:bodyPr/>
          <a:lstStyle/>
          <a:p>
            <a:r>
              <a:rPr lang="en-GB"/>
              <a:t>Click to edit Master title style</a:t>
            </a:r>
          </a:p>
        </p:txBody>
      </p:sp>
      <p:sp>
        <p:nvSpPr>
          <p:cNvPr id="5" name="Picture Placeholder 4">
            <a:extLst>
              <a:ext uri="{FF2B5EF4-FFF2-40B4-BE49-F238E27FC236}">
                <a16:creationId xmlns:a16="http://schemas.microsoft.com/office/drawing/2014/main" id="{D7563439-724C-2457-DE6C-1D6DFEC7B42F}"/>
              </a:ext>
            </a:extLst>
          </p:cNvPr>
          <p:cNvSpPr>
            <a:spLocks noGrp="1"/>
          </p:cNvSpPr>
          <p:nvPr>
            <p:ph type="pic" sz="quarter" idx="10"/>
          </p:nvPr>
        </p:nvSpPr>
        <p:spPr>
          <a:xfrm>
            <a:off x="407989" y="1953154"/>
            <a:ext cx="1335254" cy="1417109"/>
          </a:xfrm>
          <a:solidFill>
            <a:srgbClr val="EEEFF1"/>
          </a:solidFill>
        </p:spPr>
        <p:txBody>
          <a:bodyPr/>
          <a:lstStyle/>
          <a:p>
            <a:endParaRPr lang="en-GB"/>
          </a:p>
        </p:txBody>
      </p:sp>
      <p:sp>
        <p:nvSpPr>
          <p:cNvPr id="8" name="Content Placeholder 7">
            <a:extLst>
              <a:ext uri="{FF2B5EF4-FFF2-40B4-BE49-F238E27FC236}">
                <a16:creationId xmlns:a16="http://schemas.microsoft.com/office/drawing/2014/main" id="{5EF96802-B1ED-64D7-1B0C-B613133475BE}"/>
              </a:ext>
            </a:extLst>
          </p:cNvPr>
          <p:cNvSpPr>
            <a:spLocks noGrp="1"/>
          </p:cNvSpPr>
          <p:nvPr>
            <p:ph sz="quarter" idx="11"/>
          </p:nvPr>
        </p:nvSpPr>
        <p:spPr>
          <a:xfrm>
            <a:off x="401638" y="3489910"/>
            <a:ext cx="2757487" cy="2454275"/>
          </a:xfrm>
        </p:spPr>
        <p:txBody>
          <a:bodyPr/>
          <a:lstStyle/>
          <a:p>
            <a:pPr lvl="0"/>
            <a:r>
              <a:rPr lang="en-GB"/>
              <a:t>Click to edit Master text styles</a:t>
            </a:r>
          </a:p>
          <a:p>
            <a:pPr lvl="1"/>
            <a:r>
              <a:rPr lang="en-GB"/>
              <a:t>Second level</a:t>
            </a:r>
          </a:p>
        </p:txBody>
      </p:sp>
      <p:sp>
        <p:nvSpPr>
          <p:cNvPr id="9" name="Picture Placeholder 4">
            <a:extLst>
              <a:ext uri="{FF2B5EF4-FFF2-40B4-BE49-F238E27FC236}">
                <a16:creationId xmlns:a16="http://schemas.microsoft.com/office/drawing/2014/main" id="{FB0240B5-53DE-E0D1-1D5B-AFBA09737C33}"/>
              </a:ext>
            </a:extLst>
          </p:cNvPr>
          <p:cNvSpPr>
            <a:spLocks noGrp="1"/>
          </p:cNvSpPr>
          <p:nvPr>
            <p:ph type="pic" sz="quarter" idx="12"/>
          </p:nvPr>
        </p:nvSpPr>
        <p:spPr>
          <a:xfrm>
            <a:off x="3290221" y="1953154"/>
            <a:ext cx="1335254" cy="1417109"/>
          </a:xfrm>
          <a:solidFill>
            <a:srgbClr val="EEEFF1"/>
          </a:solidFill>
        </p:spPr>
        <p:txBody>
          <a:bodyPr/>
          <a:lstStyle/>
          <a:p>
            <a:endParaRPr lang="en-GB"/>
          </a:p>
        </p:txBody>
      </p:sp>
      <p:sp>
        <p:nvSpPr>
          <p:cNvPr id="15" name="Content Placeholder 7">
            <a:extLst>
              <a:ext uri="{FF2B5EF4-FFF2-40B4-BE49-F238E27FC236}">
                <a16:creationId xmlns:a16="http://schemas.microsoft.com/office/drawing/2014/main" id="{9183E717-A409-A034-5344-1947E3F98362}"/>
              </a:ext>
            </a:extLst>
          </p:cNvPr>
          <p:cNvSpPr>
            <a:spLocks noGrp="1"/>
          </p:cNvSpPr>
          <p:nvPr>
            <p:ph sz="quarter" idx="13"/>
          </p:nvPr>
        </p:nvSpPr>
        <p:spPr>
          <a:xfrm>
            <a:off x="3287045" y="3489910"/>
            <a:ext cx="2757487" cy="2454275"/>
          </a:xfrm>
        </p:spPr>
        <p:txBody>
          <a:bodyPr/>
          <a:lstStyle/>
          <a:p>
            <a:pPr lvl="0"/>
            <a:r>
              <a:rPr lang="en-GB"/>
              <a:t>Click to edit Master text styles</a:t>
            </a:r>
          </a:p>
          <a:p>
            <a:pPr lvl="1"/>
            <a:r>
              <a:rPr lang="en-GB"/>
              <a:t>Second level</a:t>
            </a:r>
          </a:p>
        </p:txBody>
      </p:sp>
      <p:sp>
        <p:nvSpPr>
          <p:cNvPr id="16" name="Picture Placeholder 4">
            <a:extLst>
              <a:ext uri="{FF2B5EF4-FFF2-40B4-BE49-F238E27FC236}">
                <a16:creationId xmlns:a16="http://schemas.microsoft.com/office/drawing/2014/main" id="{25C242D0-2328-C358-F50B-AFCBA027902B}"/>
              </a:ext>
            </a:extLst>
          </p:cNvPr>
          <p:cNvSpPr>
            <a:spLocks noGrp="1"/>
          </p:cNvSpPr>
          <p:nvPr>
            <p:ph type="pic" sz="quarter" idx="14"/>
          </p:nvPr>
        </p:nvSpPr>
        <p:spPr>
          <a:xfrm>
            <a:off x="6167108" y="1953154"/>
            <a:ext cx="1335254" cy="1417109"/>
          </a:xfrm>
          <a:solidFill>
            <a:srgbClr val="EEEFF1"/>
          </a:solidFill>
        </p:spPr>
        <p:txBody>
          <a:bodyPr/>
          <a:lstStyle/>
          <a:p>
            <a:endParaRPr lang="en-GB"/>
          </a:p>
        </p:txBody>
      </p:sp>
      <p:sp>
        <p:nvSpPr>
          <p:cNvPr id="17" name="Content Placeholder 7">
            <a:extLst>
              <a:ext uri="{FF2B5EF4-FFF2-40B4-BE49-F238E27FC236}">
                <a16:creationId xmlns:a16="http://schemas.microsoft.com/office/drawing/2014/main" id="{491F5A2B-72AD-5B1E-1630-FEB88892F6BF}"/>
              </a:ext>
            </a:extLst>
          </p:cNvPr>
          <p:cNvSpPr>
            <a:spLocks noGrp="1"/>
          </p:cNvSpPr>
          <p:nvPr>
            <p:ph sz="quarter" idx="15"/>
          </p:nvPr>
        </p:nvSpPr>
        <p:spPr>
          <a:xfrm>
            <a:off x="6167107" y="3489910"/>
            <a:ext cx="2757487" cy="2454275"/>
          </a:xfrm>
        </p:spPr>
        <p:txBody>
          <a:bodyPr/>
          <a:lstStyle/>
          <a:p>
            <a:pPr lvl="0"/>
            <a:r>
              <a:rPr lang="en-GB"/>
              <a:t>Click to edit Master text styles</a:t>
            </a:r>
          </a:p>
          <a:p>
            <a:pPr lvl="1"/>
            <a:r>
              <a:rPr lang="en-GB"/>
              <a:t>Second level</a:t>
            </a:r>
          </a:p>
        </p:txBody>
      </p:sp>
      <p:sp>
        <p:nvSpPr>
          <p:cNvPr id="18" name="Picture Placeholder 4">
            <a:extLst>
              <a:ext uri="{FF2B5EF4-FFF2-40B4-BE49-F238E27FC236}">
                <a16:creationId xmlns:a16="http://schemas.microsoft.com/office/drawing/2014/main" id="{B0FD4528-E035-DDBD-ED86-A241F5FEC8BE}"/>
              </a:ext>
            </a:extLst>
          </p:cNvPr>
          <p:cNvSpPr>
            <a:spLocks noGrp="1"/>
          </p:cNvSpPr>
          <p:nvPr>
            <p:ph type="pic" sz="quarter" idx="16"/>
          </p:nvPr>
        </p:nvSpPr>
        <p:spPr>
          <a:xfrm>
            <a:off x="9038646" y="1953154"/>
            <a:ext cx="1335254" cy="1417109"/>
          </a:xfrm>
          <a:solidFill>
            <a:srgbClr val="EEEFF1"/>
          </a:solidFill>
        </p:spPr>
        <p:txBody>
          <a:bodyPr/>
          <a:lstStyle/>
          <a:p>
            <a:endParaRPr lang="en-GB"/>
          </a:p>
        </p:txBody>
      </p:sp>
      <p:sp>
        <p:nvSpPr>
          <p:cNvPr id="19" name="Content Placeholder 7">
            <a:extLst>
              <a:ext uri="{FF2B5EF4-FFF2-40B4-BE49-F238E27FC236}">
                <a16:creationId xmlns:a16="http://schemas.microsoft.com/office/drawing/2014/main" id="{72F79ED0-1F83-0104-4637-7DB4EA70741A}"/>
              </a:ext>
            </a:extLst>
          </p:cNvPr>
          <p:cNvSpPr>
            <a:spLocks noGrp="1"/>
          </p:cNvSpPr>
          <p:nvPr>
            <p:ph sz="quarter" idx="17"/>
          </p:nvPr>
        </p:nvSpPr>
        <p:spPr>
          <a:xfrm>
            <a:off x="9038645" y="3489910"/>
            <a:ext cx="2757487" cy="2454275"/>
          </a:xfrm>
        </p:spPr>
        <p:txBody>
          <a:bodyPr/>
          <a:lstStyle/>
          <a:p>
            <a:pPr lvl="0"/>
            <a:r>
              <a:rPr lang="en-GB"/>
              <a:t>Click to edit Master text styles</a:t>
            </a:r>
          </a:p>
          <a:p>
            <a:pPr lvl="1"/>
            <a:r>
              <a:rPr lang="en-GB"/>
              <a:t>Second level</a:t>
            </a:r>
          </a:p>
        </p:txBody>
      </p:sp>
    </p:spTree>
    <p:extLst>
      <p:ext uri="{BB962C8B-B14F-4D97-AF65-F5344CB8AC3E}">
        <p14:creationId xmlns:p14="http://schemas.microsoft.com/office/powerpoint/2010/main" val="719697136"/>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1_Title Only">
    <p:bg>
      <p:bgPr>
        <a:solidFill>
          <a:srgbClr val="FFF5ED"/>
        </a:solidFill>
        <a:effectLst/>
      </p:bgPr>
    </p:bg>
    <p:spTree>
      <p:nvGrpSpPr>
        <p:cNvPr id="1" name=""/>
        <p:cNvGrpSpPr/>
        <p:nvPr/>
      </p:nvGrpSpPr>
      <p:grpSpPr>
        <a:xfrm>
          <a:off x="0" y="0"/>
          <a:ext cx="0" cy="0"/>
          <a:chOff x="0" y="0"/>
          <a:chExt cx="0" cy="0"/>
        </a:xfrm>
      </p:grpSpPr>
      <p:sp>
        <p:nvSpPr>
          <p:cNvPr id="4" name="Footer Placeholder 4">
            <a:extLst>
              <a:ext uri="{FF2B5EF4-FFF2-40B4-BE49-F238E27FC236}">
                <a16:creationId xmlns:a16="http://schemas.microsoft.com/office/drawing/2014/main" id="{E57B29C1-93EA-1886-CD27-23CE023225D9}"/>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PwC Risk Management</a:t>
            </a:r>
          </a:p>
        </p:txBody>
      </p:sp>
      <p:sp>
        <p:nvSpPr>
          <p:cNvPr id="6" name="Slide Number Placeholder 13">
            <a:extLst>
              <a:ext uri="{FF2B5EF4-FFF2-40B4-BE49-F238E27FC236}">
                <a16:creationId xmlns:a16="http://schemas.microsoft.com/office/drawing/2014/main" id="{D15FEAD4-DFB9-ED08-EBEE-A4E5DE31E318}"/>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
        <p:nvSpPr>
          <p:cNvPr id="2" name="Title 1">
            <a:extLst>
              <a:ext uri="{FF2B5EF4-FFF2-40B4-BE49-F238E27FC236}">
                <a16:creationId xmlns:a16="http://schemas.microsoft.com/office/drawing/2014/main" id="{5ECC09D1-D416-9CC2-AE0F-767B5D629195}"/>
              </a:ext>
            </a:extLst>
          </p:cNvPr>
          <p:cNvSpPr>
            <a:spLocks noGrp="1"/>
          </p:cNvSpPr>
          <p:nvPr>
            <p:ph type="title"/>
          </p:nvPr>
        </p:nvSpPr>
        <p:spPr/>
        <p:txBody>
          <a:bodyPr/>
          <a:lstStyle/>
          <a:p>
            <a:r>
              <a:rPr lang="en-GB"/>
              <a:t>Click to edit Master title style</a:t>
            </a:r>
          </a:p>
        </p:txBody>
      </p:sp>
      <p:sp>
        <p:nvSpPr>
          <p:cNvPr id="5" name="Content Placeholder 4">
            <a:extLst>
              <a:ext uri="{FF2B5EF4-FFF2-40B4-BE49-F238E27FC236}">
                <a16:creationId xmlns:a16="http://schemas.microsoft.com/office/drawing/2014/main" id="{C1E39F2B-8A3F-205D-16C4-F9CA99023406}"/>
              </a:ext>
            </a:extLst>
          </p:cNvPr>
          <p:cNvSpPr>
            <a:spLocks noGrp="1"/>
          </p:cNvSpPr>
          <p:nvPr>
            <p:ph sz="quarter" idx="10"/>
          </p:nvPr>
        </p:nvSpPr>
        <p:spPr>
          <a:xfrm>
            <a:off x="401638" y="3484563"/>
            <a:ext cx="2757487" cy="2454275"/>
          </a:xfrm>
        </p:spPr>
        <p:txBody>
          <a:bodyPr/>
          <a:lstStyle/>
          <a:p>
            <a:pPr lvl="0"/>
            <a:r>
              <a:rPr lang="en-GB"/>
              <a:t>Click to edit Master text styles</a:t>
            </a:r>
          </a:p>
          <a:p>
            <a:pPr lvl="1"/>
            <a:r>
              <a:rPr lang="en-GB"/>
              <a:t>Second level</a:t>
            </a:r>
          </a:p>
        </p:txBody>
      </p:sp>
    </p:spTree>
    <p:extLst>
      <p:ext uri="{BB962C8B-B14F-4D97-AF65-F5344CB8AC3E}">
        <p14:creationId xmlns:p14="http://schemas.microsoft.com/office/powerpoint/2010/main" val="3175235012"/>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4" name="Footer Placeholder 4">
            <a:extLst>
              <a:ext uri="{FF2B5EF4-FFF2-40B4-BE49-F238E27FC236}">
                <a16:creationId xmlns:a16="http://schemas.microsoft.com/office/drawing/2014/main" id="{F688FCD4-650D-9754-A431-CE452572FB6E}"/>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PwC Risk Management</a:t>
            </a:r>
          </a:p>
        </p:txBody>
      </p:sp>
      <p:sp>
        <p:nvSpPr>
          <p:cNvPr id="5" name="Slide Number Placeholder 13">
            <a:extLst>
              <a:ext uri="{FF2B5EF4-FFF2-40B4-BE49-F238E27FC236}">
                <a16:creationId xmlns:a16="http://schemas.microsoft.com/office/drawing/2014/main" id="{E49962D1-3866-8382-AE37-FC366FF574BC}"/>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Tree>
    <p:extLst>
      <p:ext uri="{BB962C8B-B14F-4D97-AF65-F5344CB8AC3E}">
        <p14:creationId xmlns:p14="http://schemas.microsoft.com/office/powerpoint/2010/main" val="4282180680"/>
      </p:ext>
    </p:extLst>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userDrawn="1">
  <p:cSld name="Conclusion 1">
    <p:spTree>
      <p:nvGrpSpPr>
        <p:cNvPr id="1" name=""/>
        <p:cNvGrpSpPr/>
        <p:nvPr/>
      </p:nvGrpSpPr>
      <p:grpSpPr>
        <a:xfrm>
          <a:off x="0" y="0"/>
          <a:ext cx="0" cy="0"/>
          <a:chOff x="0" y="0"/>
          <a:chExt cx="0" cy="0"/>
        </a:xfrm>
      </p:grpSpPr>
      <p:pic>
        <p:nvPicPr>
          <p:cNvPr id="9" name="object 2">
            <a:extLst>
              <a:ext uri="{FF2B5EF4-FFF2-40B4-BE49-F238E27FC236}">
                <a16:creationId xmlns:a16="http://schemas.microsoft.com/office/drawing/2014/main" id="{F8F99880-94B3-9D84-6F85-4EE14C59C385}"/>
              </a:ext>
            </a:extLst>
          </p:cNvPr>
          <p:cNvPicPr/>
          <p:nvPr userDrawn="1"/>
        </p:nvPicPr>
        <p:blipFill>
          <a:blip r:embed="rId2" cstate="print"/>
          <a:stretch>
            <a:fillRect/>
          </a:stretch>
        </p:blipFill>
        <p:spPr>
          <a:xfrm>
            <a:off x="0" y="0"/>
            <a:ext cx="12188952" cy="6858000"/>
          </a:xfrm>
          <a:prstGeom prst="rect">
            <a:avLst/>
          </a:prstGeom>
        </p:spPr>
      </p:pic>
      <p:sp>
        <p:nvSpPr>
          <p:cNvPr id="2" name="Title 1">
            <a:extLst>
              <a:ext uri="{FF2B5EF4-FFF2-40B4-BE49-F238E27FC236}">
                <a16:creationId xmlns:a16="http://schemas.microsoft.com/office/drawing/2014/main" id="{5AEF2F32-23D2-85EF-3071-5C6939DCE4A4}"/>
              </a:ext>
            </a:extLst>
          </p:cNvPr>
          <p:cNvSpPr>
            <a:spLocks noGrp="1"/>
          </p:cNvSpPr>
          <p:nvPr>
            <p:ph type="ctrTitle" hasCustomPrompt="1"/>
          </p:nvPr>
        </p:nvSpPr>
        <p:spPr>
          <a:xfrm>
            <a:off x="403954" y="1948447"/>
            <a:ext cx="6596921" cy="1418641"/>
          </a:xfrm>
        </p:spPr>
        <p:txBody>
          <a:bodyPr anchor="t" anchorCtr="0"/>
          <a:lstStyle>
            <a:lvl1pPr algn="l">
              <a:lnSpc>
                <a:spcPct val="80000"/>
              </a:lnSpc>
              <a:spcBef>
                <a:spcPts val="1200"/>
              </a:spcBef>
              <a:defRPr sz="6600"/>
            </a:lvl1pPr>
          </a:lstStyle>
          <a:p>
            <a:r>
              <a:rPr lang="en-US"/>
              <a:t>Click to edit title</a:t>
            </a:r>
          </a:p>
        </p:txBody>
      </p:sp>
      <p:sp>
        <p:nvSpPr>
          <p:cNvPr id="8" name="Subtitle 2">
            <a:extLst>
              <a:ext uri="{FF2B5EF4-FFF2-40B4-BE49-F238E27FC236}">
                <a16:creationId xmlns:a16="http://schemas.microsoft.com/office/drawing/2014/main" id="{569CAC8B-F77D-45CC-57A9-E9AE5795949C}"/>
              </a:ext>
            </a:extLst>
          </p:cNvPr>
          <p:cNvSpPr>
            <a:spLocks noGrp="1"/>
          </p:cNvSpPr>
          <p:nvPr>
            <p:ph type="subTitle" idx="1" hasCustomPrompt="1"/>
          </p:nvPr>
        </p:nvSpPr>
        <p:spPr>
          <a:xfrm>
            <a:off x="5204554" y="4797648"/>
            <a:ext cx="6596921" cy="1655540"/>
          </a:xfrm>
          <a:prstGeom prst="rect">
            <a:avLst/>
          </a:prstGeom>
        </p:spPr>
        <p:txBody>
          <a:bodyPr bIns="36576" anchor="b" anchorCtr="0"/>
          <a:lstStyle>
            <a:lvl1pPr marL="0" indent="0" algn="l">
              <a:lnSpc>
                <a:spcPct val="125000"/>
              </a:lnSpc>
              <a:spcBef>
                <a:spcPts val="100"/>
              </a:spcBef>
              <a:spcAft>
                <a:spcPts val="0"/>
              </a:spcAft>
              <a:buNone/>
              <a:defRPr sz="1100" b="0">
                <a:latin typeface="+mj-lt"/>
              </a:defRPr>
            </a:lvl1pPr>
            <a:lvl2pPr marL="0" indent="0" algn="l">
              <a:lnSpc>
                <a:spcPct val="100000"/>
              </a:lnSpc>
              <a:spcBef>
                <a:spcPts val="100"/>
              </a:spcBef>
              <a:buNone/>
              <a:defRPr sz="1400" b="1">
                <a:latin typeface="+mn-lt"/>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legal style</a:t>
            </a:r>
          </a:p>
        </p:txBody>
      </p:sp>
      <p:sp>
        <p:nvSpPr>
          <p:cNvPr id="11" name="TextBox 10">
            <a:extLst>
              <a:ext uri="{FF2B5EF4-FFF2-40B4-BE49-F238E27FC236}">
                <a16:creationId xmlns:a16="http://schemas.microsoft.com/office/drawing/2014/main" id="{A1A70850-E861-F5DA-10A1-A92566AB983E}"/>
              </a:ext>
            </a:extLst>
          </p:cNvPr>
          <p:cNvSpPr txBox="1"/>
          <p:nvPr userDrawn="1"/>
        </p:nvSpPr>
        <p:spPr>
          <a:xfrm>
            <a:off x="402431" y="6216754"/>
            <a:ext cx="987450" cy="276999"/>
          </a:xfrm>
          <a:prstGeom prst="rect">
            <a:avLst/>
          </a:prstGeom>
          <a:noFill/>
        </p:spPr>
        <p:txBody>
          <a:bodyPr wrap="none" lIns="0" tIns="0" rIns="0" bIns="0" rtlCol="0">
            <a:noAutofit/>
          </a:bodyPr>
          <a:lstStyle/>
          <a:p>
            <a:r>
              <a:rPr lang="en-US" sz="1600" b="1" dirty="0">
                <a:solidFill>
                  <a:schemeClr val="tx1"/>
                </a:solidFill>
                <a:latin typeface="+mn-lt"/>
                <a:cs typeface="Arial" panose="020B0604020202020204" pitchFamily="34" charset="0"/>
              </a:rPr>
              <a:t>pwc.com/</a:t>
            </a:r>
            <a:r>
              <a:rPr lang="en-US" sz="1600" b="1" dirty="0" err="1">
                <a:solidFill>
                  <a:schemeClr val="tx1"/>
                </a:solidFill>
                <a:latin typeface="+mn-lt"/>
                <a:cs typeface="Arial" panose="020B0604020202020204" pitchFamily="34" charset="0"/>
              </a:rPr>
              <a:t>kz</a:t>
            </a:r>
            <a:endParaRPr lang="en-US" sz="1600" b="1" dirty="0">
              <a:solidFill>
                <a:schemeClr val="tx1"/>
              </a:solidFill>
              <a:latin typeface="+mn-lt"/>
              <a:cs typeface="Arial" panose="020B0604020202020204" pitchFamily="34" charset="0"/>
            </a:endParaRPr>
          </a:p>
        </p:txBody>
      </p:sp>
    </p:spTree>
    <p:extLst>
      <p:ext uri="{BB962C8B-B14F-4D97-AF65-F5344CB8AC3E}">
        <p14:creationId xmlns:p14="http://schemas.microsoft.com/office/powerpoint/2010/main" val="2799582212"/>
      </p:ext>
    </p:extLst>
  </p:cSld>
  <p:clrMapOvr>
    <a:masterClrMapping/>
  </p:clrMapOvr>
  <p:extLst>
    <p:ext uri="{DCECCB84-F9BA-43D5-87BE-67443E8EF086}">
      <p15:sldGuideLst xmlns:p15="http://schemas.microsoft.com/office/powerpoint/2012/main"/>
    </p:ext>
  </p:extLst>
</p:sldLayout>
</file>

<file path=ppt/slideLayouts/slideLayout95.xml><?xml version="1.0" encoding="utf-8"?>
<p:sldLayout xmlns:a="http://schemas.openxmlformats.org/drawingml/2006/main" xmlns:r="http://schemas.openxmlformats.org/officeDocument/2006/relationships" xmlns:p="http://schemas.openxmlformats.org/presentationml/2006/main" showMasterSp="0" preserve="1" userDrawn="1">
  <p:cSld name="Conclusion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EF2F32-23D2-85EF-3071-5C6939DCE4A4}"/>
              </a:ext>
            </a:extLst>
          </p:cNvPr>
          <p:cNvSpPr>
            <a:spLocks noGrp="1"/>
          </p:cNvSpPr>
          <p:nvPr>
            <p:ph type="ctrTitle" hasCustomPrompt="1"/>
          </p:nvPr>
        </p:nvSpPr>
        <p:spPr>
          <a:xfrm>
            <a:off x="404603" y="1434097"/>
            <a:ext cx="8520907" cy="1933344"/>
          </a:xfrm>
        </p:spPr>
        <p:txBody>
          <a:bodyPr anchor="b" anchorCtr="0"/>
          <a:lstStyle>
            <a:lvl1pPr algn="l">
              <a:lnSpc>
                <a:spcPct val="80000"/>
              </a:lnSpc>
              <a:spcBef>
                <a:spcPts val="1200"/>
              </a:spcBef>
              <a:defRPr sz="6600">
                <a:solidFill>
                  <a:schemeClr val="tx1"/>
                </a:solidFill>
              </a:defRPr>
            </a:lvl1pPr>
          </a:lstStyle>
          <a:p>
            <a:r>
              <a:rPr lang="en-US"/>
              <a:t>Click to edit title</a:t>
            </a:r>
          </a:p>
        </p:txBody>
      </p:sp>
      <p:sp>
        <p:nvSpPr>
          <p:cNvPr id="8" name="Subtitle 2">
            <a:extLst>
              <a:ext uri="{FF2B5EF4-FFF2-40B4-BE49-F238E27FC236}">
                <a16:creationId xmlns:a16="http://schemas.microsoft.com/office/drawing/2014/main" id="{569CAC8B-F77D-45CC-57A9-E9AE5795949C}"/>
              </a:ext>
            </a:extLst>
          </p:cNvPr>
          <p:cNvSpPr>
            <a:spLocks noGrp="1"/>
          </p:cNvSpPr>
          <p:nvPr>
            <p:ph type="subTitle" idx="1"/>
          </p:nvPr>
        </p:nvSpPr>
        <p:spPr>
          <a:xfrm>
            <a:off x="404604" y="3489332"/>
            <a:ext cx="8520908" cy="1422978"/>
          </a:xfrm>
          <a:prstGeom prst="rect">
            <a:avLst/>
          </a:prstGeom>
        </p:spPr>
        <p:txBody>
          <a:bodyPr/>
          <a:lstStyle>
            <a:lvl1pPr marL="0" indent="0" algn="l">
              <a:lnSpc>
                <a:spcPct val="125000"/>
              </a:lnSpc>
              <a:spcBef>
                <a:spcPts val="100"/>
              </a:spcBef>
              <a:spcAft>
                <a:spcPts val="0"/>
              </a:spcAft>
              <a:buNone/>
              <a:defRPr sz="2400" b="1">
                <a:solidFill>
                  <a:schemeClr val="tx1"/>
                </a:solidFill>
                <a:latin typeface="+mn-lt"/>
              </a:defRPr>
            </a:lvl1pPr>
            <a:lvl2pPr marL="0" indent="0" algn="l">
              <a:lnSpc>
                <a:spcPct val="100000"/>
              </a:lnSpc>
              <a:spcBef>
                <a:spcPts val="100"/>
              </a:spcBef>
              <a:buNone/>
              <a:defRPr sz="1400" b="1">
                <a:latin typeface="+mn-lt"/>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11" name="TextBox 10">
            <a:extLst>
              <a:ext uri="{FF2B5EF4-FFF2-40B4-BE49-F238E27FC236}">
                <a16:creationId xmlns:a16="http://schemas.microsoft.com/office/drawing/2014/main" id="{A1A70850-E861-F5DA-10A1-A92566AB983E}"/>
              </a:ext>
            </a:extLst>
          </p:cNvPr>
          <p:cNvSpPr txBox="1"/>
          <p:nvPr userDrawn="1"/>
        </p:nvSpPr>
        <p:spPr>
          <a:xfrm>
            <a:off x="402431" y="6216754"/>
            <a:ext cx="987450" cy="276999"/>
          </a:xfrm>
          <a:prstGeom prst="rect">
            <a:avLst/>
          </a:prstGeom>
          <a:noFill/>
        </p:spPr>
        <p:txBody>
          <a:bodyPr wrap="none" lIns="0" tIns="0" rIns="0" bIns="0" rtlCol="0">
            <a:noAutofit/>
          </a:bodyPr>
          <a:lstStyle/>
          <a:p>
            <a:r>
              <a:rPr lang="en-US" sz="1600" b="1">
                <a:solidFill>
                  <a:schemeClr val="tx1"/>
                </a:solidFill>
                <a:latin typeface="+mn-lt"/>
                <a:cs typeface="Arial" panose="020B0604020202020204" pitchFamily="34" charset="0"/>
              </a:rPr>
              <a:t>pwc.com</a:t>
            </a:r>
          </a:p>
        </p:txBody>
      </p:sp>
    </p:spTree>
    <p:extLst>
      <p:ext uri="{BB962C8B-B14F-4D97-AF65-F5344CB8AC3E}">
        <p14:creationId xmlns:p14="http://schemas.microsoft.com/office/powerpoint/2010/main" val="2294338854"/>
      </p:ext>
    </p:extLst>
  </p:cSld>
  <p:clrMapOvr>
    <a:masterClrMapping/>
  </p:clrMapOvr>
  <p:extLst>
    <p:ext uri="{DCECCB84-F9BA-43D5-87BE-67443E8EF086}">
      <p15:sldGuideLst xmlns:p15="http://schemas.microsoft.com/office/powerpoint/2012/main"/>
    </p:ext>
  </p:extLst>
</p:sldLayout>
</file>

<file path=ppt/slideLayouts/slideLayout96.xml><?xml version="1.0" encoding="utf-8"?>
<p:sldLayout xmlns:a="http://schemas.openxmlformats.org/drawingml/2006/main" xmlns:r="http://schemas.openxmlformats.org/officeDocument/2006/relationships" xmlns:p="http://schemas.openxmlformats.org/presentationml/2006/main" showMasterSp="0" preserve="1" userDrawn="1">
  <p:cSld name="Conclusion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EF2F32-23D2-85EF-3071-5C6939DCE4A4}"/>
              </a:ext>
            </a:extLst>
          </p:cNvPr>
          <p:cNvSpPr>
            <a:spLocks noGrp="1"/>
          </p:cNvSpPr>
          <p:nvPr>
            <p:ph type="ctrTitle" hasCustomPrompt="1"/>
          </p:nvPr>
        </p:nvSpPr>
        <p:spPr>
          <a:xfrm>
            <a:off x="404603" y="1946731"/>
            <a:ext cx="5229304" cy="2441537"/>
          </a:xfrm>
        </p:spPr>
        <p:txBody>
          <a:bodyPr anchor="t" anchorCtr="0"/>
          <a:lstStyle>
            <a:lvl1pPr algn="l">
              <a:lnSpc>
                <a:spcPct val="80000"/>
              </a:lnSpc>
              <a:spcBef>
                <a:spcPts val="1200"/>
              </a:spcBef>
              <a:defRPr sz="6600">
                <a:solidFill>
                  <a:schemeClr val="tx1"/>
                </a:solidFill>
              </a:defRPr>
            </a:lvl1pPr>
          </a:lstStyle>
          <a:p>
            <a:r>
              <a:rPr lang="en-US"/>
              <a:t>Click to edit title</a:t>
            </a:r>
          </a:p>
        </p:txBody>
      </p:sp>
      <p:sp>
        <p:nvSpPr>
          <p:cNvPr id="8" name="Subtitle 2">
            <a:extLst>
              <a:ext uri="{FF2B5EF4-FFF2-40B4-BE49-F238E27FC236}">
                <a16:creationId xmlns:a16="http://schemas.microsoft.com/office/drawing/2014/main" id="{569CAC8B-F77D-45CC-57A9-E9AE5795949C}"/>
              </a:ext>
            </a:extLst>
          </p:cNvPr>
          <p:cNvSpPr>
            <a:spLocks noGrp="1"/>
          </p:cNvSpPr>
          <p:nvPr>
            <p:ph type="subTitle" idx="1"/>
          </p:nvPr>
        </p:nvSpPr>
        <p:spPr>
          <a:xfrm>
            <a:off x="6163261" y="1952078"/>
            <a:ext cx="4681536" cy="2441538"/>
          </a:xfrm>
          <a:prstGeom prst="rect">
            <a:avLst/>
          </a:prstGeom>
        </p:spPr>
        <p:txBody>
          <a:bodyPr anchor="t" anchorCtr="0"/>
          <a:lstStyle>
            <a:lvl1pPr marL="0" indent="0" algn="l">
              <a:lnSpc>
                <a:spcPct val="125000"/>
              </a:lnSpc>
              <a:spcBef>
                <a:spcPts val="100"/>
              </a:spcBef>
              <a:spcAft>
                <a:spcPts val="0"/>
              </a:spcAft>
              <a:buNone/>
              <a:defRPr sz="2400" b="1">
                <a:solidFill>
                  <a:schemeClr val="tx1"/>
                </a:solidFill>
                <a:latin typeface="+mn-lt"/>
              </a:defRPr>
            </a:lvl1pPr>
            <a:lvl2pPr marL="0" indent="0" algn="l">
              <a:lnSpc>
                <a:spcPct val="100000"/>
              </a:lnSpc>
              <a:spcBef>
                <a:spcPts val="100"/>
              </a:spcBef>
              <a:buNone/>
              <a:defRPr sz="1400" b="1">
                <a:latin typeface="+mn-lt"/>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11" name="TextBox 10">
            <a:extLst>
              <a:ext uri="{FF2B5EF4-FFF2-40B4-BE49-F238E27FC236}">
                <a16:creationId xmlns:a16="http://schemas.microsoft.com/office/drawing/2014/main" id="{A1A70850-E861-F5DA-10A1-A92566AB983E}"/>
              </a:ext>
            </a:extLst>
          </p:cNvPr>
          <p:cNvSpPr txBox="1"/>
          <p:nvPr userDrawn="1"/>
        </p:nvSpPr>
        <p:spPr>
          <a:xfrm>
            <a:off x="402431" y="6216754"/>
            <a:ext cx="987450" cy="276999"/>
          </a:xfrm>
          <a:prstGeom prst="rect">
            <a:avLst/>
          </a:prstGeom>
          <a:noFill/>
        </p:spPr>
        <p:txBody>
          <a:bodyPr wrap="none" lIns="0" tIns="0" rIns="0" bIns="0" rtlCol="0">
            <a:noAutofit/>
          </a:bodyPr>
          <a:lstStyle/>
          <a:p>
            <a:r>
              <a:rPr lang="en-US" sz="1600" b="1">
                <a:solidFill>
                  <a:schemeClr val="tx1"/>
                </a:solidFill>
                <a:latin typeface="+mn-lt"/>
                <a:cs typeface="Arial" panose="020B0604020202020204" pitchFamily="34" charset="0"/>
              </a:rPr>
              <a:t>pwc.com</a:t>
            </a:r>
          </a:p>
        </p:txBody>
      </p:sp>
    </p:spTree>
    <p:extLst>
      <p:ext uri="{BB962C8B-B14F-4D97-AF65-F5344CB8AC3E}">
        <p14:creationId xmlns:p14="http://schemas.microsoft.com/office/powerpoint/2010/main" val="739822460"/>
      </p:ext>
    </p:extLst>
  </p:cSld>
  <p:clrMapOvr>
    <a:masterClrMapping/>
  </p:clrMapOvr>
  <p:extLst>
    <p:ext uri="{DCECCB84-F9BA-43D5-87BE-67443E8EF086}">
      <p15:sldGuideLst xmlns:p15="http://schemas.microsoft.com/office/powerpoint/2012/main"/>
    </p:ext>
  </p:extLst>
</p:sldLayout>
</file>

<file path=ppt/slideLayouts/slideLayout97.xml><?xml version="1.0" encoding="utf-8"?>
<p:sldLayout xmlns:a="http://schemas.openxmlformats.org/drawingml/2006/main" xmlns:r="http://schemas.openxmlformats.org/officeDocument/2006/relationships" xmlns:p="http://schemas.openxmlformats.org/presentationml/2006/main" showMasterSp="0" preserve="1" userDrawn="1">
  <p:cSld name="Conclusion Photo 1">
    <p:spTree>
      <p:nvGrpSpPr>
        <p:cNvPr id="1" name=""/>
        <p:cNvGrpSpPr/>
        <p:nvPr/>
      </p:nvGrpSpPr>
      <p:grpSpPr>
        <a:xfrm>
          <a:off x="0" y="0"/>
          <a:ext cx="0" cy="0"/>
          <a:chOff x="0" y="0"/>
          <a:chExt cx="0" cy="0"/>
        </a:xfrm>
      </p:grpSpPr>
      <p:sp>
        <p:nvSpPr>
          <p:cNvPr id="5" name="Picture Placeholder 14">
            <a:extLst>
              <a:ext uri="{FF2B5EF4-FFF2-40B4-BE49-F238E27FC236}">
                <a16:creationId xmlns:a16="http://schemas.microsoft.com/office/drawing/2014/main" id="{0978934B-5525-9236-62EF-C2B06F0BCC18}"/>
              </a:ext>
              <a:ext uri="{C183D7F6-B498-43B3-948B-1728B52AA6E4}">
                <adec:decorative xmlns:adec="http://schemas.microsoft.com/office/drawing/2017/decorative" val="1"/>
              </a:ext>
            </a:extLst>
          </p:cNvPr>
          <p:cNvSpPr>
            <a:spLocks noGrp="1"/>
          </p:cNvSpPr>
          <p:nvPr>
            <p:ph type="pic" sz="quarter" idx="11"/>
          </p:nvPr>
        </p:nvSpPr>
        <p:spPr>
          <a:xfrm>
            <a:off x="413582" y="405398"/>
            <a:ext cx="11387893" cy="3479216"/>
          </a:xfrm>
          <a:prstGeom prst="rect">
            <a:avLst/>
          </a:prstGeom>
          <a:solidFill>
            <a:schemeClr val="bg2"/>
          </a:solidFill>
        </p:spPr>
        <p:txBody>
          <a:bodyPr tIns="1554480"/>
          <a:lstStyle>
            <a:lvl1pPr algn="ctr">
              <a:defRPr/>
            </a:lvl1pPr>
          </a:lstStyle>
          <a:p>
            <a:r>
              <a:rPr lang="en-GB"/>
              <a:t>Click icon to add picture</a:t>
            </a:r>
            <a:endParaRPr lang="en-US"/>
          </a:p>
        </p:txBody>
      </p:sp>
      <p:sp>
        <p:nvSpPr>
          <p:cNvPr id="2" name="Title 1">
            <a:extLst>
              <a:ext uri="{FF2B5EF4-FFF2-40B4-BE49-F238E27FC236}">
                <a16:creationId xmlns:a16="http://schemas.microsoft.com/office/drawing/2014/main" id="{5AEF2F32-23D2-85EF-3071-5C6939DCE4A4}"/>
              </a:ext>
            </a:extLst>
          </p:cNvPr>
          <p:cNvSpPr>
            <a:spLocks noGrp="1"/>
          </p:cNvSpPr>
          <p:nvPr>
            <p:ph type="ctrTitle" hasCustomPrompt="1"/>
          </p:nvPr>
        </p:nvSpPr>
        <p:spPr>
          <a:xfrm>
            <a:off x="401885" y="4404768"/>
            <a:ext cx="5630031" cy="1541462"/>
          </a:xfrm>
        </p:spPr>
        <p:txBody>
          <a:bodyPr anchor="t" anchorCtr="0"/>
          <a:lstStyle>
            <a:lvl1pPr algn="l">
              <a:lnSpc>
                <a:spcPct val="80000"/>
              </a:lnSpc>
              <a:spcBef>
                <a:spcPts val="1200"/>
              </a:spcBef>
              <a:defRPr sz="6600">
                <a:solidFill>
                  <a:schemeClr val="tx1"/>
                </a:solidFill>
              </a:defRPr>
            </a:lvl1pPr>
          </a:lstStyle>
          <a:p>
            <a:r>
              <a:rPr lang="en-US"/>
              <a:t>Click to edit title</a:t>
            </a:r>
          </a:p>
        </p:txBody>
      </p:sp>
      <p:sp>
        <p:nvSpPr>
          <p:cNvPr id="8" name="Subtitle 2">
            <a:extLst>
              <a:ext uri="{FF2B5EF4-FFF2-40B4-BE49-F238E27FC236}">
                <a16:creationId xmlns:a16="http://schemas.microsoft.com/office/drawing/2014/main" id="{569CAC8B-F77D-45CC-57A9-E9AE5795949C}"/>
              </a:ext>
            </a:extLst>
          </p:cNvPr>
          <p:cNvSpPr>
            <a:spLocks noGrp="1"/>
          </p:cNvSpPr>
          <p:nvPr>
            <p:ph type="subTitle" idx="1"/>
          </p:nvPr>
        </p:nvSpPr>
        <p:spPr>
          <a:xfrm>
            <a:off x="7119939" y="4403764"/>
            <a:ext cx="4681536" cy="1541463"/>
          </a:xfrm>
          <a:prstGeom prst="rect">
            <a:avLst/>
          </a:prstGeom>
        </p:spPr>
        <p:txBody>
          <a:bodyPr anchor="t" anchorCtr="0"/>
          <a:lstStyle>
            <a:lvl1pPr marL="0" indent="0" algn="l">
              <a:lnSpc>
                <a:spcPct val="125000"/>
              </a:lnSpc>
              <a:spcBef>
                <a:spcPts val="100"/>
              </a:spcBef>
              <a:spcAft>
                <a:spcPts val="0"/>
              </a:spcAft>
              <a:buNone/>
              <a:defRPr sz="2400" b="1">
                <a:solidFill>
                  <a:schemeClr val="tx1"/>
                </a:solidFill>
                <a:latin typeface="+mn-lt"/>
              </a:defRPr>
            </a:lvl1pPr>
            <a:lvl2pPr marL="0" indent="0" algn="l">
              <a:lnSpc>
                <a:spcPct val="100000"/>
              </a:lnSpc>
              <a:spcBef>
                <a:spcPts val="100"/>
              </a:spcBef>
              <a:buNone/>
              <a:defRPr sz="1400" b="1">
                <a:latin typeface="+mn-lt"/>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11" name="TextBox 10">
            <a:extLst>
              <a:ext uri="{FF2B5EF4-FFF2-40B4-BE49-F238E27FC236}">
                <a16:creationId xmlns:a16="http://schemas.microsoft.com/office/drawing/2014/main" id="{A1A70850-E861-F5DA-10A1-A92566AB983E}"/>
              </a:ext>
            </a:extLst>
          </p:cNvPr>
          <p:cNvSpPr txBox="1"/>
          <p:nvPr userDrawn="1"/>
        </p:nvSpPr>
        <p:spPr>
          <a:xfrm>
            <a:off x="402431" y="6216754"/>
            <a:ext cx="987450" cy="276999"/>
          </a:xfrm>
          <a:prstGeom prst="rect">
            <a:avLst/>
          </a:prstGeom>
          <a:noFill/>
        </p:spPr>
        <p:txBody>
          <a:bodyPr wrap="none" lIns="0" tIns="0" rIns="0" bIns="0" rtlCol="0">
            <a:noAutofit/>
          </a:bodyPr>
          <a:lstStyle/>
          <a:p>
            <a:r>
              <a:rPr lang="en-US" sz="1600" b="1">
                <a:solidFill>
                  <a:schemeClr val="tx1"/>
                </a:solidFill>
                <a:latin typeface="+mn-lt"/>
                <a:cs typeface="Arial" panose="020B0604020202020204" pitchFamily="34" charset="0"/>
              </a:rPr>
              <a:t>pwc.com</a:t>
            </a:r>
          </a:p>
        </p:txBody>
      </p:sp>
    </p:spTree>
    <p:extLst>
      <p:ext uri="{BB962C8B-B14F-4D97-AF65-F5344CB8AC3E}">
        <p14:creationId xmlns:p14="http://schemas.microsoft.com/office/powerpoint/2010/main" val="101585026"/>
      </p:ext>
    </p:extLst>
  </p:cSld>
  <p:clrMapOvr>
    <a:masterClrMapping/>
  </p:clrMapOvr>
  <p:extLst>
    <p:ext uri="{DCECCB84-F9BA-43D5-87BE-67443E8EF086}">
      <p15:sldGuideLst xmlns:p15="http://schemas.microsoft.com/office/powerpoint/2012/main"/>
    </p:ext>
  </p:extLst>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userDrawn="1">
  <p:cSld name="Conclusion 5">
    <p:spTree>
      <p:nvGrpSpPr>
        <p:cNvPr id="1" name=""/>
        <p:cNvGrpSpPr/>
        <p:nvPr/>
      </p:nvGrpSpPr>
      <p:grpSpPr>
        <a:xfrm>
          <a:off x="0" y="0"/>
          <a:ext cx="0" cy="0"/>
          <a:chOff x="0" y="0"/>
          <a:chExt cx="0" cy="0"/>
        </a:xfrm>
      </p:grpSpPr>
      <p:pic>
        <p:nvPicPr>
          <p:cNvPr id="3" name="object 2">
            <a:extLst>
              <a:ext uri="{FF2B5EF4-FFF2-40B4-BE49-F238E27FC236}">
                <a16:creationId xmlns:a16="http://schemas.microsoft.com/office/drawing/2014/main" id="{1873B9CA-C271-768C-0B16-88845540153B}"/>
              </a:ext>
            </a:extLst>
          </p:cNvPr>
          <p:cNvPicPr/>
          <p:nvPr userDrawn="1"/>
        </p:nvPicPr>
        <p:blipFill>
          <a:blip r:embed="rId2" cstate="print"/>
          <a:stretch>
            <a:fillRect/>
          </a:stretch>
        </p:blipFill>
        <p:spPr>
          <a:xfrm>
            <a:off x="0" y="0"/>
            <a:ext cx="12188952" cy="6858000"/>
          </a:xfrm>
          <a:prstGeom prst="rect">
            <a:avLst/>
          </a:prstGeom>
        </p:spPr>
      </p:pic>
      <p:sp>
        <p:nvSpPr>
          <p:cNvPr id="6" name="TextBox 5">
            <a:extLst>
              <a:ext uri="{FF2B5EF4-FFF2-40B4-BE49-F238E27FC236}">
                <a16:creationId xmlns:a16="http://schemas.microsoft.com/office/drawing/2014/main" id="{0556A229-FEBB-D152-453C-CB7311E22927}"/>
              </a:ext>
            </a:extLst>
          </p:cNvPr>
          <p:cNvSpPr txBox="1"/>
          <p:nvPr userDrawn="1"/>
        </p:nvSpPr>
        <p:spPr>
          <a:xfrm>
            <a:off x="402431" y="6216754"/>
            <a:ext cx="987450" cy="276999"/>
          </a:xfrm>
          <a:prstGeom prst="rect">
            <a:avLst/>
          </a:prstGeom>
          <a:noFill/>
        </p:spPr>
        <p:txBody>
          <a:bodyPr wrap="none" lIns="0" tIns="0" rIns="0" bIns="0" rtlCol="0">
            <a:noAutofit/>
          </a:bodyPr>
          <a:lstStyle/>
          <a:p>
            <a:r>
              <a:rPr lang="en-US" sz="1600" b="1">
                <a:solidFill>
                  <a:schemeClr val="tx1"/>
                </a:solidFill>
                <a:latin typeface="+mn-lt"/>
                <a:cs typeface="Arial" panose="020B0604020202020204" pitchFamily="34" charset="0"/>
              </a:rPr>
              <a:t>pwc.com</a:t>
            </a:r>
          </a:p>
        </p:txBody>
      </p:sp>
      <p:sp>
        <p:nvSpPr>
          <p:cNvPr id="4" name="Title 3">
            <a:extLst>
              <a:ext uri="{FF2B5EF4-FFF2-40B4-BE49-F238E27FC236}">
                <a16:creationId xmlns:a16="http://schemas.microsoft.com/office/drawing/2014/main" id="{BB7FF471-697B-D4E0-EF71-0DC20046C00A}"/>
              </a:ext>
            </a:extLst>
          </p:cNvPr>
          <p:cNvSpPr>
            <a:spLocks noGrp="1"/>
          </p:cNvSpPr>
          <p:nvPr>
            <p:ph type="title"/>
          </p:nvPr>
        </p:nvSpPr>
        <p:spPr/>
        <p:txBody>
          <a:bodyPr/>
          <a:lstStyle/>
          <a:p>
            <a:r>
              <a:rPr lang="en-GB"/>
              <a:t>Click to edit Master title style</a:t>
            </a:r>
          </a:p>
        </p:txBody>
      </p:sp>
      <p:sp>
        <p:nvSpPr>
          <p:cNvPr id="7" name="Content Placeholder 6">
            <a:extLst>
              <a:ext uri="{FF2B5EF4-FFF2-40B4-BE49-F238E27FC236}">
                <a16:creationId xmlns:a16="http://schemas.microsoft.com/office/drawing/2014/main" id="{B1F03588-3DAF-9813-B337-B22D80C68997}"/>
              </a:ext>
            </a:extLst>
          </p:cNvPr>
          <p:cNvSpPr>
            <a:spLocks noGrp="1"/>
          </p:cNvSpPr>
          <p:nvPr>
            <p:ph sz="quarter" idx="10"/>
          </p:nvPr>
        </p:nvSpPr>
        <p:spPr>
          <a:xfrm>
            <a:off x="403810" y="1945272"/>
            <a:ext cx="9478962" cy="3992563"/>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Tree>
    <p:extLst>
      <p:ext uri="{BB962C8B-B14F-4D97-AF65-F5344CB8AC3E}">
        <p14:creationId xmlns:p14="http://schemas.microsoft.com/office/powerpoint/2010/main" val="1104554231"/>
      </p:ext>
    </p:extLst>
  </p:cSld>
  <p:clrMapOvr>
    <a:masterClrMapping/>
  </p:clrMapOvr>
  <p:extLst>
    <p:ext uri="{DCECCB84-F9BA-43D5-87BE-67443E8EF086}">
      <p15:sldGuideLst xmlns:p15="http://schemas.microsoft.com/office/powerpoint/2012/main"/>
    </p:ext>
  </p:extLst>
</p:sldLayout>
</file>

<file path=ppt/slideLayouts/slideLayout99.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16D7607-D1F4-F3D5-F6A1-ADA8066F7D42}"/>
              </a:ext>
            </a:extLst>
          </p:cNvPr>
          <p:cNvPicPr>
            <a:picLocks noChangeAspect="1"/>
          </p:cNvPicPr>
          <p:nvPr userDrawn="1"/>
        </p:nvPicPr>
        <p:blipFill>
          <a:blip r:embed="rId2">
            <a:extLst>
              <a:ext uri="{28A0092B-C50C-407E-A947-70E740481C1C}">
                <a14:useLocalDpi xmlns:a14="http://schemas.microsoft.com/office/drawing/2010/main" val="0"/>
              </a:ext>
            </a:extLst>
          </a:blip>
          <a:srcRect t="52" b="52"/>
          <a:stretch/>
        </p:blipFill>
        <p:spPr>
          <a:xfrm>
            <a:off x="0" y="0"/>
            <a:ext cx="12192000" cy="6858000"/>
          </a:xfrm>
          <a:prstGeom prst="rect">
            <a:avLst/>
          </a:prstGeom>
        </p:spPr>
      </p:pic>
      <p:sp>
        <p:nvSpPr>
          <p:cNvPr id="2" name="Title 1">
            <a:extLst>
              <a:ext uri="{FF2B5EF4-FFF2-40B4-BE49-F238E27FC236}">
                <a16:creationId xmlns:a16="http://schemas.microsoft.com/office/drawing/2014/main" id="{5AEF2F32-23D2-85EF-3071-5C6939DCE4A4}"/>
              </a:ext>
            </a:extLst>
          </p:cNvPr>
          <p:cNvSpPr>
            <a:spLocks noGrp="1"/>
          </p:cNvSpPr>
          <p:nvPr>
            <p:ph type="ctrTitle"/>
          </p:nvPr>
        </p:nvSpPr>
        <p:spPr>
          <a:xfrm>
            <a:off x="401904" y="1963495"/>
            <a:ext cx="5664555" cy="1828800"/>
          </a:xfrm>
        </p:spPr>
        <p:txBody>
          <a:bodyPr anchor="t" anchorCtr="0"/>
          <a:lstStyle>
            <a:lvl1pPr algn="l">
              <a:lnSpc>
                <a:spcPct val="80000"/>
              </a:lnSpc>
              <a:spcBef>
                <a:spcPts val="1400"/>
              </a:spcBef>
              <a:defRPr sz="4800" b="0"/>
            </a:lvl1pPr>
          </a:lstStyle>
          <a:p>
            <a:r>
              <a:rPr lang="en-US"/>
              <a:t>Click to edit Master title style</a:t>
            </a:r>
          </a:p>
        </p:txBody>
      </p:sp>
      <p:sp>
        <p:nvSpPr>
          <p:cNvPr id="5" name="Subtitle 2">
            <a:extLst>
              <a:ext uri="{FF2B5EF4-FFF2-40B4-BE49-F238E27FC236}">
                <a16:creationId xmlns:a16="http://schemas.microsoft.com/office/drawing/2014/main" id="{98AB6ED3-C5F6-877C-DAED-BEF7F304594B}"/>
              </a:ext>
            </a:extLst>
          </p:cNvPr>
          <p:cNvSpPr>
            <a:spLocks noGrp="1"/>
          </p:cNvSpPr>
          <p:nvPr>
            <p:ph type="subTitle" idx="1" hasCustomPrompt="1"/>
          </p:nvPr>
        </p:nvSpPr>
        <p:spPr>
          <a:xfrm>
            <a:off x="401903" y="6054487"/>
            <a:ext cx="4684447" cy="453228"/>
          </a:xfrm>
        </p:spPr>
        <p:txBody>
          <a:bodyPr/>
          <a:lstStyle>
            <a:lvl1pPr marL="0" indent="0" algn="l">
              <a:lnSpc>
                <a:spcPct val="100000"/>
              </a:lnSpc>
              <a:spcBef>
                <a:spcPts val="100"/>
              </a:spcBef>
              <a:spcAft>
                <a:spcPts val="0"/>
              </a:spcAft>
              <a:buNone/>
              <a:defRPr sz="1400" b="0"/>
            </a:lvl1pPr>
            <a:lvl2pPr marL="0" indent="0" algn="l">
              <a:lnSpc>
                <a:spcPct val="100000"/>
              </a:lnSpc>
              <a:spcBef>
                <a:spcPts val="100"/>
              </a:spcBef>
              <a:buNone/>
              <a:defRPr sz="1400" b="1">
                <a:latin typeface="+mn-lt"/>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subtitle style</a:t>
            </a:r>
          </a:p>
        </p:txBody>
      </p:sp>
      <p:pic>
        <p:nvPicPr>
          <p:cNvPr id="14" name="Graphic 13">
            <a:extLst>
              <a:ext uri="{FF2B5EF4-FFF2-40B4-BE49-F238E27FC236}">
                <a16:creationId xmlns:a16="http://schemas.microsoft.com/office/drawing/2014/main" id="{FB11A3AB-4A69-E082-016E-71E34537136A}"/>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403391" y="383381"/>
            <a:ext cx="1064007" cy="517902"/>
          </a:xfrm>
          <a:prstGeom prst="rect">
            <a:avLst/>
          </a:prstGeom>
        </p:spPr>
      </p:pic>
    </p:spTree>
    <p:extLst>
      <p:ext uri="{BB962C8B-B14F-4D97-AF65-F5344CB8AC3E}">
        <p14:creationId xmlns:p14="http://schemas.microsoft.com/office/powerpoint/2010/main" val="2908514543"/>
      </p:ext>
    </p:extLst>
  </p:cSld>
  <p:clrMapOvr>
    <a:masterClrMapping/>
  </p:clrMapOvr>
  <p:extLst>
    <p:ext uri="{DCECCB84-F9BA-43D5-87BE-67443E8EF086}">
      <p15:sldGuideLst xmlns:p15="http://schemas.microsoft.com/office/powerpoint/2012/main">
        <p15:guide id="9" orient="horz" pos="2160">
          <p15:clr>
            <a:srgbClr val="FBAE40"/>
          </p15:clr>
        </p15:guide>
      </p15:sldGuideLst>
    </p:ext>
  </p:extLst>
</p:sldLayout>
</file>

<file path=ppt/slideLayouts/slideLayout100.xml><?xml version="1.0" encoding="utf-8"?>
<p:sldLayout xmlns:a="http://schemas.openxmlformats.org/drawingml/2006/main" xmlns:r="http://schemas.openxmlformats.org/officeDocument/2006/relationships" xmlns:p="http://schemas.openxmlformats.org/presentationml/2006/main" showMasterSp="0" preserve="1" userDrawn="1">
  <p:cSld name="Title Slide Image">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5E0745CB-2FF7-A852-6865-A8F426EE1202}"/>
              </a:ext>
            </a:extLst>
          </p:cNvPr>
          <p:cNvSpPr>
            <a:spLocks noGrp="1"/>
          </p:cNvSpPr>
          <p:nvPr>
            <p:ph type="pic" sz="quarter" idx="10" hasCustomPrompt="1"/>
          </p:nvPr>
        </p:nvSpPr>
        <p:spPr>
          <a:xfrm>
            <a:off x="0" y="0"/>
            <a:ext cx="12192000" cy="6858000"/>
          </a:xfrm>
          <a:solidFill>
            <a:schemeClr val="bg2"/>
          </a:solidFill>
        </p:spPr>
        <p:txBody>
          <a:bodyPr anchor="ctr"/>
          <a:lstStyle>
            <a:lvl1pPr algn="ctr">
              <a:defRPr/>
            </a:lvl1pPr>
          </a:lstStyle>
          <a:p>
            <a:r>
              <a:rPr lang="en-US"/>
              <a:t>Click icon to add cover image</a:t>
            </a:r>
          </a:p>
          <a:p>
            <a:endParaRPr lang="en-US"/>
          </a:p>
        </p:txBody>
      </p:sp>
      <p:sp>
        <p:nvSpPr>
          <p:cNvPr id="2" name="Title 1">
            <a:extLst>
              <a:ext uri="{FF2B5EF4-FFF2-40B4-BE49-F238E27FC236}">
                <a16:creationId xmlns:a16="http://schemas.microsoft.com/office/drawing/2014/main" id="{5AEF2F32-23D2-85EF-3071-5C6939DCE4A4}"/>
              </a:ext>
            </a:extLst>
          </p:cNvPr>
          <p:cNvSpPr>
            <a:spLocks noGrp="1"/>
          </p:cNvSpPr>
          <p:nvPr>
            <p:ph type="ctrTitle"/>
          </p:nvPr>
        </p:nvSpPr>
        <p:spPr>
          <a:xfrm>
            <a:off x="401904" y="1963495"/>
            <a:ext cx="5664555" cy="1828800"/>
          </a:xfrm>
        </p:spPr>
        <p:txBody>
          <a:bodyPr anchor="t" anchorCtr="0"/>
          <a:lstStyle>
            <a:lvl1pPr algn="l">
              <a:lnSpc>
                <a:spcPct val="80000"/>
              </a:lnSpc>
              <a:spcBef>
                <a:spcPts val="1400"/>
              </a:spcBef>
              <a:defRPr sz="4800" b="0"/>
            </a:lvl1pPr>
          </a:lstStyle>
          <a:p>
            <a:r>
              <a:rPr lang="en-US"/>
              <a:t>Click to edit Master title style</a:t>
            </a:r>
          </a:p>
        </p:txBody>
      </p:sp>
      <p:sp>
        <p:nvSpPr>
          <p:cNvPr id="5" name="Subtitle 2">
            <a:extLst>
              <a:ext uri="{FF2B5EF4-FFF2-40B4-BE49-F238E27FC236}">
                <a16:creationId xmlns:a16="http://schemas.microsoft.com/office/drawing/2014/main" id="{98AB6ED3-C5F6-877C-DAED-BEF7F304594B}"/>
              </a:ext>
            </a:extLst>
          </p:cNvPr>
          <p:cNvSpPr>
            <a:spLocks noGrp="1"/>
          </p:cNvSpPr>
          <p:nvPr>
            <p:ph type="subTitle" idx="1" hasCustomPrompt="1"/>
          </p:nvPr>
        </p:nvSpPr>
        <p:spPr>
          <a:xfrm>
            <a:off x="401903" y="6054487"/>
            <a:ext cx="4684447" cy="453228"/>
          </a:xfrm>
        </p:spPr>
        <p:txBody>
          <a:bodyPr/>
          <a:lstStyle>
            <a:lvl1pPr marL="0" indent="0" algn="l">
              <a:lnSpc>
                <a:spcPct val="100000"/>
              </a:lnSpc>
              <a:spcBef>
                <a:spcPts val="100"/>
              </a:spcBef>
              <a:spcAft>
                <a:spcPts val="0"/>
              </a:spcAft>
              <a:buNone/>
              <a:defRPr sz="1400" b="0"/>
            </a:lvl1pPr>
            <a:lvl2pPr marL="0" indent="0" algn="l">
              <a:lnSpc>
                <a:spcPct val="100000"/>
              </a:lnSpc>
              <a:spcBef>
                <a:spcPts val="100"/>
              </a:spcBef>
              <a:buNone/>
              <a:defRPr sz="1400" b="1">
                <a:latin typeface="+mn-lt"/>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subtitle style</a:t>
            </a:r>
          </a:p>
        </p:txBody>
      </p:sp>
      <p:pic>
        <p:nvPicPr>
          <p:cNvPr id="14" name="Graphic 13">
            <a:extLst>
              <a:ext uri="{FF2B5EF4-FFF2-40B4-BE49-F238E27FC236}">
                <a16:creationId xmlns:a16="http://schemas.microsoft.com/office/drawing/2014/main" id="{FB11A3AB-4A69-E082-016E-71E34537136A}"/>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03391" y="383381"/>
            <a:ext cx="1064007" cy="517902"/>
          </a:xfrm>
          <a:prstGeom prst="rect">
            <a:avLst/>
          </a:prstGeom>
        </p:spPr>
      </p:pic>
    </p:spTree>
    <p:extLst>
      <p:ext uri="{BB962C8B-B14F-4D97-AF65-F5344CB8AC3E}">
        <p14:creationId xmlns:p14="http://schemas.microsoft.com/office/powerpoint/2010/main" val="1467578141"/>
      </p:ext>
    </p:extLst>
  </p:cSld>
  <p:clrMapOvr>
    <a:masterClrMapping/>
  </p:clrMapOvr>
  <p:extLst>
    <p:ext uri="{DCECCB84-F9BA-43D5-87BE-67443E8EF086}">
      <p15:sldGuideLst xmlns:p15="http://schemas.microsoft.com/office/powerpoint/2012/main">
        <p15:guide id="9" orient="horz" pos="2160">
          <p15:clr>
            <a:srgbClr val="FBAE40"/>
          </p15:clr>
        </p15:guide>
      </p15:sldGuideLst>
    </p:ext>
  </p:extLst>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9E03C5ED-E0DF-61C8-7A95-440C9FF7F1FA}"/>
              </a:ext>
            </a:extLst>
          </p:cNvPr>
          <p:cNvSpPr>
            <a:spLocks noGrp="1"/>
          </p:cNvSpPr>
          <p:nvPr>
            <p:ph type="title"/>
          </p:nvPr>
        </p:nvSpPr>
        <p:spPr>
          <a:xfrm>
            <a:off x="402336" y="4007973"/>
            <a:ext cx="4671732" cy="1298448"/>
          </a:xfrm>
        </p:spPr>
        <p:txBody>
          <a:bodyPr/>
          <a:lstStyle>
            <a:lvl1pPr>
              <a:defRPr sz="4000"/>
            </a:lvl1pPr>
          </a:lstStyle>
          <a:p>
            <a:r>
              <a:rPr lang="en-US"/>
              <a:t>Click to edit Master title style</a:t>
            </a:r>
          </a:p>
        </p:txBody>
      </p:sp>
      <p:sp>
        <p:nvSpPr>
          <p:cNvPr id="5" name="Content Placeholder 2">
            <a:extLst>
              <a:ext uri="{FF2B5EF4-FFF2-40B4-BE49-F238E27FC236}">
                <a16:creationId xmlns:a16="http://schemas.microsoft.com/office/drawing/2014/main" id="{7518CD4E-B949-EF88-4945-7E36C0015725}"/>
              </a:ext>
            </a:extLst>
          </p:cNvPr>
          <p:cNvSpPr>
            <a:spLocks noGrp="1"/>
          </p:cNvSpPr>
          <p:nvPr>
            <p:ph idx="1"/>
          </p:nvPr>
        </p:nvSpPr>
        <p:spPr>
          <a:xfrm>
            <a:off x="6160294" y="402655"/>
            <a:ext cx="5641181" cy="3521964"/>
          </a:xfrm>
        </p:spPr>
        <p:txBody>
          <a:bodyPr/>
          <a:lstStyle>
            <a:lvl1pPr>
              <a:lnSpc>
                <a:spcPct val="125000"/>
              </a:lnSpc>
              <a:defRPr sz="1500" b="1">
                <a:latin typeface="+mn-lt"/>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er Placeholder 4">
            <a:extLst>
              <a:ext uri="{FF2B5EF4-FFF2-40B4-BE49-F238E27FC236}">
                <a16:creationId xmlns:a16="http://schemas.microsoft.com/office/drawing/2014/main" id="{75979435-2CA0-F566-8195-3E80CC2D6180}"/>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PwC Risk Management</a:t>
            </a:r>
          </a:p>
        </p:txBody>
      </p:sp>
      <p:sp>
        <p:nvSpPr>
          <p:cNvPr id="7" name="Slide Number Placeholder 13">
            <a:extLst>
              <a:ext uri="{FF2B5EF4-FFF2-40B4-BE49-F238E27FC236}">
                <a16:creationId xmlns:a16="http://schemas.microsoft.com/office/drawing/2014/main" id="{3A2C4AA3-8599-3431-5E25-2E68E7DB9FCA}"/>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Tree>
    <p:extLst>
      <p:ext uri="{BB962C8B-B14F-4D97-AF65-F5344CB8AC3E}">
        <p14:creationId xmlns:p14="http://schemas.microsoft.com/office/powerpoint/2010/main" val="2206871198"/>
      </p:ext>
    </p:extLst>
  </p:cSld>
  <p:clrMapOvr>
    <a:masterClrMapping/>
  </p:clrMapOvr>
  <p:extLst>
    <p:ext uri="{DCECCB84-F9BA-43D5-87BE-67443E8EF086}">
      <p15:sldGuideLst xmlns:p15="http://schemas.microsoft.com/office/powerpoint/2012/main"/>
    </p:ext>
  </p:extLst>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userDrawn="1">
  <p:cSld name="Title and Content 2">
    <p:spTree>
      <p:nvGrpSpPr>
        <p:cNvPr id="1" name=""/>
        <p:cNvGrpSpPr/>
        <p:nvPr/>
      </p:nvGrpSpPr>
      <p:grpSpPr>
        <a:xfrm>
          <a:off x="0" y="0"/>
          <a:ext cx="0" cy="0"/>
          <a:chOff x="0" y="0"/>
          <a:chExt cx="0" cy="0"/>
        </a:xfrm>
      </p:grpSpPr>
      <p:sp>
        <p:nvSpPr>
          <p:cNvPr id="2" name="Content Placeholder 2">
            <a:extLst>
              <a:ext uri="{FF2B5EF4-FFF2-40B4-BE49-F238E27FC236}">
                <a16:creationId xmlns:a16="http://schemas.microsoft.com/office/drawing/2014/main" id="{E87E41F5-DD37-DB45-FC81-6078FAA35748}"/>
              </a:ext>
            </a:extLst>
          </p:cNvPr>
          <p:cNvSpPr>
            <a:spLocks noGrp="1"/>
          </p:cNvSpPr>
          <p:nvPr>
            <p:ph idx="1"/>
          </p:nvPr>
        </p:nvSpPr>
        <p:spPr>
          <a:xfrm>
            <a:off x="6157914" y="400050"/>
            <a:ext cx="5643562" cy="2970214"/>
          </a:xfrm>
        </p:spPr>
        <p:txBody>
          <a:bodyPr/>
          <a:lstStyle>
            <a:lvl1pPr>
              <a:spcAft>
                <a:spcPts val="1200"/>
              </a:spcAft>
              <a:defRPr sz="1400"/>
            </a:lvl1pPr>
            <a:lvl2pPr>
              <a:defRPr sz="1200">
                <a:latin typeface="+mj-lt"/>
              </a:defRPr>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itle Placeholder 1">
            <a:extLst>
              <a:ext uri="{FF2B5EF4-FFF2-40B4-BE49-F238E27FC236}">
                <a16:creationId xmlns:a16="http://schemas.microsoft.com/office/drawing/2014/main" id="{0FCB0834-B748-0F65-C02A-23EC83C03DC2}"/>
              </a:ext>
            </a:extLst>
          </p:cNvPr>
          <p:cNvSpPr>
            <a:spLocks noGrp="1"/>
          </p:cNvSpPr>
          <p:nvPr>
            <p:ph type="title"/>
          </p:nvPr>
        </p:nvSpPr>
        <p:spPr>
          <a:xfrm>
            <a:off x="402336" y="3998913"/>
            <a:ext cx="4801396" cy="1425575"/>
          </a:xfrm>
          <a:prstGeom prst="rect">
            <a:avLst/>
          </a:prstGeom>
        </p:spPr>
        <p:txBody>
          <a:bodyPr vert="horz" lIns="0" tIns="0" rIns="0" bIns="0" rtlCol="0" anchor="t" anchorCtr="0">
            <a:noAutofit/>
          </a:bodyPr>
          <a:lstStyle/>
          <a:p>
            <a:r>
              <a:rPr lang="en-US"/>
              <a:t>Click to edit Master title style</a:t>
            </a:r>
          </a:p>
        </p:txBody>
      </p:sp>
      <p:sp>
        <p:nvSpPr>
          <p:cNvPr id="4" name="Slide Number Placeholder 13">
            <a:extLst>
              <a:ext uri="{FF2B5EF4-FFF2-40B4-BE49-F238E27FC236}">
                <a16:creationId xmlns:a16="http://schemas.microsoft.com/office/drawing/2014/main" id="{83F37CB8-4B0C-85FD-979D-0EFBFDE2A1FF}"/>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ctr">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
        <p:nvSpPr>
          <p:cNvPr id="5" name="Footer Placeholder 4">
            <a:extLst>
              <a:ext uri="{FF2B5EF4-FFF2-40B4-BE49-F238E27FC236}">
                <a16:creationId xmlns:a16="http://schemas.microsoft.com/office/drawing/2014/main" id="{C8EC9C41-CB60-9C3F-4A21-4DCCF3B44001}"/>
              </a:ext>
            </a:extLst>
          </p:cNvPr>
          <p:cNvSpPr>
            <a:spLocks noGrp="1"/>
          </p:cNvSpPr>
          <p:nvPr>
            <p:ph type="ftr" sz="quarter" idx="3"/>
          </p:nvPr>
        </p:nvSpPr>
        <p:spPr>
          <a:xfrm>
            <a:off x="1066800" y="6497441"/>
            <a:ext cx="3447482" cy="161583"/>
          </a:xfrm>
          <a:prstGeom prst="rect">
            <a:avLst/>
          </a:prstGeom>
        </p:spPr>
        <p:txBody>
          <a:bodyPr vert="horz" wrap="square" lIns="0" tIns="0" rIns="0" bIns="0" rtlCol="0" anchor="ctr">
            <a:spAutoFit/>
          </a:bodyPr>
          <a:lstStyle>
            <a:lvl1pPr algn="l">
              <a:defRPr sz="1050" b="0">
                <a:solidFill>
                  <a:sysClr val="windowText" lastClr="000000"/>
                </a:solidFill>
                <a:latin typeface="+mn-lt"/>
                <a:cs typeface="Arial" panose="020B0604020202020204" pitchFamily="34" charset="0"/>
              </a:defRPr>
            </a:lvl1pPr>
          </a:lstStyle>
          <a:p>
            <a:r>
              <a:rPr lang="en-US"/>
              <a:t>PwC Risk Management</a:t>
            </a:r>
          </a:p>
        </p:txBody>
      </p:sp>
    </p:spTree>
    <p:extLst>
      <p:ext uri="{BB962C8B-B14F-4D97-AF65-F5344CB8AC3E}">
        <p14:creationId xmlns:p14="http://schemas.microsoft.com/office/powerpoint/2010/main" val="1122358684"/>
      </p:ext>
    </p:extLst>
  </p:cSld>
  <p:clrMapOvr>
    <a:masterClrMapping/>
  </p:clrMapOvr>
  <p:extLst>
    <p:ext uri="{DCECCB84-F9BA-43D5-87BE-67443E8EF086}">
      <p15:sldGuideLst xmlns:p15="http://schemas.microsoft.com/office/powerpoint/2012/main"/>
    </p:ext>
  </p:extLst>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userDrawn="1">
  <p:cSld name="Title and Content 3">
    <p:spTree>
      <p:nvGrpSpPr>
        <p:cNvPr id="1" name=""/>
        <p:cNvGrpSpPr/>
        <p:nvPr/>
      </p:nvGrpSpPr>
      <p:grpSpPr>
        <a:xfrm>
          <a:off x="0" y="0"/>
          <a:ext cx="0" cy="0"/>
          <a:chOff x="0" y="0"/>
          <a:chExt cx="0" cy="0"/>
        </a:xfrm>
      </p:grpSpPr>
      <p:sp>
        <p:nvSpPr>
          <p:cNvPr id="2" name="Content Placeholder 2">
            <a:extLst>
              <a:ext uri="{FF2B5EF4-FFF2-40B4-BE49-F238E27FC236}">
                <a16:creationId xmlns:a16="http://schemas.microsoft.com/office/drawing/2014/main" id="{E87E41F5-DD37-DB45-FC81-6078FAA35748}"/>
              </a:ext>
            </a:extLst>
          </p:cNvPr>
          <p:cNvSpPr>
            <a:spLocks noGrp="1"/>
          </p:cNvSpPr>
          <p:nvPr>
            <p:ph idx="1"/>
          </p:nvPr>
        </p:nvSpPr>
        <p:spPr>
          <a:xfrm>
            <a:off x="6157914" y="400050"/>
            <a:ext cx="5643562" cy="3998913"/>
          </a:xfrm>
        </p:spPr>
        <p:txBody>
          <a:bodyPr/>
          <a:lstStyle>
            <a:lvl1pPr>
              <a:spcAft>
                <a:spcPts val="1200"/>
              </a:spcAft>
              <a:defRPr sz="1400"/>
            </a:lvl1pPr>
            <a:lvl2pPr>
              <a:defRPr sz="1200">
                <a:latin typeface="+mj-lt"/>
              </a:defRPr>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itle Placeholder 1">
            <a:extLst>
              <a:ext uri="{FF2B5EF4-FFF2-40B4-BE49-F238E27FC236}">
                <a16:creationId xmlns:a16="http://schemas.microsoft.com/office/drawing/2014/main" id="{0FCB0834-B748-0F65-C02A-23EC83C03DC2}"/>
              </a:ext>
            </a:extLst>
          </p:cNvPr>
          <p:cNvSpPr>
            <a:spLocks noGrp="1"/>
          </p:cNvSpPr>
          <p:nvPr>
            <p:ph type="title"/>
          </p:nvPr>
        </p:nvSpPr>
        <p:spPr>
          <a:xfrm>
            <a:off x="402336" y="3998913"/>
            <a:ext cx="4801396" cy="1425575"/>
          </a:xfrm>
          <a:prstGeom prst="rect">
            <a:avLst/>
          </a:prstGeom>
        </p:spPr>
        <p:txBody>
          <a:bodyPr vert="horz" lIns="0" tIns="0" rIns="0" bIns="0" rtlCol="0" anchor="t" anchorCtr="0">
            <a:noAutofit/>
          </a:bodyPr>
          <a:lstStyle/>
          <a:p>
            <a:r>
              <a:rPr lang="en-US"/>
              <a:t>Click to edit Master title style</a:t>
            </a:r>
          </a:p>
        </p:txBody>
      </p:sp>
      <p:sp>
        <p:nvSpPr>
          <p:cNvPr id="4" name="Slide Number Placeholder 13">
            <a:extLst>
              <a:ext uri="{FF2B5EF4-FFF2-40B4-BE49-F238E27FC236}">
                <a16:creationId xmlns:a16="http://schemas.microsoft.com/office/drawing/2014/main" id="{83F37CB8-4B0C-85FD-979D-0EFBFDE2A1FF}"/>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ctr">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
        <p:nvSpPr>
          <p:cNvPr id="5" name="Footer Placeholder 4">
            <a:extLst>
              <a:ext uri="{FF2B5EF4-FFF2-40B4-BE49-F238E27FC236}">
                <a16:creationId xmlns:a16="http://schemas.microsoft.com/office/drawing/2014/main" id="{C8EC9C41-CB60-9C3F-4A21-4DCCF3B44001}"/>
              </a:ext>
            </a:extLst>
          </p:cNvPr>
          <p:cNvSpPr>
            <a:spLocks noGrp="1"/>
          </p:cNvSpPr>
          <p:nvPr>
            <p:ph type="ftr" sz="quarter" idx="3"/>
          </p:nvPr>
        </p:nvSpPr>
        <p:spPr>
          <a:xfrm>
            <a:off x="1066800" y="6497441"/>
            <a:ext cx="3447482" cy="161583"/>
          </a:xfrm>
          <a:prstGeom prst="rect">
            <a:avLst/>
          </a:prstGeom>
        </p:spPr>
        <p:txBody>
          <a:bodyPr vert="horz" wrap="square" lIns="0" tIns="0" rIns="0" bIns="0" rtlCol="0" anchor="ctr">
            <a:spAutoFit/>
          </a:bodyPr>
          <a:lstStyle>
            <a:lvl1pPr algn="l">
              <a:defRPr sz="1050" b="0">
                <a:solidFill>
                  <a:sysClr val="windowText" lastClr="000000"/>
                </a:solidFill>
                <a:latin typeface="+mn-lt"/>
                <a:cs typeface="Arial" panose="020B0604020202020204" pitchFamily="34" charset="0"/>
              </a:defRPr>
            </a:lvl1pPr>
          </a:lstStyle>
          <a:p>
            <a:r>
              <a:rPr lang="en-US"/>
              <a:t>PwC Risk Management</a:t>
            </a:r>
          </a:p>
        </p:txBody>
      </p:sp>
    </p:spTree>
    <p:extLst>
      <p:ext uri="{BB962C8B-B14F-4D97-AF65-F5344CB8AC3E}">
        <p14:creationId xmlns:p14="http://schemas.microsoft.com/office/powerpoint/2010/main" val="1742977519"/>
      </p:ext>
    </p:extLst>
  </p:cSld>
  <p:clrMapOvr>
    <a:masterClrMapping/>
  </p:clrMapOvr>
  <p:extLst>
    <p:ext uri="{DCECCB84-F9BA-43D5-87BE-67443E8EF086}">
      <p15:sldGuideLst xmlns:p15="http://schemas.microsoft.com/office/powerpoint/2012/main"/>
    </p:ext>
  </p:extLst>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userDrawn="1">
  <p:cSld name="Title and Content 4">
    <p:spTree>
      <p:nvGrpSpPr>
        <p:cNvPr id="1" name=""/>
        <p:cNvGrpSpPr/>
        <p:nvPr/>
      </p:nvGrpSpPr>
      <p:grpSpPr>
        <a:xfrm>
          <a:off x="0" y="0"/>
          <a:ext cx="0" cy="0"/>
          <a:chOff x="0" y="0"/>
          <a:chExt cx="0" cy="0"/>
        </a:xfrm>
      </p:grpSpPr>
      <p:sp>
        <p:nvSpPr>
          <p:cNvPr id="2" name="Content Placeholder 2">
            <a:extLst>
              <a:ext uri="{FF2B5EF4-FFF2-40B4-BE49-F238E27FC236}">
                <a16:creationId xmlns:a16="http://schemas.microsoft.com/office/drawing/2014/main" id="{E87E41F5-DD37-DB45-FC81-6078FAA35748}"/>
              </a:ext>
            </a:extLst>
          </p:cNvPr>
          <p:cNvSpPr>
            <a:spLocks noGrp="1"/>
          </p:cNvSpPr>
          <p:nvPr>
            <p:ph idx="1"/>
          </p:nvPr>
        </p:nvSpPr>
        <p:spPr>
          <a:xfrm>
            <a:off x="6157914" y="400050"/>
            <a:ext cx="5643562" cy="5653088"/>
          </a:xfrm>
        </p:spPr>
        <p:txBody>
          <a:bodyPr/>
          <a:lstStyle>
            <a:lvl1pPr>
              <a:spcAft>
                <a:spcPts val="1200"/>
              </a:spcAft>
              <a:defRPr sz="1400"/>
            </a:lvl1pPr>
            <a:lvl2pPr>
              <a:defRPr sz="1200">
                <a:latin typeface="+mj-lt"/>
              </a:defRPr>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itle Placeholder 1">
            <a:extLst>
              <a:ext uri="{FF2B5EF4-FFF2-40B4-BE49-F238E27FC236}">
                <a16:creationId xmlns:a16="http://schemas.microsoft.com/office/drawing/2014/main" id="{0FCB0834-B748-0F65-C02A-23EC83C03DC2}"/>
              </a:ext>
            </a:extLst>
          </p:cNvPr>
          <p:cNvSpPr>
            <a:spLocks noGrp="1"/>
          </p:cNvSpPr>
          <p:nvPr>
            <p:ph type="title"/>
          </p:nvPr>
        </p:nvSpPr>
        <p:spPr>
          <a:xfrm>
            <a:off x="402336" y="3998913"/>
            <a:ext cx="4801396" cy="1425575"/>
          </a:xfrm>
          <a:prstGeom prst="rect">
            <a:avLst/>
          </a:prstGeom>
        </p:spPr>
        <p:txBody>
          <a:bodyPr vert="horz" lIns="0" tIns="0" rIns="0" bIns="0" rtlCol="0" anchor="t" anchorCtr="0">
            <a:noAutofit/>
          </a:bodyPr>
          <a:lstStyle/>
          <a:p>
            <a:r>
              <a:rPr lang="en-US"/>
              <a:t>Click to edit Master title style</a:t>
            </a:r>
          </a:p>
        </p:txBody>
      </p:sp>
      <p:sp>
        <p:nvSpPr>
          <p:cNvPr id="4" name="Slide Number Placeholder 13">
            <a:extLst>
              <a:ext uri="{FF2B5EF4-FFF2-40B4-BE49-F238E27FC236}">
                <a16:creationId xmlns:a16="http://schemas.microsoft.com/office/drawing/2014/main" id="{83F37CB8-4B0C-85FD-979D-0EFBFDE2A1FF}"/>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ctr">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
        <p:nvSpPr>
          <p:cNvPr id="5" name="Footer Placeholder 4">
            <a:extLst>
              <a:ext uri="{FF2B5EF4-FFF2-40B4-BE49-F238E27FC236}">
                <a16:creationId xmlns:a16="http://schemas.microsoft.com/office/drawing/2014/main" id="{C8EC9C41-CB60-9C3F-4A21-4DCCF3B44001}"/>
              </a:ext>
            </a:extLst>
          </p:cNvPr>
          <p:cNvSpPr>
            <a:spLocks noGrp="1"/>
          </p:cNvSpPr>
          <p:nvPr>
            <p:ph type="ftr" sz="quarter" idx="3"/>
          </p:nvPr>
        </p:nvSpPr>
        <p:spPr>
          <a:xfrm>
            <a:off x="1066800" y="6497441"/>
            <a:ext cx="3447482" cy="161583"/>
          </a:xfrm>
          <a:prstGeom prst="rect">
            <a:avLst/>
          </a:prstGeom>
        </p:spPr>
        <p:txBody>
          <a:bodyPr vert="horz" wrap="square" lIns="0" tIns="0" rIns="0" bIns="0" rtlCol="0" anchor="ctr">
            <a:spAutoFit/>
          </a:bodyPr>
          <a:lstStyle>
            <a:lvl1pPr algn="l">
              <a:defRPr sz="1050" b="0">
                <a:solidFill>
                  <a:sysClr val="windowText" lastClr="000000"/>
                </a:solidFill>
                <a:latin typeface="+mn-lt"/>
                <a:cs typeface="Arial" panose="020B0604020202020204" pitchFamily="34" charset="0"/>
              </a:defRPr>
            </a:lvl1pPr>
          </a:lstStyle>
          <a:p>
            <a:r>
              <a:rPr lang="en-US"/>
              <a:t>PwC Risk Management</a:t>
            </a:r>
          </a:p>
        </p:txBody>
      </p:sp>
    </p:spTree>
    <p:extLst>
      <p:ext uri="{BB962C8B-B14F-4D97-AF65-F5344CB8AC3E}">
        <p14:creationId xmlns:p14="http://schemas.microsoft.com/office/powerpoint/2010/main" val="3983584270"/>
      </p:ext>
    </p:extLst>
  </p:cSld>
  <p:clrMapOvr>
    <a:masterClrMapping/>
  </p:clrMapOvr>
  <p:extLst>
    <p:ext uri="{DCECCB84-F9BA-43D5-87BE-67443E8EF086}">
      <p15:sldGuideLst xmlns:p15="http://schemas.microsoft.com/office/powerpoint/2012/main"/>
    </p:ext>
  </p:extLst>
</p:sldLayout>
</file>

<file path=ppt/slideLayouts/slideLayout105.xml><?xml version="1.0" encoding="utf-8"?>
<p:sldLayout xmlns:a="http://schemas.openxmlformats.org/drawingml/2006/main" xmlns:r="http://schemas.openxmlformats.org/officeDocument/2006/relationships" xmlns:p="http://schemas.openxmlformats.org/presentationml/2006/main" preserve="1" userDrawn="1">
  <p:cSld name="Title and Content 5">
    <p:spTree>
      <p:nvGrpSpPr>
        <p:cNvPr id="1" name=""/>
        <p:cNvGrpSpPr/>
        <p:nvPr/>
      </p:nvGrpSpPr>
      <p:grpSpPr>
        <a:xfrm>
          <a:off x="0" y="0"/>
          <a:ext cx="0" cy="0"/>
          <a:chOff x="0" y="0"/>
          <a:chExt cx="0" cy="0"/>
        </a:xfrm>
      </p:grpSpPr>
      <p:sp>
        <p:nvSpPr>
          <p:cNvPr id="2" name="Content Placeholder 2">
            <a:extLst>
              <a:ext uri="{FF2B5EF4-FFF2-40B4-BE49-F238E27FC236}">
                <a16:creationId xmlns:a16="http://schemas.microsoft.com/office/drawing/2014/main" id="{E87E41F5-DD37-DB45-FC81-6078FAA35748}"/>
              </a:ext>
            </a:extLst>
          </p:cNvPr>
          <p:cNvSpPr>
            <a:spLocks noGrp="1"/>
          </p:cNvSpPr>
          <p:nvPr>
            <p:ph idx="1"/>
          </p:nvPr>
        </p:nvSpPr>
        <p:spPr>
          <a:xfrm>
            <a:off x="5199063" y="400050"/>
            <a:ext cx="6602413" cy="5653088"/>
          </a:xfrm>
        </p:spPr>
        <p:txBody>
          <a:bodyPr/>
          <a:lstStyle>
            <a:lvl1pPr>
              <a:spcAft>
                <a:spcPts val="1200"/>
              </a:spcAft>
              <a:defRPr sz="1400"/>
            </a:lvl1pPr>
            <a:lvl2pPr>
              <a:defRPr sz="1200">
                <a:latin typeface="+mj-lt"/>
              </a:defRPr>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itle Placeholder 1">
            <a:extLst>
              <a:ext uri="{FF2B5EF4-FFF2-40B4-BE49-F238E27FC236}">
                <a16:creationId xmlns:a16="http://schemas.microsoft.com/office/drawing/2014/main" id="{0FCB0834-B748-0F65-C02A-23EC83C03DC2}"/>
              </a:ext>
            </a:extLst>
          </p:cNvPr>
          <p:cNvSpPr>
            <a:spLocks noGrp="1"/>
          </p:cNvSpPr>
          <p:nvPr>
            <p:ph type="title"/>
          </p:nvPr>
        </p:nvSpPr>
        <p:spPr>
          <a:xfrm>
            <a:off x="402336" y="3998913"/>
            <a:ext cx="3840957" cy="1425575"/>
          </a:xfrm>
          <a:prstGeom prst="rect">
            <a:avLst/>
          </a:prstGeom>
        </p:spPr>
        <p:txBody>
          <a:bodyPr vert="horz" lIns="0" tIns="0" rIns="0" bIns="0" rtlCol="0" anchor="t" anchorCtr="0">
            <a:noAutofit/>
          </a:bodyPr>
          <a:lstStyle/>
          <a:p>
            <a:r>
              <a:rPr lang="en-US"/>
              <a:t>Click to edit Master title style</a:t>
            </a:r>
          </a:p>
        </p:txBody>
      </p:sp>
      <p:sp>
        <p:nvSpPr>
          <p:cNvPr id="4" name="Slide Number Placeholder 13">
            <a:extLst>
              <a:ext uri="{FF2B5EF4-FFF2-40B4-BE49-F238E27FC236}">
                <a16:creationId xmlns:a16="http://schemas.microsoft.com/office/drawing/2014/main" id="{83F37CB8-4B0C-85FD-979D-0EFBFDE2A1FF}"/>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ctr">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
        <p:nvSpPr>
          <p:cNvPr id="5" name="Footer Placeholder 4">
            <a:extLst>
              <a:ext uri="{FF2B5EF4-FFF2-40B4-BE49-F238E27FC236}">
                <a16:creationId xmlns:a16="http://schemas.microsoft.com/office/drawing/2014/main" id="{C8EC9C41-CB60-9C3F-4A21-4DCCF3B44001}"/>
              </a:ext>
            </a:extLst>
          </p:cNvPr>
          <p:cNvSpPr>
            <a:spLocks noGrp="1"/>
          </p:cNvSpPr>
          <p:nvPr>
            <p:ph type="ftr" sz="quarter" idx="3"/>
          </p:nvPr>
        </p:nvSpPr>
        <p:spPr>
          <a:xfrm>
            <a:off x="1066800" y="6497441"/>
            <a:ext cx="3447482" cy="161583"/>
          </a:xfrm>
          <a:prstGeom prst="rect">
            <a:avLst/>
          </a:prstGeom>
        </p:spPr>
        <p:txBody>
          <a:bodyPr vert="horz" wrap="square" lIns="0" tIns="0" rIns="0" bIns="0" rtlCol="0" anchor="ctr">
            <a:spAutoFit/>
          </a:bodyPr>
          <a:lstStyle>
            <a:lvl1pPr algn="l">
              <a:defRPr sz="1050" b="0">
                <a:solidFill>
                  <a:sysClr val="windowText" lastClr="000000"/>
                </a:solidFill>
                <a:latin typeface="+mn-lt"/>
                <a:cs typeface="Arial" panose="020B0604020202020204" pitchFamily="34" charset="0"/>
              </a:defRPr>
            </a:lvl1pPr>
          </a:lstStyle>
          <a:p>
            <a:r>
              <a:rPr lang="en-US"/>
              <a:t>PwC Risk Management</a:t>
            </a:r>
          </a:p>
        </p:txBody>
      </p:sp>
    </p:spTree>
    <p:extLst>
      <p:ext uri="{BB962C8B-B14F-4D97-AF65-F5344CB8AC3E}">
        <p14:creationId xmlns:p14="http://schemas.microsoft.com/office/powerpoint/2010/main" val="1336136065"/>
      </p:ext>
    </p:extLst>
  </p:cSld>
  <p:clrMapOvr>
    <a:masterClrMapping/>
  </p:clrMapOvr>
  <p:extLst>
    <p:ext uri="{DCECCB84-F9BA-43D5-87BE-67443E8EF086}">
      <p15:sldGuideLst xmlns:p15="http://schemas.microsoft.com/office/powerpoint/2012/main"/>
    </p:ext>
  </p:extLst>
</p:sldLayout>
</file>

<file path=ppt/slideLayouts/slideLayout106.xml><?xml version="1.0" encoding="utf-8"?>
<p:sldLayout xmlns:a="http://schemas.openxmlformats.org/drawingml/2006/main" xmlns:r="http://schemas.openxmlformats.org/officeDocument/2006/relationships" xmlns:p="http://schemas.openxmlformats.org/presentationml/2006/main" preserve="1" userDrawn="1">
  <p:cSld name="Section Header">
    <p:bg>
      <p:bgPr>
        <a:solidFill>
          <a:srgbClr val="FFE8D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539E65-4ABC-F7FC-FCE0-B29255497D5B}"/>
              </a:ext>
            </a:extLst>
          </p:cNvPr>
          <p:cNvSpPr>
            <a:spLocks noGrp="1"/>
          </p:cNvSpPr>
          <p:nvPr>
            <p:ph type="title"/>
          </p:nvPr>
        </p:nvSpPr>
        <p:spPr>
          <a:xfrm>
            <a:off x="397772" y="3459958"/>
            <a:ext cx="5645841" cy="2593275"/>
          </a:xfrm>
        </p:spPr>
        <p:txBody>
          <a:bodyPr anchor="b" anchorCtr="0"/>
          <a:lstStyle>
            <a:lvl1pPr>
              <a:lnSpc>
                <a:spcPct val="80000"/>
              </a:lnSpc>
              <a:spcBef>
                <a:spcPts val="1400"/>
              </a:spcBef>
              <a:defRPr sz="4800" b="0"/>
            </a:lvl1pPr>
          </a:lstStyle>
          <a:p>
            <a:r>
              <a:rPr lang="en-US"/>
              <a:t>Click to edit Master title style</a:t>
            </a:r>
          </a:p>
        </p:txBody>
      </p:sp>
      <p:sp>
        <p:nvSpPr>
          <p:cNvPr id="3" name="Text Placeholder 2">
            <a:extLst>
              <a:ext uri="{FF2B5EF4-FFF2-40B4-BE49-F238E27FC236}">
                <a16:creationId xmlns:a16="http://schemas.microsoft.com/office/drawing/2014/main" id="{B2BDD4AC-270A-4483-7315-655B46AA98C3}"/>
              </a:ext>
            </a:extLst>
          </p:cNvPr>
          <p:cNvSpPr>
            <a:spLocks noGrp="1"/>
          </p:cNvSpPr>
          <p:nvPr>
            <p:ph type="body" idx="1" hasCustomPrompt="1"/>
          </p:nvPr>
        </p:nvSpPr>
        <p:spPr>
          <a:xfrm>
            <a:off x="8193823" y="572408"/>
            <a:ext cx="3462095" cy="4308872"/>
          </a:xfrm>
        </p:spPr>
        <p:txBody>
          <a:bodyPr wrap="square">
            <a:spAutoFit/>
          </a:bodyPr>
          <a:lstStyle>
            <a:lvl1pPr marL="0" indent="0" algn="r">
              <a:lnSpc>
                <a:spcPct val="80000"/>
              </a:lnSpc>
              <a:spcBef>
                <a:spcPts val="0"/>
              </a:spcBef>
              <a:spcAft>
                <a:spcPts val="0"/>
              </a:spcAft>
              <a:buNone/>
              <a:defRPr sz="35000" b="0" kern="100" spc="-50" baseline="0">
                <a:solidFill>
                  <a:schemeClr val="accent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0</a:t>
            </a:r>
          </a:p>
        </p:txBody>
      </p:sp>
      <p:sp>
        <p:nvSpPr>
          <p:cNvPr id="6" name="Footer Placeholder 4">
            <a:extLst>
              <a:ext uri="{FF2B5EF4-FFF2-40B4-BE49-F238E27FC236}">
                <a16:creationId xmlns:a16="http://schemas.microsoft.com/office/drawing/2014/main" id="{8A3789D3-8936-6361-B279-04482E5DA052}"/>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PwC Risk Management</a:t>
            </a:r>
          </a:p>
        </p:txBody>
      </p:sp>
      <p:sp>
        <p:nvSpPr>
          <p:cNvPr id="7" name="Slide Number Placeholder 13">
            <a:extLst>
              <a:ext uri="{FF2B5EF4-FFF2-40B4-BE49-F238E27FC236}">
                <a16:creationId xmlns:a16="http://schemas.microsoft.com/office/drawing/2014/main" id="{D2CF944E-CA0D-78C4-2738-7FF65A3C61DE}"/>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Tree>
    <p:extLst>
      <p:ext uri="{BB962C8B-B14F-4D97-AF65-F5344CB8AC3E}">
        <p14:creationId xmlns:p14="http://schemas.microsoft.com/office/powerpoint/2010/main" val="1583618210"/>
      </p:ext>
    </p:extLst>
  </p:cSld>
  <p:clrMapOvr>
    <a:masterClrMapping/>
  </p:clrMapOvr>
  <p:extLst>
    <p:ext uri="{DCECCB84-F9BA-43D5-87BE-67443E8EF086}">
      <p15:sldGuideLst xmlns:p15="http://schemas.microsoft.com/office/powerpoint/2012/main"/>
    </p:ext>
  </p:extLst>
</p:sldLayout>
</file>

<file path=ppt/slideLayouts/slideLayout107.xml><?xml version="1.0" encoding="utf-8"?>
<p:sldLayout xmlns:a="http://schemas.openxmlformats.org/drawingml/2006/main" xmlns:r="http://schemas.openxmlformats.org/officeDocument/2006/relationships" xmlns:p="http://schemas.openxmlformats.org/presentationml/2006/main" preserve="1" userDrawn="1">
  <p:cSld name="Section Header 2">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2074E594-75BC-BB21-5CB5-2ECACC5760F1}"/>
              </a:ext>
            </a:extLst>
          </p:cNvPr>
          <p:cNvSpPr>
            <a:spLocks noGrp="1"/>
          </p:cNvSpPr>
          <p:nvPr>
            <p:ph type="title"/>
          </p:nvPr>
        </p:nvSpPr>
        <p:spPr>
          <a:xfrm>
            <a:off x="397772" y="3459958"/>
            <a:ext cx="5645841" cy="2593275"/>
          </a:xfrm>
        </p:spPr>
        <p:txBody>
          <a:bodyPr anchor="b" anchorCtr="0"/>
          <a:lstStyle>
            <a:lvl1pPr>
              <a:lnSpc>
                <a:spcPct val="80000"/>
              </a:lnSpc>
              <a:spcBef>
                <a:spcPts val="1400"/>
              </a:spcBef>
              <a:defRPr sz="4800" b="0"/>
            </a:lvl1pPr>
          </a:lstStyle>
          <a:p>
            <a:r>
              <a:rPr lang="en-US"/>
              <a:t>Click to edit Master title style</a:t>
            </a:r>
          </a:p>
        </p:txBody>
      </p:sp>
      <p:sp>
        <p:nvSpPr>
          <p:cNvPr id="3" name="Text Placeholder 2">
            <a:extLst>
              <a:ext uri="{FF2B5EF4-FFF2-40B4-BE49-F238E27FC236}">
                <a16:creationId xmlns:a16="http://schemas.microsoft.com/office/drawing/2014/main" id="{B2BDD4AC-270A-4483-7315-655B46AA98C3}"/>
              </a:ext>
            </a:extLst>
          </p:cNvPr>
          <p:cNvSpPr>
            <a:spLocks noGrp="1"/>
          </p:cNvSpPr>
          <p:nvPr>
            <p:ph type="body" idx="1" hasCustomPrompt="1"/>
          </p:nvPr>
        </p:nvSpPr>
        <p:spPr>
          <a:xfrm>
            <a:off x="8193823" y="576072"/>
            <a:ext cx="3462095" cy="4308872"/>
          </a:xfrm>
        </p:spPr>
        <p:txBody>
          <a:bodyPr wrap="square">
            <a:spAutoFit/>
          </a:bodyPr>
          <a:lstStyle>
            <a:lvl1pPr marL="0" indent="0" algn="r">
              <a:lnSpc>
                <a:spcPct val="80000"/>
              </a:lnSpc>
              <a:spcBef>
                <a:spcPts val="0"/>
              </a:spcBef>
              <a:spcAft>
                <a:spcPts val="0"/>
              </a:spcAft>
              <a:buNone/>
              <a:defRPr sz="35000" b="0" kern="100" spc="-50" baseline="0">
                <a:solidFill>
                  <a:schemeClr val="accent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0</a:t>
            </a:r>
          </a:p>
        </p:txBody>
      </p:sp>
      <p:sp>
        <p:nvSpPr>
          <p:cNvPr id="5" name="Footer Placeholder 4">
            <a:extLst>
              <a:ext uri="{FF2B5EF4-FFF2-40B4-BE49-F238E27FC236}">
                <a16:creationId xmlns:a16="http://schemas.microsoft.com/office/drawing/2014/main" id="{14843C2F-D12F-B2E4-1020-42BB1F404EEB}"/>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PwC Risk Management</a:t>
            </a:r>
          </a:p>
        </p:txBody>
      </p:sp>
      <p:sp>
        <p:nvSpPr>
          <p:cNvPr id="6" name="Slide Number Placeholder 13">
            <a:extLst>
              <a:ext uri="{FF2B5EF4-FFF2-40B4-BE49-F238E27FC236}">
                <a16:creationId xmlns:a16="http://schemas.microsoft.com/office/drawing/2014/main" id="{78D8C702-FC4B-D3F7-8D51-D2B3DFBA1CCE}"/>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Tree>
    <p:extLst>
      <p:ext uri="{BB962C8B-B14F-4D97-AF65-F5344CB8AC3E}">
        <p14:creationId xmlns:p14="http://schemas.microsoft.com/office/powerpoint/2010/main" val="2668436903"/>
      </p:ext>
    </p:extLst>
  </p:cSld>
  <p:clrMapOvr>
    <a:masterClrMapping/>
  </p:clrMapOvr>
  <p:extLst>
    <p:ext uri="{DCECCB84-F9BA-43D5-87BE-67443E8EF086}">
      <p15:sldGuideLst xmlns:p15="http://schemas.microsoft.com/office/powerpoint/2012/main"/>
    </p:ext>
  </p:extLst>
</p:sldLayout>
</file>

<file path=ppt/slideLayouts/slideLayout108.xml><?xml version="1.0" encoding="utf-8"?>
<p:sldLayout xmlns:a="http://schemas.openxmlformats.org/drawingml/2006/main" xmlns:r="http://schemas.openxmlformats.org/officeDocument/2006/relationships" xmlns:p="http://schemas.openxmlformats.org/presentationml/2006/main" preserve="1" userDrawn="1">
  <p:cSld name="Section Header 3">
    <p:spTree>
      <p:nvGrpSpPr>
        <p:cNvPr id="1" name=""/>
        <p:cNvGrpSpPr/>
        <p:nvPr/>
      </p:nvGrpSpPr>
      <p:grpSpPr>
        <a:xfrm>
          <a:off x="0" y="0"/>
          <a:ext cx="0" cy="0"/>
          <a:chOff x="0" y="0"/>
          <a:chExt cx="0" cy="0"/>
        </a:xfrm>
      </p:grpSpPr>
      <p:sp>
        <p:nvSpPr>
          <p:cNvPr id="4" name="Picture Placeholder 14">
            <a:extLst>
              <a:ext uri="{FF2B5EF4-FFF2-40B4-BE49-F238E27FC236}">
                <a16:creationId xmlns:a16="http://schemas.microsoft.com/office/drawing/2014/main" id="{50A2C7B7-9D29-E058-E1D5-11CACA152562}"/>
              </a:ext>
              <a:ext uri="{C183D7F6-B498-43B3-948B-1728B52AA6E4}">
                <adec:decorative xmlns:adec="http://schemas.microsoft.com/office/drawing/2017/decorative" val="1"/>
              </a:ext>
            </a:extLst>
          </p:cNvPr>
          <p:cNvSpPr>
            <a:spLocks noGrp="1"/>
          </p:cNvSpPr>
          <p:nvPr>
            <p:ph type="pic" sz="quarter" idx="10"/>
          </p:nvPr>
        </p:nvSpPr>
        <p:spPr>
          <a:xfrm>
            <a:off x="0" y="0"/>
            <a:ext cx="12188951" cy="6858001"/>
          </a:xfrm>
          <a:solidFill>
            <a:schemeClr val="bg1">
              <a:lumMod val="85000"/>
            </a:schemeClr>
          </a:solidFill>
        </p:spPr>
        <p:txBody>
          <a:bodyPr tIns="1554480"/>
          <a:lstStyle>
            <a:lvl1pPr algn="ctr">
              <a:defRPr/>
            </a:lvl1pPr>
          </a:lstStyle>
          <a:p>
            <a:r>
              <a:rPr lang="en-US"/>
              <a:t>Click icon to add picture</a:t>
            </a:r>
          </a:p>
        </p:txBody>
      </p:sp>
      <p:sp>
        <p:nvSpPr>
          <p:cNvPr id="2" name="Title 1">
            <a:extLst>
              <a:ext uri="{FF2B5EF4-FFF2-40B4-BE49-F238E27FC236}">
                <a16:creationId xmlns:a16="http://schemas.microsoft.com/office/drawing/2014/main" id="{B4539E65-4ABC-F7FC-FCE0-B29255497D5B}"/>
              </a:ext>
            </a:extLst>
          </p:cNvPr>
          <p:cNvSpPr>
            <a:spLocks noGrp="1"/>
          </p:cNvSpPr>
          <p:nvPr>
            <p:ph type="title"/>
          </p:nvPr>
        </p:nvSpPr>
        <p:spPr>
          <a:xfrm>
            <a:off x="402430" y="3372236"/>
            <a:ext cx="5641183" cy="1414180"/>
          </a:xfrm>
        </p:spPr>
        <p:txBody>
          <a:bodyPr anchor="b"/>
          <a:lstStyle>
            <a:lvl1pPr>
              <a:lnSpc>
                <a:spcPct val="80000"/>
              </a:lnSpc>
              <a:spcBef>
                <a:spcPts val="1400"/>
              </a:spcBef>
              <a:defRPr sz="4800" b="0"/>
            </a:lvl1pPr>
          </a:lstStyle>
          <a:p>
            <a:r>
              <a:rPr lang="en-US"/>
              <a:t>Click to edit Master title style</a:t>
            </a:r>
          </a:p>
        </p:txBody>
      </p:sp>
      <p:sp>
        <p:nvSpPr>
          <p:cNvPr id="3" name="Text Placeholder 2">
            <a:extLst>
              <a:ext uri="{FF2B5EF4-FFF2-40B4-BE49-F238E27FC236}">
                <a16:creationId xmlns:a16="http://schemas.microsoft.com/office/drawing/2014/main" id="{B2BDD4AC-270A-4483-7315-655B46AA98C3}"/>
              </a:ext>
            </a:extLst>
          </p:cNvPr>
          <p:cNvSpPr>
            <a:spLocks noGrp="1"/>
          </p:cNvSpPr>
          <p:nvPr>
            <p:ph type="body" idx="1" hasCustomPrompt="1"/>
          </p:nvPr>
        </p:nvSpPr>
        <p:spPr>
          <a:xfrm>
            <a:off x="8193823" y="576072"/>
            <a:ext cx="3462095" cy="4308872"/>
          </a:xfrm>
        </p:spPr>
        <p:txBody>
          <a:bodyPr wrap="square">
            <a:spAutoFit/>
          </a:bodyPr>
          <a:lstStyle>
            <a:lvl1pPr marL="0" indent="0" algn="r">
              <a:lnSpc>
                <a:spcPct val="80000"/>
              </a:lnSpc>
              <a:spcBef>
                <a:spcPts val="0"/>
              </a:spcBef>
              <a:spcAft>
                <a:spcPts val="0"/>
              </a:spcAft>
              <a:buNone/>
              <a:defRPr sz="35000" b="0" kern="100" spc="-50" baseline="0">
                <a:solidFill>
                  <a:schemeClr val="accent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0</a:t>
            </a:r>
          </a:p>
        </p:txBody>
      </p:sp>
      <p:sp>
        <p:nvSpPr>
          <p:cNvPr id="10" name="Text Placeholder 9">
            <a:extLst>
              <a:ext uri="{FF2B5EF4-FFF2-40B4-BE49-F238E27FC236}">
                <a16:creationId xmlns:a16="http://schemas.microsoft.com/office/drawing/2014/main" id="{8BF9F556-4510-F7DD-B333-C401D75BD796}"/>
              </a:ext>
            </a:extLst>
          </p:cNvPr>
          <p:cNvSpPr>
            <a:spLocks noGrp="1"/>
          </p:cNvSpPr>
          <p:nvPr>
            <p:ph type="body" sz="quarter" idx="11"/>
          </p:nvPr>
        </p:nvSpPr>
        <p:spPr>
          <a:xfrm>
            <a:off x="402432" y="5029715"/>
            <a:ext cx="5641182" cy="990083"/>
          </a:xfrm>
        </p:spPr>
        <p:txBody>
          <a:bodyPr/>
          <a:lstStyle>
            <a:lvl1pPr>
              <a:defRPr sz="1300" b="0">
                <a:latin typeface="+mj-lt"/>
              </a:defRPr>
            </a:lvl1pPr>
          </a:lstStyle>
          <a:p>
            <a:pPr lvl="0"/>
            <a:r>
              <a:rPr lang="en-US"/>
              <a:t>Click to edit Master text styles</a:t>
            </a:r>
          </a:p>
        </p:txBody>
      </p:sp>
      <p:sp>
        <p:nvSpPr>
          <p:cNvPr id="16" name="Text Placeholder 15">
            <a:extLst>
              <a:ext uri="{FF2B5EF4-FFF2-40B4-BE49-F238E27FC236}">
                <a16:creationId xmlns:a16="http://schemas.microsoft.com/office/drawing/2014/main" id="{AFBC73D5-BBD4-6DEA-ABD4-C7C99DE36B66}"/>
              </a:ext>
            </a:extLst>
          </p:cNvPr>
          <p:cNvSpPr>
            <a:spLocks noGrp="1"/>
          </p:cNvSpPr>
          <p:nvPr>
            <p:ph type="body" sz="quarter" idx="12" hasCustomPrompt="1"/>
          </p:nvPr>
        </p:nvSpPr>
        <p:spPr>
          <a:xfrm>
            <a:off x="394728" y="6501384"/>
            <a:ext cx="365760" cy="161583"/>
          </a:xfrm>
        </p:spPr>
        <p:txBody>
          <a:bodyPr>
            <a:noAutofit/>
          </a:bodyPr>
          <a:lstStyle>
            <a:lvl1pPr>
              <a:defRPr sz="1050"/>
            </a:lvl1pPr>
          </a:lstStyle>
          <a:p>
            <a:pPr lvl="0"/>
            <a:r>
              <a:rPr lang="en-US"/>
              <a:t>PwC</a:t>
            </a:r>
          </a:p>
        </p:txBody>
      </p:sp>
      <p:sp>
        <p:nvSpPr>
          <p:cNvPr id="7" name="Footer Placeholder 4">
            <a:extLst>
              <a:ext uri="{FF2B5EF4-FFF2-40B4-BE49-F238E27FC236}">
                <a16:creationId xmlns:a16="http://schemas.microsoft.com/office/drawing/2014/main" id="{F14AAF1B-63A7-87FB-CF3E-274298F4B36A}"/>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PwC Risk Management</a:t>
            </a:r>
          </a:p>
        </p:txBody>
      </p:sp>
      <p:sp>
        <p:nvSpPr>
          <p:cNvPr id="8" name="Slide Number Placeholder 13">
            <a:extLst>
              <a:ext uri="{FF2B5EF4-FFF2-40B4-BE49-F238E27FC236}">
                <a16:creationId xmlns:a16="http://schemas.microsoft.com/office/drawing/2014/main" id="{06EDDF0F-F4F8-2669-FD63-410B84DD24E8}"/>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Tree>
    <p:extLst>
      <p:ext uri="{BB962C8B-B14F-4D97-AF65-F5344CB8AC3E}">
        <p14:creationId xmlns:p14="http://schemas.microsoft.com/office/powerpoint/2010/main" val="534845762"/>
      </p:ext>
    </p:extLst>
  </p:cSld>
  <p:clrMapOvr>
    <a:masterClrMapping/>
  </p:clrMapOvr>
  <p:extLst>
    <p:ext uri="{DCECCB84-F9BA-43D5-87BE-67443E8EF086}">
      <p15:sldGuideLst xmlns:p15="http://schemas.microsoft.com/office/powerpoint/2012/main"/>
    </p:ext>
  </p:extLst>
</p:sldLayout>
</file>

<file path=ppt/slideLayouts/slideLayout109.xml><?xml version="1.0" encoding="utf-8"?>
<p:sldLayout xmlns:a="http://schemas.openxmlformats.org/drawingml/2006/main" xmlns:r="http://schemas.openxmlformats.org/officeDocument/2006/relationships" xmlns:p="http://schemas.openxmlformats.org/presentationml/2006/main" preserve="1" userDrawn="1">
  <p:cSld name="Content Photo 1">
    <p:spTree>
      <p:nvGrpSpPr>
        <p:cNvPr id="1" name=""/>
        <p:cNvGrpSpPr/>
        <p:nvPr/>
      </p:nvGrpSpPr>
      <p:grpSpPr>
        <a:xfrm>
          <a:off x="0" y="0"/>
          <a:ext cx="0" cy="0"/>
          <a:chOff x="0" y="0"/>
          <a:chExt cx="0" cy="0"/>
        </a:xfrm>
      </p:grpSpPr>
      <p:sp>
        <p:nvSpPr>
          <p:cNvPr id="8" name="Picture Placeholder 14">
            <a:extLst>
              <a:ext uri="{FF2B5EF4-FFF2-40B4-BE49-F238E27FC236}">
                <a16:creationId xmlns:a16="http://schemas.microsoft.com/office/drawing/2014/main" id="{239A05D4-BAD9-49A7-3229-41686BA7F455}"/>
              </a:ext>
            </a:extLst>
          </p:cNvPr>
          <p:cNvSpPr>
            <a:spLocks noGrp="1"/>
          </p:cNvSpPr>
          <p:nvPr>
            <p:ph type="pic" sz="quarter" idx="11"/>
          </p:nvPr>
        </p:nvSpPr>
        <p:spPr>
          <a:xfrm>
            <a:off x="-1" y="0"/>
            <a:ext cx="7531331" cy="6858000"/>
          </a:xfrm>
          <a:solidFill>
            <a:schemeClr val="bg2"/>
          </a:solidFill>
        </p:spPr>
        <p:txBody>
          <a:bodyPr tIns="1554480"/>
          <a:lstStyle>
            <a:lvl1pPr algn="ctr">
              <a:defRPr/>
            </a:lvl1pPr>
          </a:lstStyle>
          <a:p>
            <a:r>
              <a:rPr lang="en-US"/>
              <a:t>Click icon to add picture</a:t>
            </a:r>
          </a:p>
        </p:txBody>
      </p:sp>
      <p:sp>
        <p:nvSpPr>
          <p:cNvPr id="4" name="Title 1">
            <a:extLst>
              <a:ext uri="{FF2B5EF4-FFF2-40B4-BE49-F238E27FC236}">
                <a16:creationId xmlns:a16="http://schemas.microsoft.com/office/drawing/2014/main" id="{9E03C5ED-E0DF-61C8-7A95-440C9FF7F1FA}"/>
              </a:ext>
            </a:extLst>
          </p:cNvPr>
          <p:cNvSpPr>
            <a:spLocks noGrp="1"/>
          </p:cNvSpPr>
          <p:nvPr>
            <p:ph type="title"/>
          </p:nvPr>
        </p:nvSpPr>
        <p:spPr>
          <a:xfrm>
            <a:off x="8077199" y="919162"/>
            <a:ext cx="3712881" cy="1938337"/>
          </a:xfrm>
        </p:spPr>
        <p:txBody>
          <a:bodyPr/>
          <a:lstStyle>
            <a:lvl1pPr>
              <a:defRPr sz="4000"/>
            </a:lvl1pPr>
          </a:lstStyle>
          <a:p>
            <a:r>
              <a:rPr lang="en-US"/>
              <a:t>Click to edit Master title style</a:t>
            </a:r>
          </a:p>
        </p:txBody>
      </p:sp>
      <p:sp>
        <p:nvSpPr>
          <p:cNvPr id="5" name="Content Placeholder 2">
            <a:extLst>
              <a:ext uri="{FF2B5EF4-FFF2-40B4-BE49-F238E27FC236}">
                <a16:creationId xmlns:a16="http://schemas.microsoft.com/office/drawing/2014/main" id="{7518CD4E-B949-EF88-4945-7E36C0015725}"/>
              </a:ext>
            </a:extLst>
          </p:cNvPr>
          <p:cNvSpPr>
            <a:spLocks noGrp="1"/>
          </p:cNvSpPr>
          <p:nvPr>
            <p:ph idx="1"/>
          </p:nvPr>
        </p:nvSpPr>
        <p:spPr>
          <a:xfrm>
            <a:off x="8077199" y="2971800"/>
            <a:ext cx="3724275" cy="2967038"/>
          </a:xfrm>
        </p:spPr>
        <p:txBody>
          <a:bodyPr/>
          <a:lstStyle>
            <a:lvl1pPr>
              <a:lnSpc>
                <a:spcPct val="125000"/>
              </a:lnSpc>
              <a:defRPr sz="1600" b="0">
                <a:latin typeface="+mj-lt"/>
              </a:defRPr>
            </a:lvl1pPr>
            <a:lvl2pPr marL="166688" indent="0">
              <a:defRPr/>
            </a:lvl2pPr>
            <a:lvl3pPr marL="346075" indent="0">
              <a:buNone/>
              <a:defRPr/>
            </a:lvl3pPr>
            <a:lvl4pPr marL="512763" indent="0">
              <a:buNone/>
              <a:defRPr/>
            </a:lvl4pPr>
            <a:lvl5pPr marL="69215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Box 8">
            <a:extLst>
              <a:ext uri="{FF2B5EF4-FFF2-40B4-BE49-F238E27FC236}">
                <a16:creationId xmlns:a16="http://schemas.microsoft.com/office/drawing/2014/main" id="{66FD55F7-3664-B826-100E-876C20C01969}"/>
              </a:ext>
            </a:extLst>
          </p:cNvPr>
          <p:cNvSpPr txBox="1"/>
          <p:nvPr userDrawn="1"/>
        </p:nvSpPr>
        <p:spPr>
          <a:xfrm>
            <a:off x="7630559" y="6501384"/>
            <a:ext cx="431483" cy="161583"/>
          </a:xfrm>
          <a:prstGeom prst="rect">
            <a:avLst/>
          </a:prstGeom>
          <a:noFill/>
        </p:spPr>
        <p:txBody>
          <a:bodyPr wrap="square" lIns="0" tIns="0" rIns="0" bIns="0" rtlCol="0">
            <a:spAutoFit/>
          </a:bodyPr>
          <a:lstStyle/>
          <a:p>
            <a:pPr algn="l"/>
            <a:r>
              <a:rPr lang="en-US" sz="1050" b="1">
                <a:solidFill>
                  <a:schemeClr val="tx1"/>
                </a:solidFill>
              </a:rPr>
              <a:t>PwC</a:t>
            </a:r>
          </a:p>
        </p:txBody>
      </p:sp>
      <p:sp>
        <p:nvSpPr>
          <p:cNvPr id="6" name="Footer Placeholder 4">
            <a:extLst>
              <a:ext uri="{FF2B5EF4-FFF2-40B4-BE49-F238E27FC236}">
                <a16:creationId xmlns:a16="http://schemas.microsoft.com/office/drawing/2014/main" id="{14885F81-E071-1548-5442-718A5D278509}"/>
              </a:ext>
            </a:extLst>
          </p:cNvPr>
          <p:cNvSpPr>
            <a:spLocks noGrp="1"/>
          </p:cNvSpPr>
          <p:nvPr>
            <p:ph type="ftr" sz="quarter" idx="3"/>
          </p:nvPr>
        </p:nvSpPr>
        <p:spPr>
          <a:xfrm>
            <a:off x="8077199" y="6501384"/>
            <a:ext cx="3200400"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PwC Risk Management</a:t>
            </a:r>
          </a:p>
        </p:txBody>
      </p:sp>
      <p:sp>
        <p:nvSpPr>
          <p:cNvPr id="2" name="Slide Number Placeholder 13">
            <a:extLst>
              <a:ext uri="{FF2B5EF4-FFF2-40B4-BE49-F238E27FC236}">
                <a16:creationId xmlns:a16="http://schemas.microsoft.com/office/drawing/2014/main" id="{3BE7552A-3D06-4BDA-8BCC-BB2CCD97B459}"/>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Tree>
    <p:extLst>
      <p:ext uri="{BB962C8B-B14F-4D97-AF65-F5344CB8AC3E}">
        <p14:creationId xmlns:p14="http://schemas.microsoft.com/office/powerpoint/2010/main" val="1527735379"/>
      </p:ext>
    </p:extLst>
  </p:cSld>
  <p:clrMapOvr>
    <a:masterClrMapping/>
  </p:clrMapOvr>
  <p:extLst>
    <p:ext uri="{DCECCB84-F9BA-43D5-87BE-67443E8EF086}">
      <p15:sldGuideLst xmlns:p15="http://schemas.microsoft.com/office/powerpoint/2012/main"/>
    </p:ext>
  </p:extLst>
</p:sldLayout>
</file>

<file path=ppt/slideLayouts/slideLayout110.xml><?xml version="1.0" encoding="utf-8"?>
<p:sldLayout xmlns:a="http://schemas.openxmlformats.org/drawingml/2006/main" xmlns:r="http://schemas.openxmlformats.org/officeDocument/2006/relationships" xmlns:p="http://schemas.openxmlformats.org/presentationml/2006/main" preserve="1" userDrawn="1">
  <p:cSld name="Content Photo 2">
    <p:spTree>
      <p:nvGrpSpPr>
        <p:cNvPr id="1" name=""/>
        <p:cNvGrpSpPr/>
        <p:nvPr/>
      </p:nvGrpSpPr>
      <p:grpSpPr>
        <a:xfrm>
          <a:off x="0" y="0"/>
          <a:ext cx="0" cy="0"/>
          <a:chOff x="0" y="0"/>
          <a:chExt cx="0" cy="0"/>
        </a:xfrm>
      </p:grpSpPr>
      <p:sp>
        <p:nvSpPr>
          <p:cNvPr id="8" name="Picture Placeholder 14">
            <a:extLst>
              <a:ext uri="{FF2B5EF4-FFF2-40B4-BE49-F238E27FC236}">
                <a16:creationId xmlns:a16="http://schemas.microsoft.com/office/drawing/2014/main" id="{239A05D4-BAD9-49A7-3229-41686BA7F455}"/>
              </a:ext>
            </a:extLst>
          </p:cNvPr>
          <p:cNvSpPr>
            <a:spLocks noGrp="1"/>
          </p:cNvSpPr>
          <p:nvPr>
            <p:ph type="pic" sz="quarter" idx="11"/>
          </p:nvPr>
        </p:nvSpPr>
        <p:spPr>
          <a:xfrm>
            <a:off x="-1" y="0"/>
            <a:ext cx="6620719" cy="6858000"/>
          </a:xfrm>
          <a:solidFill>
            <a:schemeClr val="bg2"/>
          </a:solidFill>
        </p:spPr>
        <p:txBody>
          <a:bodyPr tIns="1554480"/>
          <a:lstStyle>
            <a:lvl1pPr algn="ctr">
              <a:defRPr/>
            </a:lvl1pPr>
          </a:lstStyle>
          <a:p>
            <a:r>
              <a:rPr lang="en-US"/>
              <a:t>Click icon to add picture</a:t>
            </a:r>
          </a:p>
        </p:txBody>
      </p:sp>
      <p:sp>
        <p:nvSpPr>
          <p:cNvPr id="4" name="Title 1">
            <a:extLst>
              <a:ext uri="{FF2B5EF4-FFF2-40B4-BE49-F238E27FC236}">
                <a16:creationId xmlns:a16="http://schemas.microsoft.com/office/drawing/2014/main" id="{9E03C5ED-E0DF-61C8-7A95-440C9FF7F1FA}"/>
              </a:ext>
            </a:extLst>
          </p:cNvPr>
          <p:cNvSpPr>
            <a:spLocks noGrp="1"/>
          </p:cNvSpPr>
          <p:nvPr>
            <p:ph type="title"/>
          </p:nvPr>
        </p:nvSpPr>
        <p:spPr>
          <a:xfrm>
            <a:off x="7118351" y="919162"/>
            <a:ext cx="4671730" cy="1938337"/>
          </a:xfrm>
        </p:spPr>
        <p:txBody>
          <a:bodyPr/>
          <a:lstStyle>
            <a:lvl1pPr>
              <a:defRPr sz="4000"/>
            </a:lvl1pPr>
          </a:lstStyle>
          <a:p>
            <a:r>
              <a:rPr lang="en-US"/>
              <a:t>Click to edit Master title style</a:t>
            </a:r>
          </a:p>
        </p:txBody>
      </p:sp>
      <p:sp>
        <p:nvSpPr>
          <p:cNvPr id="3" name="Content Placeholder 2">
            <a:extLst>
              <a:ext uri="{FF2B5EF4-FFF2-40B4-BE49-F238E27FC236}">
                <a16:creationId xmlns:a16="http://schemas.microsoft.com/office/drawing/2014/main" id="{9D3BCDA1-5DA8-C359-F2B1-BC10C803662B}"/>
              </a:ext>
            </a:extLst>
          </p:cNvPr>
          <p:cNvSpPr>
            <a:spLocks noGrp="1"/>
          </p:cNvSpPr>
          <p:nvPr>
            <p:ph idx="1"/>
          </p:nvPr>
        </p:nvSpPr>
        <p:spPr>
          <a:xfrm>
            <a:off x="7118351" y="2971800"/>
            <a:ext cx="4671729" cy="2967038"/>
          </a:xfrm>
        </p:spPr>
        <p:txBody>
          <a:bodyPr/>
          <a:lstStyle>
            <a:lvl1pPr marL="166688" indent="-166688">
              <a:lnSpc>
                <a:spcPct val="125000"/>
              </a:lnSpc>
              <a:buFont typeface="Arial" panose="020B0604020202020204" pitchFamily="34" charset="0"/>
              <a:buChar char="•"/>
              <a:defRPr sz="1600" b="0">
                <a:latin typeface="+mj-lt"/>
              </a:defRPr>
            </a:lvl1pPr>
            <a:lvl2pPr marL="346075" indent="-179388">
              <a:buFont typeface="Georgia" panose="02040502050405020303" pitchFamily="18" charset="0"/>
              <a:buChar char="–"/>
              <a:defRPr/>
            </a:lvl2pPr>
            <a:lvl3pPr marL="512763" indent="-166688">
              <a:defRPr/>
            </a:lvl3pPr>
            <a:lvl4pPr marL="692150" indent="-179388">
              <a:defRPr/>
            </a:lvl4pPr>
            <a:lvl5pPr marL="858838" indent="-166688">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Box 8">
            <a:extLst>
              <a:ext uri="{FF2B5EF4-FFF2-40B4-BE49-F238E27FC236}">
                <a16:creationId xmlns:a16="http://schemas.microsoft.com/office/drawing/2014/main" id="{66FD55F7-3664-B826-100E-876C20C01969}"/>
              </a:ext>
            </a:extLst>
          </p:cNvPr>
          <p:cNvSpPr txBox="1"/>
          <p:nvPr userDrawn="1"/>
        </p:nvSpPr>
        <p:spPr>
          <a:xfrm>
            <a:off x="7118351" y="6501384"/>
            <a:ext cx="431483" cy="161583"/>
          </a:xfrm>
          <a:prstGeom prst="rect">
            <a:avLst/>
          </a:prstGeom>
          <a:noFill/>
        </p:spPr>
        <p:txBody>
          <a:bodyPr wrap="square" lIns="0" tIns="0" rIns="0" bIns="0" rtlCol="0">
            <a:spAutoFit/>
          </a:bodyPr>
          <a:lstStyle/>
          <a:p>
            <a:pPr algn="l"/>
            <a:r>
              <a:rPr lang="en-US" sz="1050" b="1">
                <a:solidFill>
                  <a:schemeClr val="tx1"/>
                </a:solidFill>
              </a:rPr>
              <a:t>PwC</a:t>
            </a:r>
          </a:p>
        </p:txBody>
      </p:sp>
      <p:sp>
        <p:nvSpPr>
          <p:cNvPr id="6" name="Footer Placeholder 4">
            <a:extLst>
              <a:ext uri="{FF2B5EF4-FFF2-40B4-BE49-F238E27FC236}">
                <a16:creationId xmlns:a16="http://schemas.microsoft.com/office/drawing/2014/main" id="{14885F81-E071-1548-5442-718A5D278509}"/>
              </a:ext>
            </a:extLst>
          </p:cNvPr>
          <p:cNvSpPr>
            <a:spLocks noGrp="1"/>
          </p:cNvSpPr>
          <p:nvPr>
            <p:ph type="ftr" sz="quarter" idx="3"/>
          </p:nvPr>
        </p:nvSpPr>
        <p:spPr>
          <a:xfrm>
            <a:off x="7569600" y="6501384"/>
            <a:ext cx="3657600"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PwC Risk Management</a:t>
            </a:r>
          </a:p>
        </p:txBody>
      </p:sp>
      <p:sp>
        <p:nvSpPr>
          <p:cNvPr id="2" name="Slide Number Placeholder 13">
            <a:extLst>
              <a:ext uri="{FF2B5EF4-FFF2-40B4-BE49-F238E27FC236}">
                <a16:creationId xmlns:a16="http://schemas.microsoft.com/office/drawing/2014/main" id="{3BE7552A-3D06-4BDA-8BCC-BB2CCD97B459}"/>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Tree>
    <p:extLst>
      <p:ext uri="{BB962C8B-B14F-4D97-AF65-F5344CB8AC3E}">
        <p14:creationId xmlns:p14="http://schemas.microsoft.com/office/powerpoint/2010/main" val="3154515943"/>
      </p:ext>
    </p:extLst>
  </p:cSld>
  <p:clrMapOvr>
    <a:masterClrMapping/>
  </p:clrMapOvr>
  <p:extLst>
    <p:ext uri="{DCECCB84-F9BA-43D5-87BE-67443E8EF086}">
      <p15:sldGuideLst xmlns:p15="http://schemas.microsoft.com/office/powerpoint/2012/main"/>
    </p:ext>
  </p:extLst>
</p:sldLayout>
</file>

<file path=ppt/slideLayouts/slideLayout111.xml><?xml version="1.0" encoding="utf-8"?>
<p:sldLayout xmlns:a="http://schemas.openxmlformats.org/drawingml/2006/main" xmlns:r="http://schemas.openxmlformats.org/officeDocument/2006/relationships" xmlns:p="http://schemas.openxmlformats.org/presentationml/2006/main" preserve="1" userDrawn="1">
  <p:cSld name="Content Photo 3">
    <p:spTree>
      <p:nvGrpSpPr>
        <p:cNvPr id="1" name=""/>
        <p:cNvGrpSpPr/>
        <p:nvPr/>
      </p:nvGrpSpPr>
      <p:grpSpPr>
        <a:xfrm>
          <a:off x="0" y="0"/>
          <a:ext cx="0" cy="0"/>
          <a:chOff x="0" y="0"/>
          <a:chExt cx="0" cy="0"/>
        </a:xfrm>
      </p:grpSpPr>
      <p:sp>
        <p:nvSpPr>
          <p:cNvPr id="8" name="Picture Placeholder 14">
            <a:extLst>
              <a:ext uri="{FF2B5EF4-FFF2-40B4-BE49-F238E27FC236}">
                <a16:creationId xmlns:a16="http://schemas.microsoft.com/office/drawing/2014/main" id="{239A05D4-BAD9-49A7-3229-41686BA7F455}"/>
              </a:ext>
              <a:ext uri="{C183D7F6-B498-43B3-948B-1728B52AA6E4}">
                <adec:decorative xmlns:adec="http://schemas.microsoft.com/office/drawing/2017/decorative" val="1"/>
              </a:ext>
            </a:extLst>
          </p:cNvPr>
          <p:cNvSpPr>
            <a:spLocks noGrp="1"/>
          </p:cNvSpPr>
          <p:nvPr>
            <p:ph type="pic" sz="quarter" idx="11"/>
          </p:nvPr>
        </p:nvSpPr>
        <p:spPr>
          <a:xfrm>
            <a:off x="-2" y="0"/>
            <a:ext cx="5648448" cy="6858000"/>
          </a:xfrm>
          <a:solidFill>
            <a:schemeClr val="bg2"/>
          </a:solidFill>
        </p:spPr>
        <p:txBody>
          <a:bodyPr tIns="1554480"/>
          <a:lstStyle>
            <a:lvl1pPr algn="ctr">
              <a:defRPr/>
            </a:lvl1pPr>
          </a:lstStyle>
          <a:p>
            <a:r>
              <a:rPr lang="en-US"/>
              <a:t>Click icon to add picture</a:t>
            </a:r>
          </a:p>
        </p:txBody>
      </p:sp>
      <p:sp>
        <p:nvSpPr>
          <p:cNvPr id="4" name="Title 1">
            <a:extLst>
              <a:ext uri="{FF2B5EF4-FFF2-40B4-BE49-F238E27FC236}">
                <a16:creationId xmlns:a16="http://schemas.microsoft.com/office/drawing/2014/main" id="{9E03C5ED-E0DF-61C8-7A95-440C9FF7F1FA}"/>
              </a:ext>
            </a:extLst>
          </p:cNvPr>
          <p:cNvSpPr>
            <a:spLocks noGrp="1"/>
          </p:cNvSpPr>
          <p:nvPr>
            <p:ph type="title"/>
          </p:nvPr>
        </p:nvSpPr>
        <p:spPr>
          <a:xfrm>
            <a:off x="6169488" y="400051"/>
            <a:ext cx="5632168" cy="917574"/>
          </a:xfrm>
        </p:spPr>
        <p:txBody>
          <a:bodyPr/>
          <a:lstStyle>
            <a:lvl1pPr>
              <a:defRPr sz="4000"/>
            </a:lvl1pPr>
          </a:lstStyle>
          <a:p>
            <a:r>
              <a:rPr lang="en-US"/>
              <a:t>Click to edit Master title style</a:t>
            </a:r>
          </a:p>
        </p:txBody>
      </p:sp>
      <p:sp>
        <p:nvSpPr>
          <p:cNvPr id="3" name="Content Placeholder 2">
            <a:extLst>
              <a:ext uri="{FF2B5EF4-FFF2-40B4-BE49-F238E27FC236}">
                <a16:creationId xmlns:a16="http://schemas.microsoft.com/office/drawing/2014/main" id="{9D3BCDA1-5DA8-C359-F2B1-BC10C803662B}"/>
              </a:ext>
            </a:extLst>
          </p:cNvPr>
          <p:cNvSpPr>
            <a:spLocks noGrp="1"/>
          </p:cNvSpPr>
          <p:nvPr>
            <p:ph idx="1"/>
          </p:nvPr>
        </p:nvSpPr>
        <p:spPr>
          <a:xfrm>
            <a:off x="6169488" y="1946275"/>
            <a:ext cx="5632167" cy="3992563"/>
          </a:xfrm>
        </p:spPr>
        <p:txBody>
          <a:bodyPr/>
          <a:lstStyle>
            <a:lvl1pPr marL="166688" indent="-166688">
              <a:lnSpc>
                <a:spcPct val="125000"/>
              </a:lnSpc>
              <a:buFont typeface="Arial" panose="020B0604020202020204" pitchFamily="34" charset="0"/>
              <a:buChar char="•"/>
              <a:defRPr sz="1600" b="0">
                <a:latin typeface="+mj-lt"/>
              </a:defRPr>
            </a:lvl1pPr>
            <a:lvl2pPr marL="346075" indent="-179388">
              <a:buFont typeface="Georgia" panose="02040502050405020303" pitchFamily="18" charset="0"/>
              <a:buChar char="–"/>
              <a:defRPr/>
            </a:lvl2pPr>
            <a:lvl3pPr marL="512763" indent="-166688">
              <a:defRPr/>
            </a:lvl3pPr>
            <a:lvl4pPr marL="692150" indent="-179388">
              <a:defRPr/>
            </a:lvl4pPr>
            <a:lvl5pPr marL="858838" indent="-166688">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Box 8">
            <a:extLst>
              <a:ext uri="{FF2B5EF4-FFF2-40B4-BE49-F238E27FC236}">
                <a16:creationId xmlns:a16="http://schemas.microsoft.com/office/drawing/2014/main" id="{66FD55F7-3664-B826-100E-876C20C01969}"/>
              </a:ext>
            </a:extLst>
          </p:cNvPr>
          <p:cNvSpPr txBox="1"/>
          <p:nvPr userDrawn="1"/>
        </p:nvSpPr>
        <p:spPr>
          <a:xfrm>
            <a:off x="6157913" y="6501384"/>
            <a:ext cx="431483" cy="161583"/>
          </a:xfrm>
          <a:prstGeom prst="rect">
            <a:avLst/>
          </a:prstGeom>
          <a:noFill/>
        </p:spPr>
        <p:txBody>
          <a:bodyPr wrap="square" lIns="0" tIns="0" rIns="0" bIns="0" rtlCol="0">
            <a:spAutoFit/>
          </a:bodyPr>
          <a:lstStyle/>
          <a:p>
            <a:pPr algn="l"/>
            <a:r>
              <a:rPr lang="en-US" sz="1050" b="1">
                <a:solidFill>
                  <a:schemeClr val="tx1"/>
                </a:solidFill>
              </a:rPr>
              <a:t>PwC</a:t>
            </a:r>
          </a:p>
        </p:txBody>
      </p:sp>
      <p:sp>
        <p:nvSpPr>
          <p:cNvPr id="6" name="Footer Placeholder 4">
            <a:extLst>
              <a:ext uri="{FF2B5EF4-FFF2-40B4-BE49-F238E27FC236}">
                <a16:creationId xmlns:a16="http://schemas.microsoft.com/office/drawing/2014/main" id="{14885F81-E071-1548-5442-718A5D278509}"/>
              </a:ext>
            </a:extLst>
          </p:cNvPr>
          <p:cNvSpPr>
            <a:spLocks noGrp="1"/>
          </p:cNvSpPr>
          <p:nvPr>
            <p:ph type="ftr" sz="quarter" idx="3"/>
          </p:nvPr>
        </p:nvSpPr>
        <p:spPr>
          <a:xfrm>
            <a:off x="6640116" y="6501384"/>
            <a:ext cx="4663440"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PwC Risk Management</a:t>
            </a:r>
          </a:p>
        </p:txBody>
      </p:sp>
      <p:sp>
        <p:nvSpPr>
          <p:cNvPr id="2" name="Slide Number Placeholder 13">
            <a:extLst>
              <a:ext uri="{FF2B5EF4-FFF2-40B4-BE49-F238E27FC236}">
                <a16:creationId xmlns:a16="http://schemas.microsoft.com/office/drawing/2014/main" id="{3BE7552A-3D06-4BDA-8BCC-BB2CCD97B459}"/>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Tree>
    <p:extLst>
      <p:ext uri="{BB962C8B-B14F-4D97-AF65-F5344CB8AC3E}">
        <p14:creationId xmlns:p14="http://schemas.microsoft.com/office/powerpoint/2010/main" val="931221094"/>
      </p:ext>
    </p:extLst>
  </p:cSld>
  <p:clrMapOvr>
    <a:masterClrMapping/>
  </p:clrMapOvr>
  <p:extLst>
    <p:ext uri="{DCECCB84-F9BA-43D5-87BE-67443E8EF086}">
      <p15:sldGuideLst xmlns:p15="http://schemas.microsoft.com/office/powerpoint/2012/main"/>
    </p:ext>
  </p:extLst>
</p:sldLayout>
</file>

<file path=ppt/slideLayouts/slideLayout112.xml><?xml version="1.0" encoding="utf-8"?>
<p:sldLayout xmlns:a="http://schemas.openxmlformats.org/drawingml/2006/main" xmlns:r="http://schemas.openxmlformats.org/officeDocument/2006/relationships" xmlns:p="http://schemas.openxmlformats.org/presentationml/2006/main" preserve="1" userDrawn="1">
  <p:cSld name="Content Photo 4">
    <p:spTree>
      <p:nvGrpSpPr>
        <p:cNvPr id="1" name=""/>
        <p:cNvGrpSpPr/>
        <p:nvPr/>
      </p:nvGrpSpPr>
      <p:grpSpPr>
        <a:xfrm>
          <a:off x="0" y="0"/>
          <a:ext cx="0" cy="0"/>
          <a:chOff x="0" y="0"/>
          <a:chExt cx="0" cy="0"/>
        </a:xfrm>
      </p:grpSpPr>
      <p:sp>
        <p:nvSpPr>
          <p:cNvPr id="8" name="Picture Placeholder 14">
            <a:extLst>
              <a:ext uri="{FF2B5EF4-FFF2-40B4-BE49-F238E27FC236}">
                <a16:creationId xmlns:a16="http://schemas.microsoft.com/office/drawing/2014/main" id="{239A05D4-BAD9-49A7-3229-41686BA7F455}"/>
              </a:ext>
              <a:ext uri="{C183D7F6-B498-43B3-948B-1728B52AA6E4}">
                <adec:decorative xmlns:adec="http://schemas.microsoft.com/office/drawing/2017/decorative" val="1"/>
              </a:ext>
            </a:extLst>
          </p:cNvPr>
          <p:cNvSpPr>
            <a:spLocks noGrp="1"/>
          </p:cNvSpPr>
          <p:nvPr>
            <p:ph type="pic" sz="quarter" idx="11"/>
          </p:nvPr>
        </p:nvSpPr>
        <p:spPr>
          <a:xfrm>
            <a:off x="-2" y="0"/>
            <a:ext cx="4676174" cy="6858000"/>
          </a:xfrm>
          <a:solidFill>
            <a:schemeClr val="bg2"/>
          </a:solidFill>
        </p:spPr>
        <p:txBody>
          <a:bodyPr tIns="1554480"/>
          <a:lstStyle>
            <a:lvl1pPr algn="ctr">
              <a:defRPr/>
            </a:lvl1pPr>
          </a:lstStyle>
          <a:p>
            <a:r>
              <a:rPr lang="en-US"/>
              <a:t>Click icon to add picture</a:t>
            </a:r>
          </a:p>
        </p:txBody>
      </p:sp>
      <p:sp>
        <p:nvSpPr>
          <p:cNvPr id="4" name="Title 1">
            <a:extLst>
              <a:ext uri="{FF2B5EF4-FFF2-40B4-BE49-F238E27FC236}">
                <a16:creationId xmlns:a16="http://schemas.microsoft.com/office/drawing/2014/main" id="{9E03C5ED-E0DF-61C8-7A95-440C9FF7F1FA}"/>
              </a:ext>
            </a:extLst>
          </p:cNvPr>
          <p:cNvSpPr>
            <a:spLocks noGrp="1"/>
          </p:cNvSpPr>
          <p:nvPr>
            <p:ph type="title"/>
          </p:nvPr>
        </p:nvSpPr>
        <p:spPr>
          <a:xfrm>
            <a:off x="5199063" y="400051"/>
            <a:ext cx="6602593" cy="917574"/>
          </a:xfrm>
        </p:spPr>
        <p:txBody>
          <a:bodyPr/>
          <a:lstStyle>
            <a:lvl1pPr>
              <a:defRPr sz="4000"/>
            </a:lvl1pPr>
          </a:lstStyle>
          <a:p>
            <a:r>
              <a:rPr lang="en-US"/>
              <a:t>Click to edit Master title style</a:t>
            </a:r>
          </a:p>
        </p:txBody>
      </p:sp>
      <p:sp>
        <p:nvSpPr>
          <p:cNvPr id="3" name="Content Placeholder 2">
            <a:extLst>
              <a:ext uri="{FF2B5EF4-FFF2-40B4-BE49-F238E27FC236}">
                <a16:creationId xmlns:a16="http://schemas.microsoft.com/office/drawing/2014/main" id="{9D3BCDA1-5DA8-C359-F2B1-BC10C803662B}"/>
              </a:ext>
            </a:extLst>
          </p:cNvPr>
          <p:cNvSpPr>
            <a:spLocks noGrp="1"/>
          </p:cNvSpPr>
          <p:nvPr>
            <p:ph idx="1"/>
          </p:nvPr>
        </p:nvSpPr>
        <p:spPr>
          <a:xfrm>
            <a:off x="5199064" y="1946275"/>
            <a:ext cx="6602592" cy="3992563"/>
          </a:xfrm>
        </p:spPr>
        <p:txBody>
          <a:bodyPr/>
          <a:lstStyle>
            <a:lvl1pPr marL="166688" indent="-166688">
              <a:lnSpc>
                <a:spcPct val="125000"/>
              </a:lnSpc>
              <a:buFont typeface="Arial" panose="020B0604020202020204" pitchFamily="34" charset="0"/>
              <a:buChar char="•"/>
              <a:defRPr sz="1600" b="0">
                <a:latin typeface="+mj-lt"/>
              </a:defRPr>
            </a:lvl1pPr>
            <a:lvl2pPr marL="346075" indent="-179388">
              <a:buFont typeface="Georgia" panose="02040502050405020303" pitchFamily="18" charset="0"/>
              <a:buChar char="–"/>
              <a:defRPr/>
            </a:lvl2pPr>
            <a:lvl3pPr marL="512763" indent="-166688">
              <a:defRPr/>
            </a:lvl3pPr>
            <a:lvl4pPr marL="692150" indent="-179388">
              <a:defRPr/>
            </a:lvl4pPr>
            <a:lvl5pPr marL="858838" indent="-166688">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Box 8">
            <a:extLst>
              <a:ext uri="{FF2B5EF4-FFF2-40B4-BE49-F238E27FC236}">
                <a16:creationId xmlns:a16="http://schemas.microsoft.com/office/drawing/2014/main" id="{66FD55F7-3664-B826-100E-876C20C01969}"/>
              </a:ext>
            </a:extLst>
          </p:cNvPr>
          <p:cNvSpPr txBox="1"/>
          <p:nvPr userDrawn="1"/>
        </p:nvSpPr>
        <p:spPr>
          <a:xfrm>
            <a:off x="6157913" y="6497441"/>
            <a:ext cx="431483" cy="161583"/>
          </a:xfrm>
          <a:prstGeom prst="rect">
            <a:avLst/>
          </a:prstGeom>
          <a:noFill/>
        </p:spPr>
        <p:txBody>
          <a:bodyPr wrap="square" lIns="0" tIns="0" rIns="0" bIns="0" rtlCol="0">
            <a:spAutoFit/>
          </a:bodyPr>
          <a:lstStyle/>
          <a:p>
            <a:pPr algn="l"/>
            <a:r>
              <a:rPr lang="en-US" sz="1050" b="1">
                <a:solidFill>
                  <a:schemeClr val="tx1"/>
                </a:solidFill>
              </a:rPr>
              <a:t>PwC</a:t>
            </a:r>
          </a:p>
        </p:txBody>
      </p:sp>
      <p:sp>
        <p:nvSpPr>
          <p:cNvPr id="6" name="Footer Placeholder 4">
            <a:extLst>
              <a:ext uri="{FF2B5EF4-FFF2-40B4-BE49-F238E27FC236}">
                <a16:creationId xmlns:a16="http://schemas.microsoft.com/office/drawing/2014/main" id="{14885F81-E071-1548-5442-718A5D278509}"/>
              </a:ext>
            </a:extLst>
          </p:cNvPr>
          <p:cNvSpPr>
            <a:spLocks noGrp="1"/>
          </p:cNvSpPr>
          <p:nvPr>
            <p:ph type="ftr" sz="quarter" idx="3"/>
          </p:nvPr>
        </p:nvSpPr>
        <p:spPr>
          <a:xfrm>
            <a:off x="6640116" y="6497441"/>
            <a:ext cx="4663440"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PwC Risk Management</a:t>
            </a:r>
          </a:p>
        </p:txBody>
      </p:sp>
      <p:sp>
        <p:nvSpPr>
          <p:cNvPr id="2" name="Slide Number Placeholder 13">
            <a:extLst>
              <a:ext uri="{FF2B5EF4-FFF2-40B4-BE49-F238E27FC236}">
                <a16:creationId xmlns:a16="http://schemas.microsoft.com/office/drawing/2014/main" id="{3BE7552A-3D06-4BDA-8BCC-BB2CCD97B459}"/>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Tree>
    <p:extLst>
      <p:ext uri="{BB962C8B-B14F-4D97-AF65-F5344CB8AC3E}">
        <p14:creationId xmlns:p14="http://schemas.microsoft.com/office/powerpoint/2010/main" val="2314182516"/>
      </p:ext>
    </p:extLst>
  </p:cSld>
  <p:clrMapOvr>
    <a:masterClrMapping/>
  </p:clrMapOvr>
  <p:extLst>
    <p:ext uri="{DCECCB84-F9BA-43D5-87BE-67443E8EF086}">
      <p15:sldGuideLst xmlns:p15="http://schemas.microsoft.com/office/powerpoint/2012/main"/>
    </p:ext>
  </p:extLst>
</p:sldLayout>
</file>

<file path=ppt/slideLayouts/slideLayout113.xml><?xml version="1.0" encoding="utf-8"?>
<p:sldLayout xmlns:a="http://schemas.openxmlformats.org/drawingml/2006/main" xmlns:r="http://schemas.openxmlformats.org/officeDocument/2006/relationships" xmlns:p="http://schemas.openxmlformats.org/presentationml/2006/main" preserve="1" userDrawn="1">
  <p:cSld name="Content Photo 5">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9E03C5ED-E0DF-61C8-7A95-440C9FF7F1FA}"/>
              </a:ext>
            </a:extLst>
          </p:cNvPr>
          <p:cNvSpPr>
            <a:spLocks noGrp="1"/>
          </p:cNvSpPr>
          <p:nvPr>
            <p:ph type="title"/>
          </p:nvPr>
        </p:nvSpPr>
        <p:spPr>
          <a:xfrm>
            <a:off x="401920" y="400051"/>
            <a:ext cx="4274253" cy="1428750"/>
          </a:xfrm>
        </p:spPr>
        <p:txBody>
          <a:bodyPr/>
          <a:lstStyle>
            <a:lvl1pPr>
              <a:defRPr sz="4000"/>
            </a:lvl1pPr>
          </a:lstStyle>
          <a:p>
            <a:r>
              <a:rPr lang="en-US"/>
              <a:t>Click to edit Master title style</a:t>
            </a:r>
          </a:p>
        </p:txBody>
      </p:sp>
      <p:sp>
        <p:nvSpPr>
          <p:cNvPr id="8" name="Picture Placeholder 14">
            <a:extLst>
              <a:ext uri="{FF2B5EF4-FFF2-40B4-BE49-F238E27FC236}">
                <a16:creationId xmlns:a16="http://schemas.microsoft.com/office/drawing/2014/main" id="{239A05D4-BAD9-49A7-3229-41686BA7F455}"/>
              </a:ext>
              <a:ext uri="{C183D7F6-B498-43B3-948B-1728B52AA6E4}">
                <adec:decorative xmlns:adec="http://schemas.microsoft.com/office/drawing/2017/decorative" val="1"/>
              </a:ext>
            </a:extLst>
          </p:cNvPr>
          <p:cNvSpPr>
            <a:spLocks noGrp="1"/>
          </p:cNvSpPr>
          <p:nvPr>
            <p:ph type="pic" sz="quarter" idx="11"/>
          </p:nvPr>
        </p:nvSpPr>
        <p:spPr>
          <a:xfrm>
            <a:off x="401920" y="1956003"/>
            <a:ext cx="4274253" cy="3982835"/>
          </a:xfrm>
          <a:solidFill>
            <a:schemeClr val="bg2"/>
          </a:solidFill>
        </p:spPr>
        <p:txBody>
          <a:bodyPr tIns="1554480"/>
          <a:lstStyle>
            <a:lvl1pPr algn="ctr">
              <a:defRPr/>
            </a:lvl1pPr>
          </a:lstStyle>
          <a:p>
            <a:r>
              <a:rPr lang="en-US"/>
              <a:t>Click icon to add picture</a:t>
            </a:r>
          </a:p>
        </p:txBody>
      </p:sp>
      <p:sp>
        <p:nvSpPr>
          <p:cNvPr id="3" name="Content Placeholder 2">
            <a:extLst>
              <a:ext uri="{FF2B5EF4-FFF2-40B4-BE49-F238E27FC236}">
                <a16:creationId xmlns:a16="http://schemas.microsoft.com/office/drawing/2014/main" id="{9D3BCDA1-5DA8-C359-F2B1-BC10C803662B}"/>
              </a:ext>
            </a:extLst>
          </p:cNvPr>
          <p:cNvSpPr>
            <a:spLocks noGrp="1"/>
          </p:cNvSpPr>
          <p:nvPr>
            <p:ph idx="1"/>
          </p:nvPr>
        </p:nvSpPr>
        <p:spPr>
          <a:xfrm>
            <a:off x="5199063" y="400051"/>
            <a:ext cx="6591017" cy="5538787"/>
          </a:xfrm>
        </p:spPr>
        <p:txBody>
          <a:bodyPr/>
          <a:lstStyle>
            <a:lvl1pPr marL="166688" indent="-166688">
              <a:lnSpc>
                <a:spcPct val="125000"/>
              </a:lnSpc>
              <a:buFont typeface="Arial" panose="020B0604020202020204" pitchFamily="34" charset="0"/>
              <a:buChar char="•"/>
              <a:defRPr sz="1600" b="0">
                <a:latin typeface="+mj-lt"/>
              </a:defRPr>
            </a:lvl1pPr>
            <a:lvl2pPr marL="346075" indent="-179388">
              <a:buFont typeface="Georgia" panose="02040502050405020303" pitchFamily="18" charset="0"/>
              <a:buChar char="–"/>
              <a:defRPr/>
            </a:lvl2pPr>
            <a:lvl3pPr marL="512763" indent="-166688">
              <a:defRPr/>
            </a:lvl3pPr>
            <a:lvl4pPr marL="692150" indent="-179388">
              <a:defRPr/>
            </a:lvl4pPr>
            <a:lvl5pPr marL="858838" indent="-166688">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4">
            <a:extLst>
              <a:ext uri="{FF2B5EF4-FFF2-40B4-BE49-F238E27FC236}">
                <a16:creationId xmlns:a16="http://schemas.microsoft.com/office/drawing/2014/main" id="{E38019E0-279D-A4EC-36F3-E0B1A717FCF6}"/>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PwC Risk Management</a:t>
            </a:r>
          </a:p>
        </p:txBody>
      </p:sp>
      <p:sp>
        <p:nvSpPr>
          <p:cNvPr id="7" name="Slide Number Placeholder 13">
            <a:extLst>
              <a:ext uri="{FF2B5EF4-FFF2-40B4-BE49-F238E27FC236}">
                <a16:creationId xmlns:a16="http://schemas.microsoft.com/office/drawing/2014/main" id="{B8872EE6-00EE-7E3B-FF0A-4031AD0A1F41}"/>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Tree>
    <p:extLst>
      <p:ext uri="{BB962C8B-B14F-4D97-AF65-F5344CB8AC3E}">
        <p14:creationId xmlns:p14="http://schemas.microsoft.com/office/powerpoint/2010/main" val="3818873348"/>
      </p:ext>
    </p:extLst>
  </p:cSld>
  <p:clrMapOvr>
    <a:masterClrMapping/>
  </p:clrMapOvr>
  <p:extLst>
    <p:ext uri="{DCECCB84-F9BA-43D5-87BE-67443E8EF086}">
      <p15:sldGuideLst xmlns:p15="http://schemas.microsoft.com/office/powerpoint/2012/main"/>
    </p:ext>
  </p:extLst>
</p:sldLayout>
</file>

<file path=ppt/slideLayouts/slideLayout114.xml><?xml version="1.0" encoding="utf-8"?>
<p:sldLayout xmlns:a="http://schemas.openxmlformats.org/drawingml/2006/main" xmlns:r="http://schemas.openxmlformats.org/officeDocument/2006/relationships" xmlns:p="http://schemas.openxmlformats.org/presentationml/2006/main" preserve="1" userDrawn="1">
  <p:cSld name="One Content">
    <p:spTree>
      <p:nvGrpSpPr>
        <p:cNvPr id="1" name=""/>
        <p:cNvGrpSpPr/>
        <p:nvPr/>
      </p:nvGrpSpPr>
      <p:grpSpPr>
        <a:xfrm>
          <a:off x="0" y="0"/>
          <a:ext cx="0" cy="0"/>
          <a:chOff x="0" y="0"/>
          <a:chExt cx="0" cy="0"/>
        </a:xfrm>
      </p:grpSpPr>
      <p:sp>
        <p:nvSpPr>
          <p:cNvPr id="9" name="Title Placeholder 1">
            <a:extLst>
              <a:ext uri="{FF2B5EF4-FFF2-40B4-BE49-F238E27FC236}">
                <a16:creationId xmlns:a16="http://schemas.microsoft.com/office/drawing/2014/main" id="{0FCB0834-B748-0F65-C02A-23EC83C03DC2}"/>
              </a:ext>
            </a:extLst>
          </p:cNvPr>
          <p:cNvSpPr>
            <a:spLocks noGrp="1"/>
          </p:cNvSpPr>
          <p:nvPr>
            <p:ph type="title"/>
          </p:nvPr>
        </p:nvSpPr>
        <p:spPr>
          <a:xfrm>
            <a:off x="402336" y="402336"/>
            <a:ext cx="11399691" cy="1295399"/>
          </a:xfrm>
          <a:prstGeom prst="rect">
            <a:avLst/>
          </a:prstGeom>
        </p:spPr>
        <p:txBody>
          <a:bodyPr vert="horz" lIns="0" tIns="0" rIns="0" bIns="0" rtlCol="0" anchor="t" anchorCtr="0">
            <a:noAutofit/>
          </a:bodyPr>
          <a:lstStyle/>
          <a:p>
            <a:r>
              <a:rPr lang="en-US"/>
              <a:t>Click to edit Master title style</a:t>
            </a:r>
          </a:p>
        </p:txBody>
      </p:sp>
      <p:sp>
        <p:nvSpPr>
          <p:cNvPr id="2" name="Content Placeholder 2">
            <a:extLst>
              <a:ext uri="{FF2B5EF4-FFF2-40B4-BE49-F238E27FC236}">
                <a16:creationId xmlns:a16="http://schemas.microsoft.com/office/drawing/2014/main" id="{E87E41F5-DD37-DB45-FC81-6078FAA35748}"/>
              </a:ext>
            </a:extLst>
          </p:cNvPr>
          <p:cNvSpPr>
            <a:spLocks noGrp="1"/>
          </p:cNvSpPr>
          <p:nvPr>
            <p:ph idx="1"/>
          </p:nvPr>
        </p:nvSpPr>
        <p:spPr>
          <a:xfrm>
            <a:off x="402336" y="1946276"/>
            <a:ext cx="6606383" cy="4000502"/>
          </a:xfrm>
        </p:spPr>
        <p:txBody>
          <a:bodyPr/>
          <a:lstStyle>
            <a:lvl1pPr>
              <a:spcAft>
                <a:spcPts val="1200"/>
              </a:spcAft>
              <a:defRPr sz="1500"/>
            </a:lvl1pPr>
            <a:lvl2pPr>
              <a:defRPr sz="1200">
                <a:latin typeface="+mj-lt"/>
              </a:defRPr>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er Placeholder 4">
            <a:extLst>
              <a:ext uri="{FF2B5EF4-FFF2-40B4-BE49-F238E27FC236}">
                <a16:creationId xmlns:a16="http://schemas.microsoft.com/office/drawing/2014/main" id="{4C6EFB28-C390-D7A6-7D24-D312EAB54677}"/>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PwC Risk Management</a:t>
            </a:r>
          </a:p>
        </p:txBody>
      </p:sp>
      <p:sp>
        <p:nvSpPr>
          <p:cNvPr id="6" name="Slide Number Placeholder 13">
            <a:extLst>
              <a:ext uri="{FF2B5EF4-FFF2-40B4-BE49-F238E27FC236}">
                <a16:creationId xmlns:a16="http://schemas.microsoft.com/office/drawing/2014/main" id="{B0DF1CAE-AD0F-3704-E516-EFF052A2880B}"/>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Tree>
    <p:extLst>
      <p:ext uri="{BB962C8B-B14F-4D97-AF65-F5344CB8AC3E}">
        <p14:creationId xmlns:p14="http://schemas.microsoft.com/office/powerpoint/2010/main" val="2847798007"/>
      </p:ext>
    </p:extLst>
  </p:cSld>
  <p:clrMapOvr>
    <a:masterClrMapping/>
  </p:clrMapOvr>
  <p:extLst>
    <p:ext uri="{DCECCB84-F9BA-43D5-87BE-67443E8EF086}">
      <p15:sldGuideLst xmlns:p15="http://schemas.microsoft.com/office/powerpoint/2012/main"/>
    </p:ext>
  </p:extLst>
</p:sldLayout>
</file>

<file path=ppt/slideLayouts/slideLayout115.xml><?xml version="1.0" encoding="utf-8"?>
<p:sldLayout xmlns:a="http://schemas.openxmlformats.org/drawingml/2006/main" xmlns:r="http://schemas.openxmlformats.org/officeDocument/2006/relationships" xmlns:p="http://schemas.openxmlformats.org/presentationml/2006/main" preserve="1" userDrawn="1">
  <p:cSld name="Quote with Imag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01A1D7-A824-48A0-3E0C-4A7C86CA63AB}"/>
              </a:ext>
            </a:extLst>
          </p:cNvPr>
          <p:cNvSpPr>
            <a:spLocks noGrp="1"/>
          </p:cNvSpPr>
          <p:nvPr>
            <p:ph type="title" hasCustomPrompt="1"/>
          </p:nvPr>
        </p:nvSpPr>
        <p:spPr>
          <a:xfrm>
            <a:off x="396516" y="-300748"/>
            <a:ext cx="5647097" cy="249299"/>
          </a:xfrm>
        </p:spPr>
        <p:txBody>
          <a:bodyPr wrap="square">
            <a:spAutoFit/>
          </a:bodyPr>
          <a:lstStyle>
            <a:lvl1pPr>
              <a:defRPr sz="1800" b="0"/>
            </a:lvl1pPr>
          </a:lstStyle>
          <a:p>
            <a:r>
              <a:rPr lang="en-US"/>
              <a:t>Title for accessibility</a:t>
            </a:r>
          </a:p>
        </p:txBody>
      </p:sp>
      <p:sp>
        <p:nvSpPr>
          <p:cNvPr id="25" name="TextBox 24">
            <a:extLst>
              <a:ext uri="{FF2B5EF4-FFF2-40B4-BE49-F238E27FC236}">
                <a16:creationId xmlns:a16="http://schemas.microsoft.com/office/drawing/2014/main" id="{554BAF2E-BAB1-C03F-41A7-B26DABB21BF6}"/>
              </a:ext>
              <a:ext uri="{C183D7F6-B498-43B3-948B-1728B52AA6E4}">
                <adec:decorative xmlns:adec="http://schemas.microsoft.com/office/drawing/2017/decorative" val="1"/>
              </a:ext>
            </a:extLst>
          </p:cNvPr>
          <p:cNvSpPr txBox="1"/>
          <p:nvPr userDrawn="1"/>
        </p:nvSpPr>
        <p:spPr>
          <a:xfrm>
            <a:off x="272991" y="2732672"/>
            <a:ext cx="941937" cy="622957"/>
          </a:xfrm>
          <a:prstGeom prst="rect">
            <a:avLst/>
          </a:prstGeom>
          <a:noFill/>
        </p:spPr>
        <p:txBody>
          <a:bodyPr wrap="square" lIns="0" tIns="0" rIns="0" bIns="0" rtlCol="0" anchor="t">
            <a:noAutofit/>
          </a:bodyPr>
          <a:lstStyle/>
          <a:p>
            <a:pPr marL="12700" marR="5080" lvl="0" indent="0" defTabSz="914400" eaLnBrk="1" fontAlgn="auto" latinLnBrk="0" hangingPunct="1">
              <a:lnSpc>
                <a:spcPct val="80000"/>
              </a:lnSpc>
              <a:spcAft>
                <a:spcPts val="0"/>
              </a:spcAft>
              <a:buClrTx/>
              <a:buSzTx/>
              <a:buFontTx/>
              <a:buNone/>
              <a:tabLst/>
              <a:defRPr/>
            </a:pPr>
            <a:r>
              <a:rPr kumimoji="0" lang="en-US" sz="13800" b="1" u="none" strike="noStrike" kern="0" cap="none" spc="-105" normalizeH="0" baseline="0" noProof="0" dirty="0">
                <a:ln>
                  <a:noFill/>
                </a:ln>
                <a:solidFill>
                  <a:schemeClr val="accent1"/>
                </a:solidFill>
                <a:effectLst/>
                <a:uLnTx/>
                <a:uFillTx/>
                <a:cs typeface="Arial" panose="020B0604020202020204" pitchFamily="34" charset="0"/>
              </a:rPr>
              <a:t>“</a:t>
            </a:r>
            <a:endParaRPr lang="en-US" sz="6000" b="1" dirty="0">
              <a:solidFill>
                <a:schemeClr val="accent1"/>
              </a:solidFill>
              <a:cs typeface="Arial" panose="020B0604020202020204" pitchFamily="34" charset="0"/>
            </a:endParaRPr>
          </a:p>
        </p:txBody>
      </p:sp>
      <p:sp>
        <p:nvSpPr>
          <p:cNvPr id="3" name="Content Placeholder 2">
            <a:extLst>
              <a:ext uri="{FF2B5EF4-FFF2-40B4-BE49-F238E27FC236}">
                <a16:creationId xmlns:a16="http://schemas.microsoft.com/office/drawing/2014/main" id="{226E3B15-3502-F478-0302-DCABA0B41AD0}"/>
              </a:ext>
            </a:extLst>
          </p:cNvPr>
          <p:cNvSpPr>
            <a:spLocks noGrp="1"/>
          </p:cNvSpPr>
          <p:nvPr>
            <p:ph idx="1"/>
          </p:nvPr>
        </p:nvSpPr>
        <p:spPr>
          <a:xfrm>
            <a:off x="402336" y="3485571"/>
            <a:ext cx="5498502" cy="2503272"/>
          </a:xfrm>
        </p:spPr>
        <p:txBody>
          <a:bodyPr/>
          <a:lstStyle>
            <a:lvl1pPr>
              <a:lnSpc>
                <a:spcPct val="100000"/>
              </a:lnSpc>
              <a:spcBef>
                <a:spcPts val="900"/>
              </a:spcBef>
              <a:spcAft>
                <a:spcPts val="0"/>
              </a:spcAft>
              <a:defRPr sz="3200" b="0" spc="-50" baseline="0">
                <a:latin typeface="+mj-lt"/>
              </a:defRPr>
            </a:lvl1pPr>
          </a:lstStyle>
          <a:p>
            <a:pPr lvl="0"/>
            <a:r>
              <a:rPr lang="en-US"/>
              <a:t>Click to edit Master text styles</a:t>
            </a:r>
          </a:p>
        </p:txBody>
      </p:sp>
      <p:sp>
        <p:nvSpPr>
          <p:cNvPr id="9" name="Picture Placeholder 14">
            <a:extLst>
              <a:ext uri="{FF2B5EF4-FFF2-40B4-BE49-F238E27FC236}">
                <a16:creationId xmlns:a16="http://schemas.microsoft.com/office/drawing/2014/main" id="{60655EE7-5FC0-8DDF-88F0-21ECCBD7D31D}"/>
              </a:ext>
              <a:ext uri="{C183D7F6-B498-43B3-948B-1728B52AA6E4}">
                <adec:decorative xmlns:adec="http://schemas.microsoft.com/office/drawing/2017/decorative" val="1"/>
              </a:ext>
            </a:extLst>
          </p:cNvPr>
          <p:cNvSpPr>
            <a:spLocks noGrp="1"/>
          </p:cNvSpPr>
          <p:nvPr>
            <p:ph type="pic" sz="quarter" idx="11" hasCustomPrompt="1"/>
          </p:nvPr>
        </p:nvSpPr>
        <p:spPr>
          <a:xfrm>
            <a:off x="6150276" y="393871"/>
            <a:ext cx="5660724" cy="4544842"/>
          </a:xfrm>
          <a:custGeom>
            <a:avLst/>
            <a:gdLst>
              <a:gd name="connsiteX0" fmla="*/ 0 w 5660724"/>
              <a:gd name="connsiteY0" fmla="*/ 0 h 4544842"/>
              <a:gd name="connsiteX1" fmla="*/ 5660724 w 5660724"/>
              <a:gd name="connsiteY1" fmla="*/ 0 h 4544842"/>
              <a:gd name="connsiteX2" fmla="*/ 5660724 w 5660724"/>
              <a:gd name="connsiteY2" fmla="*/ 4544842 h 4544842"/>
              <a:gd name="connsiteX3" fmla="*/ 0 w 5660724"/>
              <a:gd name="connsiteY3" fmla="*/ 4544842 h 4544842"/>
              <a:gd name="connsiteX4" fmla="*/ 0 w 5660724"/>
              <a:gd name="connsiteY4" fmla="*/ 0 h 4544842"/>
              <a:gd name="connsiteX0" fmla="*/ 0 w 5660724"/>
              <a:gd name="connsiteY0" fmla="*/ 0 h 4544842"/>
              <a:gd name="connsiteX1" fmla="*/ 5660724 w 5660724"/>
              <a:gd name="connsiteY1" fmla="*/ 0 h 4544842"/>
              <a:gd name="connsiteX2" fmla="*/ 5660724 w 5660724"/>
              <a:gd name="connsiteY2" fmla="*/ 4544842 h 4544842"/>
              <a:gd name="connsiteX3" fmla="*/ 2056464 w 5660724"/>
              <a:gd name="connsiteY3" fmla="*/ 4536269 h 4544842"/>
              <a:gd name="connsiteX4" fmla="*/ 0 w 5660724"/>
              <a:gd name="connsiteY4" fmla="*/ 4544842 h 4544842"/>
              <a:gd name="connsiteX5" fmla="*/ 0 w 5660724"/>
              <a:gd name="connsiteY5" fmla="*/ 0 h 4544842"/>
              <a:gd name="connsiteX0" fmla="*/ 0 w 5660724"/>
              <a:gd name="connsiteY0" fmla="*/ 0 h 4544842"/>
              <a:gd name="connsiteX1" fmla="*/ 5660724 w 5660724"/>
              <a:gd name="connsiteY1" fmla="*/ 0 h 4544842"/>
              <a:gd name="connsiteX2" fmla="*/ 5660724 w 5660724"/>
              <a:gd name="connsiteY2" fmla="*/ 4544842 h 4544842"/>
              <a:gd name="connsiteX3" fmla="*/ 2643204 w 5660724"/>
              <a:gd name="connsiteY3" fmla="*/ 4521029 h 4544842"/>
              <a:gd name="connsiteX4" fmla="*/ 2056464 w 5660724"/>
              <a:gd name="connsiteY4" fmla="*/ 4536269 h 4544842"/>
              <a:gd name="connsiteX5" fmla="*/ 0 w 5660724"/>
              <a:gd name="connsiteY5" fmla="*/ 4544842 h 4544842"/>
              <a:gd name="connsiteX6" fmla="*/ 0 w 5660724"/>
              <a:gd name="connsiteY6" fmla="*/ 0 h 4544842"/>
              <a:gd name="connsiteX0" fmla="*/ 0 w 5660724"/>
              <a:gd name="connsiteY0" fmla="*/ 0 h 4544842"/>
              <a:gd name="connsiteX1" fmla="*/ 5660724 w 5660724"/>
              <a:gd name="connsiteY1" fmla="*/ 0 h 4544842"/>
              <a:gd name="connsiteX2" fmla="*/ 5660724 w 5660724"/>
              <a:gd name="connsiteY2" fmla="*/ 4544842 h 4544842"/>
              <a:gd name="connsiteX3" fmla="*/ 2231724 w 5660724"/>
              <a:gd name="connsiteY3" fmla="*/ 4071449 h 4544842"/>
              <a:gd name="connsiteX4" fmla="*/ 2056464 w 5660724"/>
              <a:gd name="connsiteY4" fmla="*/ 4536269 h 4544842"/>
              <a:gd name="connsiteX5" fmla="*/ 0 w 5660724"/>
              <a:gd name="connsiteY5" fmla="*/ 4544842 h 4544842"/>
              <a:gd name="connsiteX6" fmla="*/ 0 w 5660724"/>
              <a:gd name="connsiteY6" fmla="*/ 0 h 4544842"/>
              <a:gd name="connsiteX0" fmla="*/ 0 w 5660724"/>
              <a:gd name="connsiteY0" fmla="*/ 0 h 4544842"/>
              <a:gd name="connsiteX1" fmla="*/ 5660724 w 5660724"/>
              <a:gd name="connsiteY1" fmla="*/ 0 h 4544842"/>
              <a:gd name="connsiteX2" fmla="*/ 5660724 w 5660724"/>
              <a:gd name="connsiteY2" fmla="*/ 4544842 h 4544842"/>
              <a:gd name="connsiteX3" fmla="*/ 2925144 w 5660724"/>
              <a:gd name="connsiteY3" fmla="*/ 3781889 h 4544842"/>
              <a:gd name="connsiteX4" fmla="*/ 2056464 w 5660724"/>
              <a:gd name="connsiteY4" fmla="*/ 4536269 h 4544842"/>
              <a:gd name="connsiteX5" fmla="*/ 0 w 5660724"/>
              <a:gd name="connsiteY5" fmla="*/ 4544842 h 4544842"/>
              <a:gd name="connsiteX6" fmla="*/ 0 w 5660724"/>
              <a:gd name="connsiteY6" fmla="*/ 0 h 4544842"/>
              <a:gd name="connsiteX0" fmla="*/ 0 w 5660724"/>
              <a:gd name="connsiteY0" fmla="*/ 0 h 4544842"/>
              <a:gd name="connsiteX1" fmla="*/ 5660724 w 5660724"/>
              <a:gd name="connsiteY1" fmla="*/ 0 h 4544842"/>
              <a:gd name="connsiteX2" fmla="*/ 5660724 w 5660724"/>
              <a:gd name="connsiteY2" fmla="*/ 4544842 h 4544842"/>
              <a:gd name="connsiteX3" fmla="*/ 2909904 w 5660724"/>
              <a:gd name="connsiteY3" fmla="*/ 4109549 h 4544842"/>
              <a:gd name="connsiteX4" fmla="*/ 2056464 w 5660724"/>
              <a:gd name="connsiteY4" fmla="*/ 4536269 h 4544842"/>
              <a:gd name="connsiteX5" fmla="*/ 0 w 5660724"/>
              <a:gd name="connsiteY5" fmla="*/ 4544842 h 4544842"/>
              <a:gd name="connsiteX6" fmla="*/ 0 w 5660724"/>
              <a:gd name="connsiteY6" fmla="*/ 0 h 4544842"/>
              <a:gd name="connsiteX0" fmla="*/ 0 w 5660724"/>
              <a:gd name="connsiteY0" fmla="*/ 0 h 4544842"/>
              <a:gd name="connsiteX1" fmla="*/ 5660724 w 5660724"/>
              <a:gd name="connsiteY1" fmla="*/ 0 h 4544842"/>
              <a:gd name="connsiteX2" fmla="*/ 5660724 w 5660724"/>
              <a:gd name="connsiteY2" fmla="*/ 4544842 h 4544842"/>
              <a:gd name="connsiteX3" fmla="*/ 2909904 w 5660724"/>
              <a:gd name="connsiteY3" fmla="*/ 4109549 h 4544842"/>
              <a:gd name="connsiteX4" fmla="*/ 2612724 w 5660724"/>
              <a:gd name="connsiteY4" fmla="*/ 4528649 h 4544842"/>
              <a:gd name="connsiteX5" fmla="*/ 0 w 5660724"/>
              <a:gd name="connsiteY5" fmla="*/ 4544842 h 4544842"/>
              <a:gd name="connsiteX6" fmla="*/ 0 w 5660724"/>
              <a:gd name="connsiteY6" fmla="*/ 0 h 4544842"/>
              <a:gd name="connsiteX0" fmla="*/ 0 w 5660724"/>
              <a:gd name="connsiteY0" fmla="*/ 0 h 4544842"/>
              <a:gd name="connsiteX1" fmla="*/ 5660724 w 5660724"/>
              <a:gd name="connsiteY1" fmla="*/ 0 h 4544842"/>
              <a:gd name="connsiteX2" fmla="*/ 5660724 w 5660724"/>
              <a:gd name="connsiteY2" fmla="*/ 4544842 h 4544842"/>
              <a:gd name="connsiteX3" fmla="*/ 2909904 w 5660724"/>
              <a:gd name="connsiteY3" fmla="*/ 4109549 h 4544842"/>
              <a:gd name="connsiteX4" fmla="*/ 2534143 w 5660724"/>
              <a:gd name="connsiteY4" fmla="*/ 4442924 h 4544842"/>
              <a:gd name="connsiteX5" fmla="*/ 0 w 5660724"/>
              <a:gd name="connsiteY5" fmla="*/ 4544842 h 4544842"/>
              <a:gd name="connsiteX6" fmla="*/ 0 w 5660724"/>
              <a:gd name="connsiteY6" fmla="*/ 0 h 4544842"/>
              <a:gd name="connsiteX0" fmla="*/ 0 w 5660724"/>
              <a:gd name="connsiteY0" fmla="*/ 0 h 4544842"/>
              <a:gd name="connsiteX1" fmla="*/ 5660724 w 5660724"/>
              <a:gd name="connsiteY1" fmla="*/ 0 h 4544842"/>
              <a:gd name="connsiteX2" fmla="*/ 5660724 w 5660724"/>
              <a:gd name="connsiteY2" fmla="*/ 4544842 h 4544842"/>
              <a:gd name="connsiteX3" fmla="*/ 2909904 w 5660724"/>
              <a:gd name="connsiteY3" fmla="*/ 4109549 h 4544842"/>
              <a:gd name="connsiteX4" fmla="*/ 2593674 w 5660724"/>
              <a:gd name="connsiteY4" fmla="*/ 4535793 h 4544842"/>
              <a:gd name="connsiteX5" fmla="*/ 0 w 5660724"/>
              <a:gd name="connsiteY5" fmla="*/ 4544842 h 4544842"/>
              <a:gd name="connsiteX6" fmla="*/ 0 w 5660724"/>
              <a:gd name="connsiteY6" fmla="*/ 0 h 4544842"/>
              <a:gd name="connsiteX0" fmla="*/ 0 w 5660724"/>
              <a:gd name="connsiteY0" fmla="*/ 0 h 4544842"/>
              <a:gd name="connsiteX1" fmla="*/ 5660724 w 5660724"/>
              <a:gd name="connsiteY1" fmla="*/ 0 h 4544842"/>
              <a:gd name="connsiteX2" fmla="*/ 5660724 w 5660724"/>
              <a:gd name="connsiteY2" fmla="*/ 4544842 h 4544842"/>
              <a:gd name="connsiteX3" fmla="*/ 2771791 w 5660724"/>
              <a:gd name="connsiteY3" fmla="*/ 3971436 h 4544842"/>
              <a:gd name="connsiteX4" fmla="*/ 2593674 w 5660724"/>
              <a:gd name="connsiteY4" fmla="*/ 4535793 h 4544842"/>
              <a:gd name="connsiteX5" fmla="*/ 0 w 5660724"/>
              <a:gd name="connsiteY5" fmla="*/ 4544842 h 4544842"/>
              <a:gd name="connsiteX6" fmla="*/ 0 w 5660724"/>
              <a:gd name="connsiteY6" fmla="*/ 0 h 4544842"/>
              <a:gd name="connsiteX0" fmla="*/ 0 w 5660724"/>
              <a:gd name="connsiteY0" fmla="*/ 0 h 4544842"/>
              <a:gd name="connsiteX1" fmla="*/ 5660724 w 5660724"/>
              <a:gd name="connsiteY1" fmla="*/ 0 h 4544842"/>
              <a:gd name="connsiteX2" fmla="*/ 5660724 w 5660724"/>
              <a:gd name="connsiteY2" fmla="*/ 4544842 h 4544842"/>
              <a:gd name="connsiteX3" fmla="*/ 2874185 w 5660724"/>
              <a:gd name="connsiteY3" fmla="*/ 4114311 h 4544842"/>
              <a:gd name="connsiteX4" fmla="*/ 2593674 w 5660724"/>
              <a:gd name="connsiteY4" fmla="*/ 4535793 h 4544842"/>
              <a:gd name="connsiteX5" fmla="*/ 0 w 5660724"/>
              <a:gd name="connsiteY5" fmla="*/ 4544842 h 4544842"/>
              <a:gd name="connsiteX6" fmla="*/ 0 w 5660724"/>
              <a:gd name="connsiteY6" fmla="*/ 0 h 4544842"/>
              <a:gd name="connsiteX0" fmla="*/ 0 w 5660724"/>
              <a:gd name="connsiteY0" fmla="*/ 0 h 4544842"/>
              <a:gd name="connsiteX1" fmla="*/ 5660724 w 5660724"/>
              <a:gd name="connsiteY1" fmla="*/ 0 h 4544842"/>
              <a:gd name="connsiteX2" fmla="*/ 5660724 w 5660724"/>
              <a:gd name="connsiteY2" fmla="*/ 4113836 h 4544842"/>
              <a:gd name="connsiteX3" fmla="*/ 2874185 w 5660724"/>
              <a:gd name="connsiteY3" fmla="*/ 4114311 h 4544842"/>
              <a:gd name="connsiteX4" fmla="*/ 2593674 w 5660724"/>
              <a:gd name="connsiteY4" fmla="*/ 4535793 h 4544842"/>
              <a:gd name="connsiteX5" fmla="*/ 0 w 5660724"/>
              <a:gd name="connsiteY5" fmla="*/ 4544842 h 4544842"/>
              <a:gd name="connsiteX6" fmla="*/ 0 w 5660724"/>
              <a:gd name="connsiteY6" fmla="*/ 0 h 4544842"/>
              <a:gd name="connsiteX0" fmla="*/ 0 w 5672631"/>
              <a:gd name="connsiteY0" fmla="*/ 0 h 4544842"/>
              <a:gd name="connsiteX1" fmla="*/ 5660724 w 5672631"/>
              <a:gd name="connsiteY1" fmla="*/ 0 h 4544842"/>
              <a:gd name="connsiteX2" fmla="*/ 5672631 w 5672631"/>
              <a:gd name="connsiteY2" fmla="*/ 4054305 h 4544842"/>
              <a:gd name="connsiteX3" fmla="*/ 2874185 w 5672631"/>
              <a:gd name="connsiteY3" fmla="*/ 4114311 h 4544842"/>
              <a:gd name="connsiteX4" fmla="*/ 2593674 w 5672631"/>
              <a:gd name="connsiteY4" fmla="*/ 4535793 h 4544842"/>
              <a:gd name="connsiteX5" fmla="*/ 0 w 5672631"/>
              <a:gd name="connsiteY5" fmla="*/ 4544842 h 4544842"/>
              <a:gd name="connsiteX6" fmla="*/ 0 w 5672631"/>
              <a:gd name="connsiteY6" fmla="*/ 0 h 4544842"/>
              <a:gd name="connsiteX0" fmla="*/ 0 w 5660724"/>
              <a:gd name="connsiteY0" fmla="*/ 0 h 4544842"/>
              <a:gd name="connsiteX1" fmla="*/ 5660724 w 5660724"/>
              <a:gd name="connsiteY1" fmla="*/ 0 h 4544842"/>
              <a:gd name="connsiteX2" fmla="*/ 5655963 w 5660724"/>
              <a:gd name="connsiteY2" fmla="*/ 4120980 h 4544842"/>
              <a:gd name="connsiteX3" fmla="*/ 2874185 w 5660724"/>
              <a:gd name="connsiteY3" fmla="*/ 4114311 h 4544842"/>
              <a:gd name="connsiteX4" fmla="*/ 2593674 w 5660724"/>
              <a:gd name="connsiteY4" fmla="*/ 4535793 h 4544842"/>
              <a:gd name="connsiteX5" fmla="*/ 0 w 5660724"/>
              <a:gd name="connsiteY5" fmla="*/ 4544842 h 4544842"/>
              <a:gd name="connsiteX6" fmla="*/ 0 w 5660724"/>
              <a:gd name="connsiteY6" fmla="*/ 0 h 4544842"/>
              <a:gd name="connsiteX0" fmla="*/ 0 w 5660724"/>
              <a:gd name="connsiteY0" fmla="*/ 0 h 4544842"/>
              <a:gd name="connsiteX1" fmla="*/ 5660724 w 5660724"/>
              <a:gd name="connsiteY1" fmla="*/ 0 h 4544842"/>
              <a:gd name="connsiteX2" fmla="*/ 5655963 w 5660724"/>
              <a:gd name="connsiteY2" fmla="*/ 4120980 h 4544842"/>
              <a:gd name="connsiteX3" fmla="*/ 2874185 w 5660724"/>
              <a:gd name="connsiteY3" fmla="*/ 4121455 h 4544842"/>
              <a:gd name="connsiteX4" fmla="*/ 2593674 w 5660724"/>
              <a:gd name="connsiteY4" fmla="*/ 4535793 h 4544842"/>
              <a:gd name="connsiteX5" fmla="*/ 0 w 5660724"/>
              <a:gd name="connsiteY5" fmla="*/ 4544842 h 4544842"/>
              <a:gd name="connsiteX6" fmla="*/ 0 w 5660724"/>
              <a:gd name="connsiteY6" fmla="*/ 0 h 4544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660724" h="4544842">
                <a:moveTo>
                  <a:pt x="0" y="0"/>
                </a:moveTo>
                <a:lnTo>
                  <a:pt x="5660724" y="0"/>
                </a:lnTo>
                <a:lnTo>
                  <a:pt x="5655963" y="4120980"/>
                </a:lnTo>
                <a:lnTo>
                  <a:pt x="2874185" y="4121455"/>
                </a:lnTo>
                <a:lnTo>
                  <a:pt x="2593674" y="4535793"/>
                </a:lnTo>
                <a:lnTo>
                  <a:pt x="0" y="4544842"/>
                </a:lnTo>
                <a:lnTo>
                  <a:pt x="0" y="0"/>
                </a:lnTo>
                <a:close/>
              </a:path>
            </a:pathLst>
          </a:custGeom>
          <a:solidFill>
            <a:schemeClr val="bg2"/>
          </a:solidFill>
        </p:spPr>
        <p:txBody>
          <a:bodyPr tIns="1280160"/>
          <a:lstStyle>
            <a:lvl1pPr algn="ctr">
              <a:defRPr b="0" i="0"/>
            </a:lvl1pPr>
          </a:lstStyle>
          <a:p>
            <a:r>
              <a:rPr lang="en-US"/>
              <a:t>Click icon to add picture—do</a:t>
            </a:r>
            <a:r>
              <a:rPr lang="en-US" sz="1500" kern="100">
                <a:effectLst/>
                <a:latin typeface="Arial" panose="020B0604020202020204" pitchFamily="34" charset="0"/>
                <a:ea typeface="Aptos" panose="020B0004020202020204" pitchFamily="34" charset="0"/>
                <a:cs typeface="Times New Roman" panose="02020603050405020304" pitchFamily="18" charset="0"/>
              </a:rPr>
              <a:t> </a:t>
            </a:r>
            <a:r>
              <a:rPr lang="en-US"/>
              <a:t>not</a:t>
            </a:r>
            <a:r>
              <a:rPr lang="en-US" sz="1500" kern="100">
                <a:effectLst/>
                <a:latin typeface="Arial" panose="020B0604020202020204" pitchFamily="34" charset="0"/>
                <a:ea typeface="Aptos" panose="020B0004020202020204" pitchFamily="34" charset="0"/>
                <a:cs typeface="Times New Roman" panose="02020603050405020304" pitchFamily="18" charset="0"/>
              </a:rPr>
              <a:t> </a:t>
            </a:r>
            <a:r>
              <a:rPr lang="en-US"/>
              <a:t>scale</a:t>
            </a:r>
            <a:r>
              <a:rPr lang="en-US" sz="1500" kern="100">
                <a:effectLst/>
                <a:latin typeface="Arial" panose="020B0604020202020204" pitchFamily="34" charset="0"/>
                <a:ea typeface="Aptos" panose="020B0004020202020204" pitchFamily="34" charset="0"/>
                <a:cs typeface="Times New Roman" panose="02020603050405020304" pitchFamily="18" charset="0"/>
              </a:rPr>
              <a:t> </a:t>
            </a:r>
            <a:r>
              <a:rPr lang="en-US"/>
              <a:t>or</a:t>
            </a:r>
            <a:r>
              <a:rPr lang="en-US" sz="1500" kern="100">
                <a:effectLst/>
                <a:latin typeface="Arial" panose="020B0604020202020204" pitchFamily="34" charset="0"/>
                <a:ea typeface="Aptos" panose="020B0004020202020204" pitchFamily="34" charset="0"/>
                <a:cs typeface="Times New Roman" panose="02020603050405020304" pitchFamily="18" charset="0"/>
              </a:rPr>
              <a:t> </a:t>
            </a:r>
            <a:r>
              <a:rPr lang="en-US"/>
              <a:t>stretch</a:t>
            </a:r>
            <a:r>
              <a:rPr lang="en-US" sz="1500" kern="100">
                <a:effectLst/>
                <a:latin typeface="Arial" panose="020B0604020202020204" pitchFamily="34" charset="0"/>
                <a:ea typeface="Aptos" panose="020B0004020202020204" pitchFamily="34" charset="0"/>
                <a:cs typeface="Times New Roman" panose="02020603050405020304" pitchFamily="18" charset="0"/>
              </a:rPr>
              <a:t> </a:t>
            </a:r>
            <a:r>
              <a:rPr lang="en-US"/>
              <a:t>this</a:t>
            </a:r>
            <a:r>
              <a:rPr lang="en-US" sz="1500" kern="100">
                <a:effectLst/>
                <a:latin typeface="Arial" panose="020B0604020202020204" pitchFamily="34" charset="0"/>
                <a:ea typeface="Aptos" panose="020B0004020202020204" pitchFamily="34" charset="0"/>
                <a:cs typeface="Times New Roman" panose="02020603050405020304" pitchFamily="18" charset="0"/>
              </a:rPr>
              <a:t> </a:t>
            </a:r>
            <a:r>
              <a:rPr lang="en-US"/>
              <a:t>photo</a:t>
            </a:r>
            <a:r>
              <a:rPr lang="en-US" sz="1500" kern="100">
                <a:effectLst/>
                <a:latin typeface="Arial" panose="020B0604020202020204" pitchFamily="34" charset="0"/>
                <a:ea typeface="Aptos" panose="020B0004020202020204" pitchFamily="34" charset="0"/>
                <a:cs typeface="Times New Roman" panose="02020603050405020304" pitchFamily="18" charset="0"/>
              </a:rPr>
              <a:t> </a:t>
            </a:r>
            <a:r>
              <a:rPr lang="en-US"/>
              <a:t>placeholder</a:t>
            </a:r>
          </a:p>
        </p:txBody>
      </p:sp>
      <p:sp>
        <p:nvSpPr>
          <p:cNvPr id="6" name="Content Placeholder 2">
            <a:extLst>
              <a:ext uri="{FF2B5EF4-FFF2-40B4-BE49-F238E27FC236}">
                <a16:creationId xmlns:a16="http://schemas.microsoft.com/office/drawing/2014/main" id="{FA9DB721-FE7A-8DE5-B433-99C88BFAE50D}"/>
              </a:ext>
            </a:extLst>
          </p:cNvPr>
          <p:cNvSpPr>
            <a:spLocks noGrp="1"/>
          </p:cNvSpPr>
          <p:nvPr>
            <p:ph idx="10"/>
          </p:nvPr>
        </p:nvSpPr>
        <p:spPr>
          <a:xfrm>
            <a:off x="6150276" y="4987818"/>
            <a:ext cx="5660724" cy="730266"/>
          </a:xfrm>
        </p:spPr>
        <p:txBody>
          <a:bodyPr/>
          <a:lstStyle>
            <a:lvl1pPr>
              <a:lnSpc>
                <a:spcPct val="100000"/>
              </a:lnSpc>
              <a:spcBef>
                <a:spcPts val="100"/>
              </a:spcBef>
              <a:spcAft>
                <a:spcPts val="0"/>
              </a:spcAft>
              <a:defRPr sz="1600"/>
            </a:lvl1pPr>
            <a:lvl2pPr>
              <a:lnSpc>
                <a:spcPct val="100000"/>
              </a:lnSpc>
              <a:spcBef>
                <a:spcPts val="100"/>
              </a:spcBef>
              <a:spcAft>
                <a:spcPts val="0"/>
              </a:spcAft>
              <a:defRPr sz="1600">
                <a:latin typeface="+mj-lt"/>
              </a:defRPr>
            </a:lvl2pPr>
            <a:lvl3pPr marL="0" indent="0">
              <a:buNone/>
              <a:defRPr/>
            </a:lvl3pPr>
          </a:lstStyle>
          <a:p>
            <a:pPr lvl="0"/>
            <a:r>
              <a:rPr lang="en-US"/>
              <a:t>Click to edit Master text styles</a:t>
            </a:r>
          </a:p>
          <a:p>
            <a:pPr lvl="1"/>
            <a:r>
              <a:rPr lang="en-US"/>
              <a:t>Second level</a:t>
            </a:r>
          </a:p>
        </p:txBody>
      </p:sp>
      <p:sp>
        <p:nvSpPr>
          <p:cNvPr id="7" name="Footer Placeholder 4">
            <a:extLst>
              <a:ext uri="{FF2B5EF4-FFF2-40B4-BE49-F238E27FC236}">
                <a16:creationId xmlns:a16="http://schemas.microsoft.com/office/drawing/2014/main" id="{AE32291E-24B4-2FB8-4B35-A439686DB956}"/>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PwC Risk Management</a:t>
            </a:r>
          </a:p>
        </p:txBody>
      </p:sp>
      <p:sp>
        <p:nvSpPr>
          <p:cNvPr id="8" name="Slide Number Placeholder 13">
            <a:extLst>
              <a:ext uri="{FF2B5EF4-FFF2-40B4-BE49-F238E27FC236}">
                <a16:creationId xmlns:a16="http://schemas.microsoft.com/office/drawing/2014/main" id="{61A378F0-4CD0-C4E0-D2F7-5959B577E15B}"/>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Tree>
    <p:extLst>
      <p:ext uri="{BB962C8B-B14F-4D97-AF65-F5344CB8AC3E}">
        <p14:creationId xmlns:p14="http://schemas.microsoft.com/office/powerpoint/2010/main" val="3518850395"/>
      </p:ext>
    </p:extLst>
  </p:cSld>
  <p:clrMapOvr>
    <a:masterClrMapping/>
  </p:clrMapOvr>
</p:sldLayout>
</file>

<file path=ppt/slideLayouts/slideLayout116.xml><?xml version="1.0" encoding="utf-8"?>
<p:sldLayout xmlns:a="http://schemas.openxmlformats.org/drawingml/2006/main" xmlns:r="http://schemas.openxmlformats.org/officeDocument/2006/relationships" xmlns:p="http://schemas.openxmlformats.org/presentationml/2006/main" showMasterSp="0" preserve="1" userDrawn="1">
  <p:cSld name="1_Title Slide">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16D7607-D1F4-F3D5-F6A1-ADA8066F7D42}"/>
              </a:ext>
            </a:extLst>
          </p:cNvPr>
          <p:cNvPicPr>
            <a:picLocks noChangeAspect="1"/>
          </p:cNvPicPr>
          <p:nvPr userDrawn="1"/>
        </p:nvPicPr>
        <p:blipFill>
          <a:blip r:embed="rId2">
            <a:extLst>
              <a:ext uri="{28A0092B-C50C-407E-A947-70E740481C1C}">
                <a14:useLocalDpi xmlns:a14="http://schemas.microsoft.com/office/drawing/2010/main" val="0"/>
              </a:ext>
            </a:extLst>
          </a:blip>
          <a:srcRect t="52" b="52"/>
          <a:stretch/>
        </p:blipFill>
        <p:spPr>
          <a:xfrm>
            <a:off x="0" y="0"/>
            <a:ext cx="12192000" cy="6858000"/>
          </a:xfrm>
          <a:prstGeom prst="rect">
            <a:avLst/>
          </a:prstGeom>
        </p:spPr>
      </p:pic>
      <p:sp>
        <p:nvSpPr>
          <p:cNvPr id="2" name="Title 1">
            <a:extLst>
              <a:ext uri="{FF2B5EF4-FFF2-40B4-BE49-F238E27FC236}">
                <a16:creationId xmlns:a16="http://schemas.microsoft.com/office/drawing/2014/main" id="{5AEF2F32-23D2-85EF-3071-5C6939DCE4A4}"/>
              </a:ext>
            </a:extLst>
          </p:cNvPr>
          <p:cNvSpPr>
            <a:spLocks noGrp="1"/>
          </p:cNvSpPr>
          <p:nvPr>
            <p:ph type="ctrTitle"/>
          </p:nvPr>
        </p:nvSpPr>
        <p:spPr>
          <a:xfrm>
            <a:off x="401904" y="1963495"/>
            <a:ext cx="5664555" cy="1828800"/>
          </a:xfrm>
        </p:spPr>
        <p:txBody>
          <a:bodyPr anchor="t" anchorCtr="0"/>
          <a:lstStyle>
            <a:lvl1pPr algn="l">
              <a:lnSpc>
                <a:spcPct val="80000"/>
              </a:lnSpc>
              <a:spcBef>
                <a:spcPts val="1400"/>
              </a:spcBef>
              <a:defRPr sz="4800" b="0"/>
            </a:lvl1pPr>
          </a:lstStyle>
          <a:p>
            <a:r>
              <a:rPr lang="en-US"/>
              <a:t>Click to edit Master title style</a:t>
            </a:r>
          </a:p>
        </p:txBody>
      </p:sp>
      <p:sp>
        <p:nvSpPr>
          <p:cNvPr id="5" name="Subtitle 2">
            <a:extLst>
              <a:ext uri="{FF2B5EF4-FFF2-40B4-BE49-F238E27FC236}">
                <a16:creationId xmlns:a16="http://schemas.microsoft.com/office/drawing/2014/main" id="{98AB6ED3-C5F6-877C-DAED-BEF7F304594B}"/>
              </a:ext>
            </a:extLst>
          </p:cNvPr>
          <p:cNvSpPr>
            <a:spLocks noGrp="1"/>
          </p:cNvSpPr>
          <p:nvPr>
            <p:ph type="subTitle" idx="1" hasCustomPrompt="1"/>
          </p:nvPr>
        </p:nvSpPr>
        <p:spPr>
          <a:xfrm>
            <a:off x="401903" y="6054487"/>
            <a:ext cx="4684447" cy="453228"/>
          </a:xfrm>
        </p:spPr>
        <p:txBody>
          <a:bodyPr/>
          <a:lstStyle>
            <a:lvl1pPr marL="0" indent="0" algn="l">
              <a:lnSpc>
                <a:spcPct val="100000"/>
              </a:lnSpc>
              <a:spcBef>
                <a:spcPts val="100"/>
              </a:spcBef>
              <a:spcAft>
                <a:spcPts val="0"/>
              </a:spcAft>
              <a:buNone/>
              <a:defRPr sz="1400" b="0"/>
            </a:lvl1pPr>
            <a:lvl2pPr marL="0" indent="0" algn="l">
              <a:lnSpc>
                <a:spcPct val="100000"/>
              </a:lnSpc>
              <a:spcBef>
                <a:spcPts val="100"/>
              </a:spcBef>
              <a:buNone/>
              <a:defRPr sz="1400" b="1">
                <a:latin typeface="+mn-lt"/>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subtitle style</a:t>
            </a:r>
          </a:p>
        </p:txBody>
      </p:sp>
      <p:pic>
        <p:nvPicPr>
          <p:cNvPr id="14" name="Graphic 13">
            <a:extLst>
              <a:ext uri="{FF2B5EF4-FFF2-40B4-BE49-F238E27FC236}">
                <a16:creationId xmlns:a16="http://schemas.microsoft.com/office/drawing/2014/main" id="{FB11A3AB-4A69-E082-016E-71E34537136A}"/>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403391" y="383381"/>
            <a:ext cx="1064007" cy="517902"/>
          </a:xfrm>
          <a:prstGeom prst="rect">
            <a:avLst/>
          </a:prstGeom>
        </p:spPr>
      </p:pic>
    </p:spTree>
    <p:extLst>
      <p:ext uri="{BB962C8B-B14F-4D97-AF65-F5344CB8AC3E}">
        <p14:creationId xmlns:p14="http://schemas.microsoft.com/office/powerpoint/2010/main" val="3716114746"/>
      </p:ext>
    </p:extLst>
  </p:cSld>
  <p:clrMapOvr>
    <a:masterClrMapping/>
  </p:clrMapOvr>
  <p:extLst>
    <p:ext uri="{DCECCB84-F9BA-43D5-87BE-67443E8EF086}">
      <p15:sldGuideLst xmlns:p15="http://schemas.microsoft.com/office/powerpoint/2012/main">
        <p15:guide id="9" orient="horz" pos="2160">
          <p15:clr>
            <a:srgbClr val="FBAE40"/>
          </p15:clr>
        </p15:guide>
      </p15:sldGuideLst>
    </p:ext>
  </p:extLst>
</p:sldLayout>
</file>

<file path=ppt/slideLayouts/slideLayout117.xml><?xml version="1.0" encoding="utf-8"?>
<p:sldLayout xmlns:a="http://schemas.openxmlformats.org/drawingml/2006/main" xmlns:r="http://schemas.openxmlformats.org/officeDocument/2006/relationships" xmlns:p="http://schemas.openxmlformats.org/presentationml/2006/main" showMasterSp="0" preserve="1" userDrawn="1">
  <p:cSld name="1_Title Slide Image">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5E0745CB-2FF7-A852-6865-A8F426EE1202}"/>
              </a:ext>
            </a:extLst>
          </p:cNvPr>
          <p:cNvSpPr>
            <a:spLocks noGrp="1"/>
          </p:cNvSpPr>
          <p:nvPr>
            <p:ph type="pic" sz="quarter" idx="10" hasCustomPrompt="1"/>
          </p:nvPr>
        </p:nvSpPr>
        <p:spPr>
          <a:xfrm>
            <a:off x="0" y="0"/>
            <a:ext cx="12192000" cy="6858000"/>
          </a:xfrm>
          <a:solidFill>
            <a:schemeClr val="bg2"/>
          </a:solidFill>
        </p:spPr>
        <p:txBody>
          <a:bodyPr anchor="ctr"/>
          <a:lstStyle>
            <a:lvl1pPr algn="ctr">
              <a:defRPr/>
            </a:lvl1pPr>
          </a:lstStyle>
          <a:p>
            <a:r>
              <a:rPr lang="en-US"/>
              <a:t>Click icon to add cover image</a:t>
            </a:r>
          </a:p>
          <a:p>
            <a:endParaRPr lang="en-US"/>
          </a:p>
        </p:txBody>
      </p:sp>
      <p:sp>
        <p:nvSpPr>
          <p:cNvPr id="2" name="Title 1">
            <a:extLst>
              <a:ext uri="{FF2B5EF4-FFF2-40B4-BE49-F238E27FC236}">
                <a16:creationId xmlns:a16="http://schemas.microsoft.com/office/drawing/2014/main" id="{5AEF2F32-23D2-85EF-3071-5C6939DCE4A4}"/>
              </a:ext>
            </a:extLst>
          </p:cNvPr>
          <p:cNvSpPr>
            <a:spLocks noGrp="1"/>
          </p:cNvSpPr>
          <p:nvPr>
            <p:ph type="ctrTitle"/>
          </p:nvPr>
        </p:nvSpPr>
        <p:spPr>
          <a:xfrm>
            <a:off x="401904" y="1963495"/>
            <a:ext cx="5664555" cy="1828800"/>
          </a:xfrm>
        </p:spPr>
        <p:txBody>
          <a:bodyPr anchor="t" anchorCtr="0"/>
          <a:lstStyle>
            <a:lvl1pPr algn="l">
              <a:lnSpc>
                <a:spcPct val="80000"/>
              </a:lnSpc>
              <a:spcBef>
                <a:spcPts val="1400"/>
              </a:spcBef>
              <a:defRPr sz="4800" b="0"/>
            </a:lvl1pPr>
          </a:lstStyle>
          <a:p>
            <a:r>
              <a:rPr lang="en-US"/>
              <a:t>Click to edit Master title style</a:t>
            </a:r>
          </a:p>
        </p:txBody>
      </p:sp>
      <p:sp>
        <p:nvSpPr>
          <p:cNvPr id="5" name="Subtitle 2">
            <a:extLst>
              <a:ext uri="{FF2B5EF4-FFF2-40B4-BE49-F238E27FC236}">
                <a16:creationId xmlns:a16="http://schemas.microsoft.com/office/drawing/2014/main" id="{98AB6ED3-C5F6-877C-DAED-BEF7F304594B}"/>
              </a:ext>
            </a:extLst>
          </p:cNvPr>
          <p:cNvSpPr>
            <a:spLocks noGrp="1"/>
          </p:cNvSpPr>
          <p:nvPr>
            <p:ph type="subTitle" idx="1" hasCustomPrompt="1"/>
          </p:nvPr>
        </p:nvSpPr>
        <p:spPr>
          <a:xfrm>
            <a:off x="401903" y="6054487"/>
            <a:ext cx="4684447" cy="453228"/>
          </a:xfrm>
        </p:spPr>
        <p:txBody>
          <a:bodyPr/>
          <a:lstStyle>
            <a:lvl1pPr marL="0" indent="0" algn="l">
              <a:lnSpc>
                <a:spcPct val="100000"/>
              </a:lnSpc>
              <a:spcBef>
                <a:spcPts val="100"/>
              </a:spcBef>
              <a:spcAft>
                <a:spcPts val="0"/>
              </a:spcAft>
              <a:buNone/>
              <a:defRPr sz="1400" b="0"/>
            </a:lvl1pPr>
            <a:lvl2pPr marL="0" indent="0" algn="l">
              <a:lnSpc>
                <a:spcPct val="100000"/>
              </a:lnSpc>
              <a:spcBef>
                <a:spcPts val="100"/>
              </a:spcBef>
              <a:buNone/>
              <a:defRPr sz="1400" b="1">
                <a:latin typeface="+mn-lt"/>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subtitle style</a:t>
            </a:r>
          </a:p>
        </p:txBody>
      </p:sp>
      <p:pic>
        <p:nvPicPr>
          <p:cNvPr id="14" name="Graphic 13">
            <a:extLst>
              <a:ext uri="{FF2B5EF4-FFF2-40B4-BE49-F238E27FC236}">
                <a16:creationId xmlns:a16="http://schemas.microsoft.com/office/drawing/2014/main" id="{FB11A3AB-4A69-E082-016E-71E34537136A}"/>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03391" y="383381"/>
            <a:ext cx="1064007" cy="517902"/>
          </a:xfrm>
          <a:prstGeom prst="rect">
            <a:avLst/>
          </a:prstGeom>
        </p:spPr>
      </p:pic>
    </p:spTree>
    <p:extLst>
      <p:ext uri="{BB962C8B-B14F-4D97-AF65-F5344CB8AC3E}">
        <p14:creationId xmlns:p14="http://schemas.microsoft.com/office/powerpoint/2010/main" val="401358436"/>
      </p:ext>
    </p:extLst>
  </p:cSld>
  <p:clrMapOvr>
    <a:masterClrMapping/>
  </p:clrMapOvr>
  <p:extLst>
    <p:ext uri="{DCECCB84-F9BA-43D5-87BE-67443E8EF086}">
      <p15:sldGuideLst xmlns:p15="http://schemas.microsoft.com/office/powerpoint/2012/main">
        <p15:guide id="9" orient="horz" pos="2160">
          <p15:clr>
            <a:srgbClr val="FBAE40"/>
          </p15:clr>
        </p15:guide>
      </p15:sldGuideLst>
    </p:ext>
  </p:extLst>
</p:sldLayout>
</file>

<file path=ppt/slideLayouts/slideLayout118.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9E03C5ED-E0DF-61C8-7A95-440C9FF7F1FA}"/>
              </a:ext>
            </a:extLst>
          </p:cNvPr>
          <p:cNvSpPr>
            <a:spLocks noGrp="1"/>
          </p:cNvSpPr>
          <p:nvPr>
            <p:ph type="title"/>
          </p:nvPr>
        </p:nvSpPr>
        <p:spPr>
          <a:xfrm>
            <a:off x="402336" y="4007973"/>
            <a:ext cx="4671732" cy="1298448"/>
          </a:xfrm>
        </p:spPr>
        <p:txBody>
          <a:bodyPr/>
          <a:lstStyle>
            <a:lvl1pPr>
              <a:defRPr sz="4000"/>
            </a:lvl1pPr>
          </a:lstStyle>
          <a:p>
            <a:r>
              <a:rPr lang="en-US"/>
              <a:t>Click to edit Master title style</a:t>
            </a:r>
          </a:p>
        </p:txBody>
      </p:sp>
      <p:sp>
        <p:nvSpPr>
          <p:cNvPr id="5" name="Content Placeholder 2">
            <a:extLst>
              <a:ext uri="{FF2B5EF4-FFF2-40B4-BE49-F238E27FC236}">
                <a16:creationId xmlns:a16="http://schemas.microsoft.com/office/drawing/2014/main" id="{7518CD4E-B949-EF88-4945-7E36C0015725}"/>
              </a:ext>
            </a:extLst>
          </p:cNvPr>
          <p:cNvSpPr>
            <a:spLocks noGrp="1"/>
          </p:cNvSpPr>
          <p:nvPr>
            <p:ph idx="1"/>
          </p:nvPr>
        </p:nvSpPr>
        <p:spPr>
          <a:xfrm>
            <a:off x="6160294" y="402655"/>
            <a:ext cx="5641181" cy="3521964"/>
          </a:xfrm>
        </p:spPr>
        <p:txBody>
          <a:bodyPr/>
          <a:lstStyle>
            <a:lvl1pPr>
              <a:lnSpc>
                <a:spcPct val="125000"/>
              </a:lnSpc>
              <a:defRPr sz="1500" b="1">
                <a:latin typeface="+mn-lt"/>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er Placeholder 4">
            <a:extLst>
              <a:ext uri="{FF2B5EF4-FFF2-40B4-BE49-F238E27FC236}">
                <a16:creationId xmlns:a16="http://schemas.microsoft.com/office/drawing/2014/main" id="{75979435-2CA0-F566-8195-3E80CC2D6180}"/>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PwC Risk Management</a:t>
            </a:r>
          </a:p>
        </p:txBody>
      </p:sp>
      <p:sp>
        <p:nvSpPr>
          <p:cNvPr id="7" name="Slide Number Placeholder 13">
            <a:extLst>
              <a:ext uri="{FF2B5EF4-FFF2-40B4-BE49-F238E27FC236}">
                <a16:creationId xmlns:a16="http://schemas.microsoft.com/office/drawing/2014/main" id="{3A2C4AA3-8599-3431-5E25-2E68E7DB9FCA}"/>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Tree>
    <p:extLst>
      <p:ext uri="{BB962C8B-B14F-4D97-AF65-F5344CB8AC3E}">
        <p14:creationId xmlns:p14="http://schemas.microsoft.com/office/powerpoint/2010/main" val="2745482077"/>
      </p:ext>
    </p:extLst>
  </p:cSld>
  <p:clrMapOvr>
    <a:masterClrMapping/>
  </p:clrMapOvr>
  <p:extLst>
    <p:ext uri="{DCECCB84-F9BA-43D5-87BE-67443E8EF086}">
      <p15:sldGuideLst xmlns:p15="http://schemas.microsoft.com/office/powerpoint/2012/main"/>
    </p:ext>
  </p:extLst>
</p:sldLayout>
</file>

<file path=ppt/slideLayouts/slideLayout119.xml><?xml version="1.0" encoding="utf-8"?>
<p:sldLayout xmlns:a="http://schemas.openxmlformats.org/drawingml/2006/main" xmlns:r="http://schemas.openxmlformats.org/officeDocument/2006/relationships" xmlns:p="http://schemas.openxmlformats.org/presentationml/2006/main" preserve="1" userDrawn="1">
  <p:cSld name="1_Title and Content 2">
    <p:spTree>
      <p:nvGrpSpPr>
        <p:cNvPr id="1" name=""/>
        <p:cNvGrpSpPr/>
        <p:nvPr/>
      </p:nvGrpSpPr>
      <p:grpSpPr>
        <a:xfrm>
          <a:off x="0" y="0"/>
          <a:ext cx="0" cy="0"/>
          <a:chOff x="0" y="0"/>
          <a:chExt cx="0" cy="0"/>
        </a:xfrm>
      </p:grpSpPr>
      <p:sp>
        <p:nvSpPr>
          <p:cNvPr id="2" name="Content Placeholder 2">
            <a:extLst>
              <a:ext uri="{FF2B5EF4-FFF2-40B4-BE49-F238E27FC236}">
                <a16:creationId xmlns:a16="http://schemas.microsoft.com/office/drawing/2014/main" id="{E87E41F5-DD37-DB45-FC81-6078FAA35748}"/>
              </a:ext>
            </a:extLst>
          </p:cNvPr>
          <p:cNvSpPr>
            <a:spLocks noGrp="1"/>
          </p:cNvSpPr>
          <p:nvPr>
            <p:ph idx="1"/>
          </p:nvPr>
        </p:nvSpPr>
        <p:spPr>
          <a:xfrm>
            <a:off x="6157914" y="400050"/>
            <a:ext cx="5643562" cy="2970214"/>
          </a:xfrm>
        </p:spPr>
        <p:txBody>
          <a:bodyPr/>
          <a:lstStyle>
            <a:lvl1pPr>
              <a:spcAft>
                <a:spcPts val="1200"/>
              </a:spcAft>
              <a:defRPr sz="1400"/>
            </a:lvl1pPr>
            <a:lvl2pPr>
              <a:defRPr sz="1200">
                <a:latin typeface="+mj-lt"/>
              </a:defRPr>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itle Placeholder 1">
            <a:extLst>
              <a:ext uri="{FF2B5EF4-FFF2-40B4-BE49-F238E27FC236}">
                <a16:creationId xmlns:a16="http://schemas.microsoft.com/office/drawing/2014/main" id="{0FCB0834-B748-0F65-C02A-23EC83C03DC2}"/>
              </a:ext>
            </a:extLst>
          </p:cNvPr>
          <p:cNvSpPr>
            <a:spLocks noGrp="1"/>
          </p:cNvSpPr>
          <p:nvPr>
            <p:ph type="title"/>
          </p:nvPr>
        </p:nvSpPr>
        <p:spPr>
          <a:xfrm>
            <a:off x="402336" y="3998913"/>
            <a:ext cx="4801396" cy="1425575"/>
          </a:xfrm>
          <a:prstGeom prst="rect">
            <a:avLst/>
          </a:prstGeom>
        </p:spPr>
        <p:txBody>
          <a:bodyPr vert="horz" lIns="0" tIns="0" rIns="0" bIns="0" rtlCol="0" anchor="t" anchorCtr="0">
            <a:noAutofit/>
          </a:bodyPr>
          <a:lstStyle/>
          <a:p>
            <a:r>
              <a:rPr lang="en-US"/>
              <a:t>Click to edit Master title style</a:t>
            </a:r>
          </a:p>
        </p:txBody>
      </p:sp>
      <p:sp>
        <p:nvSpPr>
          <p:cNvPr id="4" name="Slide Number Placeholder 13">
            <a:extLst>
              <a:ext uri="{FF2B5EF4-FFF2-40B4-BE49-F238E27FC236}">
                <a16:creationId xmlns:a16="http://schemas.microsoft.com/office/drawing/2014/main" id="{83F37CB8-4B0C-85FD-979D-0EFBFDE2A1FF}"/>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ctr">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
        <p:nvSpPr>
          <p:cNvPr id="5" name="Footer Placeholder 4">
            <a:extLst>
              <a:ext uri="{FF2B5EF4-FFF2-40B4-BE49-F238E27FC236}">
                <a16:creationId xmlns:a16="http://schemas.microsoft.com/office/drawing/2014/main" id="{C8EC9C41-CB60-9C3F-4A21-4DCCF3B44001}"/>
              </a:ext>
            </a:extLst>
          </p:cNvPr>
          <p:cNvSpPr>
            <a:spLocks noGrp="1"/>
          </p:cNvSpPr>
          <p:nvPr>
            <p:ph type="ftr" sz="quarter" idx="3"/>
          </p:nvPr>
        </p:nvSpPr>
        <p:spPr>
          <a:xfrm>
            <a:off x="1066800" y="6497441"/>
            <a:ext cx="3447482" cy="161583"/>
          </a:xfrm>
          <a:prstGeom prst="rect">
            <a:avLst/>
          </a:prstGeom>
        </p:spPr>
        <p:txBody>
          <a:bodyPr vert="horz" wrap="square" lIns="0" tIns="0" rIns="0" bIns="0" rtlCol="0" anchor="ctr">
            <a:spAutoFit/>
          </a:bodyPr>
          <a:lstStyle>
            <a:lvl1pPr algn="l">
              <a:defRPr sz="1050" b="0">
                <a:solidFill>
                  <a:sysClr val="windowText" lastClr="000000"/>
                </a:solidFill>
                <a:latin typeface="+mn-lt"/>
                <a:cs typeface="Arial" panose="020B0604020202020204" pitchFamily="34" charset="0"/>
              </a:defRPr>
            </a:lvl1pPr>
          </a:lstStyle>
          <a:p>
            <a:r>
              <a:rPr lang="en-US"/>
              <a:t>PwC Risk Management</a:t>
            </a:r>
          </a:p>
        </p:txBody>
      </p:sp>
    </p:spTree>
    <p:extLst>
      <p:ext uri="{BB962C8B-B14F-4D97-AF65-F5344CB8AC3E}">
        <p14:creationId xmlns:p14="http://schemas.microsoft.com/office/powerpoint/2010/main" val="2293331847"/>
      </p:ext>
    </p:extLst>
  </p:cSld>
  <p:clrMapOvr>
    <a:masterClrMapping/>
  </p:clrMapOvr>
  <p:extLst>
    <p:ext uri="{DCECCB84-F9BA-43D5-87BE-67443E8EF086}">
      <p15:sldGuideLst xmlns:p15="http://schemas.microsoft.com/office/powerpoint/2012/main"/>
    </p:ext>
  </p:extLst>
</p:sldLayout>
</file>

<file path=ppt/slideLayouts/slideLayout120.xml><?xml version="1.0" encoding="utf-8"?>
<p:sldLayout xmlns:a="http://schemas.openxmlformats.org/drawingml/2006/main" xmlns:r="http://schemas.openxmlformats.org/officeDocument/2006/relationships" xmlns:p="http://schemas.openxmlformats.org/presentationml/2006/main" preserve="1" userDrawn="1">
  <p:cSld name="1_Title and Content 3">
    <p:spTree>
      <p:nvGrpSpPr>
        <p:cNvPr id="1" name=""/>
        <p:cNvGrpSpPr/>
        <p:nvPr/>
      </p:nvGrpSpPr>
      <p:grpSpPr>
        <a:xfrm>
          <a:off x="0" y="0"/>
          <a:ext cx="0" cy="0"/>
          <a:chOff x="0" y="0"/>
          <a:chExt cx="0" cy="0"/>
        </a:xfrm>
      </p:grpSpPr>
      <p:sp>
        <p:nvSpPr>
          <p:cNvPr id="2" name="Content Placeholder 2">
            <a:extLst>
              <a:ext uri="{FF2B5EF4-FFF2-40B4-BE49-F238E27FC236}">
                <a16:creationId xmlns:a16="http://schemas.microsoft.com/office/drawing/2014/main" id="{E87E41F5-DD37-DB45-FC81-6078FAA35748}"/>
              </a:ext>
            </a:extLst>
          </p:cNvPr>
          <p:cNvSpPr>
            <a:spLocks noGrp="1"/>
          </p:cNvSpPr>
          <p:nvPr>
            <p:ph idx="1"/>
          </p:nvPr>
        </p:nvSpPr>
        <p:spPr>
          <a:xfrm>
            <a:off x="6157914" y="400050"/>
            <a:ext cx="5643562" cy="3998913"/>
          </a:xfrm>
        </p:spPr>
        <p:txBody>
          <a:bodyPr/>
          <a:lstStyle>
            <a:lvl1pPr>
              <a:spcAft>
                <a:spcPts val="1200"/>
              </a:spcAft>
              <a:defRPr sz="1400"/>
            </a:lvl1pPr>
            <a:lvl2pPr>
              <a:defRPr sz="1200">
                <a:latin typeface="+mj-lt"/>
              </a:defRPr>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itle Placeholder 1">
            <a:extLst>
              <a:ext uri="{FF2B5EF4-FFF2-40B4-BE49-F238E27FC236}">
                <a16:creationId xmlns:a16="http://schemas.microsoft.com/office/drawing/2014/main" id="{0FCB0834-B748-0F65-C02A-23EC83C03DC2}"/>
              </a:ext>
            </a:extLst>
          </p:cNvPr>
          <p:cNvSpPr>
            <a:spLocks noGrp="1"/>
          </p:cNvSpPr>
          <p:nvPr>
            <p:ph type="title"/>
          </p:nvPr>
        </p:nvSpPr>
        <p:spPr>
          <a:xfrm>
            <a:off x="402336" y="3998913"/>
            <a:ext cx="4801396" cy="1425575"/>
          </a:xfrm>
          <a:prstGeom prst="rect">
            <a:avLst/>
          </a:prstGeom>
        </p:spPr>
        <p:txBody>
          <a:bodyPr vert="horz" lIns="0" tIns="0" rIns="0" bIns="0" rtlCol="0" anchor="t" anchorCtr="0">
            <a:noAutofit/>
          </a:bodyPr>
          <a:lstStyle/>
          <a:p>
            <a:r>
              <a:rPr lang="en-US"/>
              <a:t>Click to edit Master title style</a:t>
            </a:r>
          </a:p>
        </p:txBody>
      </p:sp>
      <p:sp>
        <p:nvSpPr>
          <p:cNvPr id="4" name="Slide Number Placeholder 13">
            <a:extLst>
              <a:ext uri="{FF2B5EF4-FFF2-40B4-BE49-F238E27FC236}">
                <a16:creationId xmlns:a16="http://schemas.microsoft.com/office/drawing/2014/main" id="{83F37CB8-4B0C-85FD-979D-0EFBFDE2A1FF}"/>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ctr">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
        <p:nvSpPr>
          <p:cNvPr id="5" name="Footer Placeholder 4">
            <a:extLst>
              <a:ext uri="{FF2B5EF4-FFF2-40B4-BE49-F238E27FC236}">
                <a16:creationId xmlns:a16="http://schemas.microsoft.com/office/drawing/2014/main" id="{C8EC9C41-CB60-9C3F-4A21-4DCCF3B44001}"/>
              </a:ext>
            </a:extLst>
          </p:cNvPr>
          <p:cNvSpPr>
            <a:spLocks noGrp="1"/>
          </p:cNvSpPr>
          <p:nvPr>
            <p:ph type="ftr" sz="quarter" idx="3"/>
          </p:nvPr>
        </p:nvSpPr>
        <p:spPr>
          <a:xfrm>
            <a:off x="1066800" y="6497441"/>
            <a:ext cx="3447482" cy="161583"/>
          </a:xfrm>
          <a:prstGeom prst="rect">
            <a:avLst/>
          </a:prstGeom>
        </p:spPr>
        <p:txBody>
          <a:bodyPr vert="horz" wrap="square" lIns="0" tIns="0" rIns="0" bIns="0" rtlCol="0" anchor="ctr">
            <a:spAutoFit/>
          </a:bodyPr>
          <a:lstStyle>
            <a:lvl1pPr algn="l">
              <a:defRPr sz="1050" b="0">
                <a:solidFill>
                  <a:sysClr val="windowText" lastClr="000000"/>
                </a:solidFill>
                <a:latin typeface="+mn-lt"/>
                <a:cs typeface="Arial" panose="020B0604020202020204" pitchFamily="34" charset="0"/>
              </a:defRPr>
            </a:lvl1pPr>
          </a:lstStyle>
          <a:p>
            <a:r>
              <a:rPr lang="en-US"/>
              <a:t>PwC Risk Management</a:t>
            </a:r>
          </a:p>
        </p:txBody>
      </p:sp>
    </p:spTree>
    <p:extLst>
      <p:ext uri="{BB962C8B-B14F-4D97-AF65-F5344CB8AC3E}">
        <p14:creationId xmlns:p14="http://schemas.microsoft.com/office/powerpoint/2010/main" val="2879512456"/>
      </p:ext>
    </p:extLst>
  </p:cSld>
  <p:clrMapOvr>
    <a:masterClrMapping/>
  </p:clrMapOvr>
  <p:extLst>
    <p:ext uri="{DCECCB84-F9BA-43D5-87BE-67443E8EF086}">
      <p15:sldGuideLst xmlns:p15="http://schemas.microsoft.com/office/powerpoint/2012/main"/>
    </p:ext>
  </p:extLst>
</p:sldLayout>
</file>

<file path=ppt/slideLayouts/slideLayout121.xml><?xml version="1.0" encoding="utf-8"?>
<p:sldLayout xmlns:a="http://schemas.openxmlformats.org/drawingml/2006/main" xmlns:r="http://schemas.openxmlformats.org/officeDocument/2006/relationships" xmlns:p="http://schemas.openxmlformats.org/presentationml/2006/main" preserve="1" userDrawn="1">
  <p:cSld name="1_Title and Content 4">
    <p:spTree>
      <p:nvGrpSpPr>
        <p:cNvPr id="1" name=""/>
        <p:cNvGrpSpPr/>
        <p:nvPr/>
      </p:nvGrpSpPr>
      <p:grpSpPr>
        <a:xfrm>
          <a:off x="0" y="0"/>
          <a:ext cx="0" cy="0"/>
          <a:chOff x="0" y="0"/>
          <a:chExt cx="0" cy="0"/>
        </a:xfrm>
      </p:grpSpPr>
      <p:sp>
        <p:nvSpPr>
          <p:cNvPr id="2" name="Content Placeholder 2">
            <a:extLst>
              <a:ext uri="{FF2B5EF4-FFF2-40B4-BE49-F238E27FC236}">
                <a16:creationId xmlns:a16="http://schemas.microsoft.com/office/drawing/2014/main" id="{E87E41F5-DD37-DB45-FC81-6078FAA35748}"/>
              </a:ext>
            </a:extLst>
          </p:cNvPr>
          <p:cNvSpPr>
            <a:spLocks noGrp="1"/>
          </p:cNvSpPr>
          <p:nvPr>
            <p:ph idx="1"/>
          </p:nvPr>
        </p:nvSpPr>
        <p:spPr>
          <a:xfrm>
            <a:off x="6157914" y="400050"/>
            <a:ext cx="5643562" cy="5653088"/>
          </a:xfrm>
        </p:spPr>
        <p:txBody>
          <a:bodyPr/>
          <a:lstStyle>
            <a:lvl1pPr>
              <a:spcAft>
                <a:spcPts val="1200"/>
              </a:spcAft>
              <a:defRPr sz="1400"/>
            </a:lvl1pPr>
            <a:lvl2pPr>
              <a:defRPr sz="1200">
                <a:latin typeface="+mj-lt"/>
              </a:defRPr>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itle Placeholder 1">
            <a:extLst>
              <a:ext uri="{FF2B5EF4-FFF2-40B4-BE49-F238E27FC236}">
                <a16:creationId xmlns:a16="http://schemas.microsoft.com/office/drawing/2014/main" id="{0FCB0834-B748-0F65-C02A-23EC83C03DC2}"/>
              </a:ext>
            </a:extLst>
          </p:cNvPr>
          <p:cNvSpPr>
            <a:spLocks noGrp="1"/>
          </p:cNvSpPr>
          <p:nvPr>
            <p:ph type="title"/>
          </p:nvPr>
        </p:nvSpPr>
        <p:spPr>
          <a:xfrm>
            <a:off x="402336" y="3998913"/>
            <a:ext cx="4801396" cy="1425575"/>
          </a:xfrm>
          <a:prstGeom prst="rect">
            <a:avLst/>
          </a:prstGeom>
        </p:spPr>
        <p:txBody>
          <a:bodyPr vert="horz" lIns="0" tIns="0" rIns="0" bIns="0" rtlCol="0" anchor="t" anchorCtr="0">
            <a:noAutofit/>
          </a:bodyPr>
          <a:lstStyle/>
          <a:p>
            <a:r>
              <a:rPr lang="en-US"/>
              <a:t>Click to edit Master title style</a:t>
            </a:r>
          </a:p>
        </p:txBody>
      </p:sp>
      <p:sp>
        <p:nvSpPr>
          <p:cNvPr id="4" name="Slide Number Placeholder 13">
            <a:extLst>
              <a:ext uri="{FF2B5EF4-FFF2-40B4-BE49-F238E27FC236}">
                <a16:creationId xmlns:a16="http://schemas.microsoft.com/office/drawing/2014/main" id="{83F37CB8-4B0C-85FD-979D-0EFBFDE2A1FF}"/>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ctr">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
        <p:nvSpPr>
          <p:cNvPr id="5" name="Footer Placeholder 4">
            <a:extLst>
              <a:ext uri="{FF2B5EF4-FFF2-40B4-BE49-F238E27FC236}">
                <a16:creationId xmlns:a16="http://schemas.microsoft.com/office/drawing/2014/main" id="{C8EC9C41-CB60-9C3F-4A21-4DCCF3B44001}"/>
              </a:ext>
            </a:extLst>
          </p:cNvPr>
          <p:cNvSpPr>
            <a:spLocks noGrp="1"/>
          </p:cNvSpPr>
          <p:nvPr>
            <p:ph type="ftr" sz="quarter" idx="3"/>
          </p:nvPr>
        </p:nvSpPr>
        <p:spPr>
          <a:xfrm>
            <a:off x="1066800" y="6497441"/>
            <a:ext cx="3447482" cy="161583"/>
          </a:xfrm>
          <a:prstGeom prst="rect">
            <a:avLst/>
          </a:prstGeom>
        </p:spPr>
        <p:txBody>
          <a:bodyPr vert="horz" wrap="square" lIns="0" tIns="0" rIns="0" bIns="0" rtlCol="0" anchor="ctr">
            <a:spAutoFit/>
          </a:bodyPr>
          <a:lstStyle>
            <a:lvl1pPr algn="l">
              <a:defRPr sz="1050" b="0">
                <a:solidFill>
                  <a:sysClr val="windowText" lastClr="000000"/>
                </a:solidFill>
                <a:latin typeface="+mn-lt"/>
                <a:cs typeface="Arial" panose="020B0604020202020204" pitchFamily="34" charset="0"/>
              </a:defRPr>
            </a:lvl1pPr>
          </a:lstStyle>
          <a:p>
            <a:r>
              <a:rPr lang="en-US"/>
              <a:t>PwC Risk Management</a:t>
            </a:r>
          </a:p>
        </p:txBody>
      </p:sp>
    </p:spTree>
    <p:extLst>
      <p:ext uri="{BB962C8B-B14F-4D97-AF65-F5344CB8AC3E}">
        <p14:creationId xmlns:p14="http://schemas.microsoft.com/office/powerpoint/2010/main" val="3594239622"/>
      </p:ext>
    </p:extLst>
  </p:cSld>
  <p:clrMapOvr>
    <a:masterClrMapping/>
  </p:clrMapOvr>
  <p:extLst>
    <p:ext uri="{DCECCB84-F9BA-43D5-87BE-67443E8EF086}">
      <p15:sldGuideLst xmlns:p15="http://schemas.microsoft.com/office/powerpoint/2012/main"/>
    </p:ext>
  </p:extLst>
</p:sldLayout>
</file>

<file path=ppt/slideLayouts/slideLayout122.xml><?xml version="1.0" encoding="utf-8"?>
<p:sldLayout xmlns:a="http://schemas.openxmlformats.org/drawingml/2006/main" xmlns:r="http://schemas.openxmlformats.org/officeDocument/2006/relationships" xmlns:p="http://schemas.openxmlformats.org/presentationml/2006/main" preserve="1" userDrawn="1">
  <p:cSld name="1_Title and Content 5">
    <p:spTree>
      <p:nvGrpSpPr>
        <p:cNvPr id="1" name=""/>
        <p:cNvGrpSpPr/>
        <p:nvPr/>
      </p:nvGrpSpPr>
      <p:grpSpPr>
        <a:xfrm>
          <a:off x="0" y="0"/>
          <a:ext cx="0" cy="0"/>
          <a:chOff x="0" y="0"/>
          <a:chExt cx="0" cy="0"/>
        </a:xfrm>
      </p:grpSpPr>
      <p:sp>
        <p:nvSpPr>
          <p:cNvPr id="2" name="Content Placeholder 2">
            <a:extLst>
              <a:ext uri="{FF2B5EF4-FFF2-40B4-BE49-F238E27FC236}">
                <a16:creationId xmlns:a16="http://schemas.microsoft.com/office/drawing/2014/main" id="{E87E41F5-DD37-DB45-FC81-6078FAA35748}"/>
              </a:ext>
            </a:extLst>
          </p:cNvPr>
          <p:cNvSpPr>
            <a:spLocks noGrp="1"/>
          </p:cNvSpPr>
          <p:nvPr>
            <p:ph idx="1"/>
          </p:nvPr>
        </p:nvSpPr>
        <p:spPr>
          <a:xfrm>
            <a:off x="5199063" y="400050"/>
            <a:ext cx="6602413" cy="5653088"/>
          </a:xfrm>
        </p:spPr>
        <p:txBody>
          <a:bodyPr/>
          <a:lstStyle>
            <a:lvl1pPr>
              <a:spcAft>
                <a:spcPts val="1200"/>
              </a:spcAft>
              <a:defRPr sz="1400"/>
            </a:lvl1pPr>
            <a:lvl2pPr>
              <a:defRPr sz="1200">
                <a:latin typeface="+mj-lt"/>
              </a:defRPr>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itle Placeholder 1">
            <a:extLst>
              <a:ext uri="{FF2B5EF4-FFF2-40B4-BE49-F238E27FC236}">
                <a16:creationId xmlns:a16="http://schemas.microsoft.com/office/drawing/2014/main" id="{0FCB0834-B748-0F65-C02A-23EC83C03DC2}"/>
              </a:ext>
            </a:extLst>
          </p:cNvPr>
          <p:cNvSpPr>
            <a:spLocks noGrp="1"/>
          </p:cNvSpPr>
          <p:nvPr>
            <p:ph type="title"/>
          </p:nvPr>
        </p:nvSpPr>
        <p:spPr>
          <a:xfrm>
            <a:off x="402336" y="3998913"/>
            <a:ext cx="3840957" cy="1425575"/>
          </a:xfrm>
          <a:prstGeom prst="rect">
            <a:avLst/>
          </a:prstGeom>
        </p:spPr>
        <p:txBody>
          <a:bodyPr vert="horz" lIns="0" tIns="0" rIns="0" bIns="0" rtlCol="0" anchor="t" anchorCtr="0">
            <a:noAutofit/>
          </a:bodyPr>
          <a:lstStyle/>
          <a:p>
            <a:r>
              <a:rPr lang="en-US"/>
              <a:t>Click to edit Master title style</a:t>
            </a:r>
          </a:p>
        </p:txBody>
      </p:sp>
      <p:sp>
        <p:nvSpPr>
          <p:cNvPr id="4" name="Slide Number Placeholder 13">
            <a:extLst>
              <a:ext uri="{FF2B5EF4-FFF2-40B4-BE49-F238E27FC236}">
                <a16:creationId xmlns:a16="http://schemas.microsoft.com/office/drawing/2014/main" id="{83F37CB8-4B0C-85FD-979D-0EFBFDE2A1FF}"/>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ctr">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
        <p:nvSpPr>
          <p:cNvPr id="5" name="Footer Placeholder 4">
            <a:extLst>
              <a:ext uri="{FF2B5EF4-FFF2-40B4-BE49-F238E27FC236}">
                <a16:creationId xmlns:a16="http://schemas.microsoft.com/office/drawing/2014/main" id="{C8EC9C41-CB60-9C3F-4A21-4DCCF3B44001}"/>
              </a:ext>
            </a:extLst>
          </p:cNvPr>
          <p:cNvSpPr>
            <a:spLocks noGrp="1"/>
          </p:cNvSpPr>
          <p:nvPr>
            <p:ph type="ftr" sz="quarter" idx="3"/>
          </p:nvPr>
        </p:nvSpPr>
        <p:spPr>
          <a:xfrm>
            <a:off x="1066800" y="6497441"/>
            <a:ext cx="3447482" cy="161583"/>
          </a:xfrm>
          <a:prstGeom prst="rect">
            <a:avLst/>
          </a:prstGeom>
        </p:spPr>
        <p:txBody>
          <a:bodyPr vert="horz" wrap="square" lIns="0" tIns="0" rIns="0" bIns="0" rtlCol="0" anchor="ctr">
            <a:spAutoFit/>
          </a:bodyPr>
          <a:lstStyle>
            <a:lvl1pPr algn="l">
              <a:defRPr sz="1050" b="0">
                <a:solidFill>
                  <a:sysClr val="windowText" lastClr="000000"/>
                </a:solidFill>
                <a:latin typeface="+mn-lt"/>
                <a:cs typeface="Arial" panose="020B0604020202020204" pitchFamily="34" charset="0"/>
              </a:defRPr>
            </a:lvl1pPr>
          </a:lstStyle>
          <a:p>
            <a:r>
              <a:rPr lang="en-US"/>
              <a:t>PwC Risk Management</a:t>
            </a:r>
          </a:p>
        </p:txBody>
      </p:sp>
    </p:spTree>
    <p:extLst>
      <p:ext uri="{BB962C8B-B14F-4D97-AF65-F5344CB8AC3E}">
        <p14:creationId xmlns:p14="http://schemas.microsoft.com/office/powerpoint/2010/main" val="2184593111"/>
      </p:ext>
    </p:extLst>
  </p:cSld>
  <p:clrMapOvr>
    <a:masterClrMapping/>
  </p:clrMapOvr>
  <p:extLst>
    <p:ext uri="{DCECCB84-F9BA-43D5-87BE-67443E8EF086}">
      <p15:sldGuideLst xmlns:p15="http://schemas.microsoft.com/office/powerpoint/2012/main"/>
    </p:ext>
  </p:extLst>
</p:sldLayout>
</file>

<file path=ppt/slideLayouts/slideLayout123.xml><?xml version="1.0" encoding="utf-8"?>
<p:sldLayout xmlns:a="http://schemas.openxmlformats.org/drawingml/2006/main" xmlns:r="http://schemas.openxmlformats.org/officeDocument/2006/relationships" xmlns:p="http://schemas.openxmlformats.org/presentationml/2006/main" preserve="1" userDrawn="1">
  <p:cSld name="1_Section Header">
    <p:bg>
      <p:bgPr>
        <a:solidFill>
          <a:srgbClr val="FFE8D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539E65-4ABC-F7FC-FCE0-B29255497D5B}"/>
              </a:ext>
            </a:extLst>
          </p:cNvPr>
          <p:cNvSpPr>
            <a:spLocks noGrp="1"/>
          </p:cNvSpPr>
          <p:nvPr>
            <p:ph type="title"/>
          </p:nvPr>
        </p:nvSpPr>
        <p:spPr>
          <a:xfrm>
            <a:off x="397772" y="3459958"/>
            <a:ext cx="5645841" cy="2593275"/>
          </a:xfrm>
        </p:spPr>
        <p:txBody>
          <a:bodyPr anchor="b" anchorCtr="0"/>
          <a:lstStyle>
            <a:lvl1pPr>
              <a:lnSpc>
                <a:spcPct val="80000"/>
              </a:lnSpc>
              <a:spcBef>
                <a:spcPts val="1400"/>
              </a:spcBef>
              <a:defRPr sz="4800" b="0"/>
            </a:lvl1pPr>
          </a:lstStyle>
          <a:p>
            <a:r>
              <a:rPr lang="en-US"/>
              <a:t>Click to edit Master title style</a:t>
            </a:r>
          </a:p>
        </p:txBody>
      </p:sp>
      <p:sp>
        <p:nvSpPr>
          <p:cNvPr id="3" name="Text Placeholder 2">
            <a:extLst>
              <a:ext uri="{FF2B5EF4-FFF2-40B4-BE49-F238E27FC236}">
                <a16:creationId xmlns:a16="http://schemas.microsoft.com/office/drawing/2014/main" id="{B2BDD4AC-270A-4483-7315-655B46AA98C3}"/>
              </a:ext>
            </a:extLst>
          </p:cNvPr>
          <p:cNvSpPr>
            <a:spLocks noGrp="1"/>
          </p:cNvSpPr>
          <p:nvPr>
            <p:ph type="body" idx="1" hasCustomPrompt="1"/>
          </p:nvPr>
        </p:nvSpPr>
        <p:spPr>
          <a:xfrm>
            <a:off x="8193823" y="572408"/>
            <a:ext cx="3462095" cy="4308872"/>
          </a:xfrm>
        </p:spPr>
        <p:txBody>
          <a:bodyPr wrap="square">
            <a:spAutoFit/>
          </a:bodyPr>
          <a:lstStyle>
            <a:lvl1pPr marL="0" indent="0" algn="r">
              <a:lnSpc>
                <a:spcPct val="80000"/>
              </a:lnSpc>
              <a:spcBef>
                <a:spcPts val="0"/>
              </a:spcBef>
              <a:spcAft>
                <a:spcPts val="0"/>
              </a:spcAft>
              <a:buNone/>
              <a:defRPr sz="35000" b="0" kern="100" spc="-50" baseline="0">
                <a:solidFill>
                  <a:schemeClr val="accent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0</a:t>
            </a:r>
          </a:p>
        </p:txBody>
      </p:sp>
      <p:sp>
        <p:nvSpPr>
          <p:cNvPr id="6" name="Footer Placeholder 4">
            <a:extLst>
              <a:ext uri="{FF2B5EF4-FFF2-40B4-BE49-F238E27FC236}">
                <a16:creationId xmlns:a16="http://schemas.microsoft.com/office/drawing/2014/main" id="{8A3789D3-8936-6361-B279-04482E5DA052}"/>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PwC Risk Management</a:t>
            </a:r>
          </a:p>
        </p:txBody>
      </p:sp>
      <p:sp>
        <p:nvSpPr>
          <p:cNvPr id="7" name="Slide Number Placeholder 13">
            <a:extLst>
              <a:ext uri="{FF2B5EF4-FFF2-40B4-BE49-F238E27FC236}">
                <a16:creationId xmlns:a16="http://schemas.microsoft.com/office/drawing/2014/main" id="{D2CF944E-CA0D-78C4-2738-7FF65A3C61DE}"/>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Tree>
    <p:extLst>
      <p:ext uri="{BB962C8B-B14F-4D97-AF65-F5344CB8AC3E}">
        <p14:creationId xmlns:p14="http://schemas.microsoft.com/office/powerpoint/2010/main" val="1163292110"/>
      </p:ext>
    </p:extLst>
  </p:cSld>
  <p:clrMapOvr>
    <a:masterClrMapping/>
  </p:clrMapOvr>
  <p:extLst>
    <p:ext uri="{DCECCB84-F9BA-43D5-87BE-67443E8EF086}">
      <p15:sldGuideLst xmlns:p15="http://schemas.microsoft.com/office/powerpoint/2012/main"/>
    </p:ext>
  </p:extLst>
</p:sldLayout>
</file>

<file path=ppt/slideLayouts/slideLayout124.xml><?xml version="1.0" encoding="utf-8"?>
<p:sldLayout xmlns:a="http://schemas.openxmlformats.org/drawingml/2006/main" xmlns:r="http://schemas.openxmlformats.org/officeDocument/2006/relationships" xmlns:p="http://schemas.openxmlformats.org/presentationml/2006/main" preserve="1" userDrawn="1">
  <p:cSld name="1_Section Header 2">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2074E594-75BC-BB21-5CB5-2ECACC5760F1}"/>
              </a:ext>
            </a:extLst>
          </p:cNvPr>
          <p:cNvSpPr>
            <a:spLocks noGrp="1"/>
          </p:cNvSpPr>
          <p:nvPr>
            <p:ph type="title"/>
          </p:nvPr>
        </p:nvSpPr>
        <p:spPr>
          <a:xfrm>
            <a:off x="397772" y="3459958"/>
            <a:ext cx="5645841" cy="2593275"/>
          </a:xfrm>
        </p:spPr>
        <p:txBody>
          <a:bodyPr anchor="b" anchorCtr="0"/>
          <a:lstStyle>
            <a:lvl1pPr>
              <a:lnSpc>
                <a:spcPct val="80000"/>
              </a:lnSpc>
              <a:spcBef>
                <a:spcPts val="1400"/>
              </a:spcBef>
              <a:defRPr sz="4800" b="0"/>
            </a:lvl1pPr>
          </a:lstStyle>
          <a:p>
            <a:r>
              <a:rPr lang="en-US"/>
              <a:t>Click to edit Master title style</a:t>
            </a:r>
          </a:p>
        </p:txBody>
      </p:sp>
      <p:sp>
        <p:nvSpPr>
          <p:cNvPr id="3" name="Text Placeholder 2">
            <a:extLst>
              <a:ext uri="{FF2B5EF4-FFF2-40B4-BE49-F238E27FC236}">
                <a16:creationId xmlns:a16="http://schemas.microsoft.com/office/drawing/2014/main" id="{B2BDD4AC-270A-4483-7315-655B46AA98C3}"/>
              </a:ext>
            </a:extLst>
          </p:cNvPr>
          <p:cNvSpPr>
            <a:spLocks noGrp="1"/>
          </p:cNvSpPr>
          <p:nvPr>
            <p:ph type="body" idx="1" hasCustomPrompt="1"/>
          </p:nvPr>
        </p:nvSpPr>
        <p:spPr>
          <a:xfrm>
            <a:off x="8193823" y="576072"/>
            <a:ext cx="3462095" cy="4308872"/>
          </a:xfrm>
        </p:spPr>
        <p:txBody>
          <a:bodyPr wrap="square">
            <a:spAutoFit/>
          </a:bodyPr>
          <a:lstStyle>
            <a:lvl1pPr marL="0" indent="0" algn="r">
              <a:lnSpc>
                <a:spcPct val="80000"/>
              </a:lnSpc>
              <a:spcBef>
                <a:spcPts val="0"/>
              </a:spcBef>
              <a:spcAft>
                <a:spcPts val="0"/>
              </a:spcAft>
              <a:buNone/>
              <a:defRPr sz="35000" b="0" kern="100" spc="-50" baseline="0">
                <a:solidFill>
                  <a:schemeClr val="accent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0</a:t>
            </a:r>
          </a:p>
        </p:txBody>
      </p:sp>
      <p:sp>
        <p:nvSpPr>
          <p:cNvPr id="5" name="Footer Placeholder 4">
            <a:extLst>
              <a:ext uri="{FF2B5EF4-FFF2-40B4-BE49-F238E27FC236}">
                <a16:creationId xmlns:a16="http://schemas.microsoft.com/office/drawing/2014/main" id="{14843C2F-D12F-B2E4-1020-42BB1F404EEB}"/>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PwC Risk Management</a:t>
            </a:r>
          </a:p>
        </p:txBody>
      </p:sp>
      <p:sp>
        <p:nvSpPr>
          <p:cNvPr id="6" name="Slide Number Placeholder 13">
            <a:extLst>
              <a:ext uri="{FF2B5EF4-FFF2-40B4-BE49-F238E27FC236}">
                <a16:creationId xmlns:a16="http://schemas.microsoft.com/office/drawing/2014/main" id="{78D8C702-FC4B-D3F7-8D51-D2B3DFBA1CCE}"/>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Tree>
    <p:extLst>
      <p:ext uri="{BB962C8B-B14F-4D97-AF65-F5344CB8AC3E}">
        <p14:creationId xmlns:p14="http://schemas.microsoft.com/office/powerpoint/2010/main" val="2679641717"/>
      </p:ext>
    </p:extLst>
  </p:cSld>
  <p:clrMapOvr>
    <a:masterClrMapping/>
  </p:clrMapOvr>
  <p:extLst>
    <p:ext uri="{DCECCB84-F9BA-43D5-87BE-67443E8EF086}">
      <p15:sldGuideLst xmlns:p15="http://schemas.microsoft.com/office/powerpoint/2012/main"/>
    </p:ext>
  </p:extLst>
</p:sldLayout>
</file>

<file path=ppt/slideLayouts/slideLayout125.xml><?xml version="1.0" encoding="utf-8"?>
<p:sldLayout xmlns:a="http://schemas.openxmlformats.org/drawingml/2006/main" xmlns:r="http://schemas.openxmlformats.org/officeDocument/2006/relationships" xmlns:p="http://schemas.openxmlformats.org/presentationml/2006/main" preserve="1" userDrawn="1">
  <p:cSld name="1_Section Header 3">
    <p:spTree>
      <p:nvGrpSpPr>
        <p:cNvPr id="1" name=""/>
        <p:cNvGrpSpPr/>
        <p:nvPr/>
      </p:nvGrpSpPr>
      <p:grpSpPr>
        <a:xfrm>
          <a:off x="0" y="0"/>
          <a:ext cx="0" cy="0"/>
          <a:chOff x="0" y="0"/>
          <a:chExt cx="0" cy="0"/>
        </a:xfrm>
      </p:grpSpPr>
      <p:sp>
        <p:nvSpPr>
          <p:cNvPr id="4" name="Picture Placeholder 14">
            <a:extLst>
              <a:ext uri="{FF2B5EF4-FFF2-40B4-BE49-F238E27FC236}">
                <a16:creationId xmlns:a16="http://schemas.microsoft.com/office/drawing/2014/main" id="{50A2C7B7-9D29-E058-E1D5-11CACA152562}"/>
              </a:ext>
              <a:ext uri="{C183D7F6-B498-43B3-948B-1728B52AA6E4}">
                <adec:decorative xmlns:adec="http://schemas.microsoft.com/office/drawing/2017/decorative" val="1"/>
              </a:ext>
            </a:extLst>
          </p:cNvPr>
          <p:cNvSpPr>
            <a:spLocks noGrp="1"/>
          </p:cNvSpPr>
          <p:nvPr>
            <p:ph type="pic" sz="quarter" idx="10"/>
          </p:nvPr>
        </p:nvSpPr>
        <p:spPr>
          <a:xfrm>
            <a:off x="0" y="0"/>
            <a:ext cx="12188951" cy="6858001"/>
          </a:xfrm>
          <a:solidFill>
            <a:schemeClr val="bg1">
              <a:lumMod val="85000"/>
            </a:schemeClr>
          </a:solidFill>
        </p:spPr>
        <p:txBody>
          <a:bodyPr tIns="1554480"/>
          <a:lstStyle>
            <a:lvl1pPr algn="ctr">
              <a:defRPr/>
            </a:lvl1pPr>
          </a:lstStyle>
          <a:p>
            <a:r>
              <a:rPr lang="en-US"/>
              <a:t>Click icon to add picture</a:t>
            </a:r>
          </a:p>
        </p:txBody>
      </p:sp>
      <p:sp>
        <p:nvSpPr>
          <p:cNvPr id="2" name="Title 1">
            <a:extLst>
              <a:ext uri="{FF2B5EF4-FFF2-40B4-BE49-F238E27FC236}">
                <a16:creationId xmlns:a16="http://schemas.microsoft.com/office/drawing/2014/main" id="{B4539E65-4ABC-F7FC-FCE0-B29255497D5B}"/>
              </a:ext>
            </a:extLst>
          </p:cNvPr>
          <p:cNvSpPr>
            <a:spLocks noGrp="1"/>
          </p:cNvSpPr>
          <p:nvPr>
            <p:ph type="title"/>
          </p:nvPr>
        </p:nvSpPr>
        <p:spPr>
          <a:xfrm>
            <a:off x="402430" y="3372236"/>
            <a:ext cx="5641183" cy="1414180"/>
          </a:xfrm>
        </p:spPr>
        <p:txBody>
          <a:bodyPr anchor="b"/>
          <a:lstStyle>
            <a:lvl1pPr>
              <a:lnSpc>
                <a:spcPct val="80000"/>
              </a:lnSpc>
              <a:spcBef>
                <a:spcPts val="1400"/>
              </a:spcBef>
              <a:defRPr sz="4800" b="0"/>
            </a:lvl1pPr>
          </a:lstStyle>
          <a:p>
            <a:r>
              <a:rPr lang="en-US"/>
              <a:t>Click to edit Master title style</a:t>
            </a:r>
          </a:p>
        </p:txBody>
      </p:sp>
      <p:sp>
        <p:nvSpPr>
          <p:cNvPr id="3" name="Text Placeholder 2">
            <a:extLst>
              <a:ext uri="{FF2B5EF4-FFF2-40B4-BE49-F238E27FC236}">
                <a16:creationId xmlns:a16="http://schemas.microsoft.com/office/drawing/2014/main" id="{B2BDD4AC-270A-4483-7315-655B46AA98C3}"/>
              </a:ext>
            </a:extLst>
          </p:cNvPr>
          <p:cNvSpPr>
            <a:spLocks noGrp="1"/>
          </p:cNvSpPr>
          <p:nvPr>
            <p:ph type="body" idx="1" hasCustomPrompt="1"/>
          </p:nvPr>
        </p:nvSpPr>
        <p:spPr>
          <a:xfrm>
            <a:off x="8193823" y="576072"/>
            <a:ext cx="3462095" cy="4308872"/>
          </a:xfrm>
        </p:spPr>
        <p:txBody>
          <a:bodyPr wrap="square">
            <a:spAutoFit/>
          </a:bodyPr>
          <a:lstStyle>
            <a:lvl1pPr marL="0" indent="0" algn="r">
              <a:lnSpc>
                <a:spcPct val="80000"/>
              </a:lnSpc>
              <a:spcBef>
                <a:spcPts val="0"/>
              </a:spcBef>
              <a:spcAft>
                <a:spcPts val="0"/>
              </a:spcAft>
              <a:buNone/>
              <a:defRPr sz="35000" b="0" kern="100" spc="-50" baseline="0">
                <a:solidFill>
                  <a:schemeClr val="accent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0</a:t>
            </a:r>
          </a:p>
        </p:txBody>
      </p:sp>
      <p:sp>
        <p:nvSpPr>
          <p:cNvPr id="10" name="Text Placeholder 9">
            <a:extLst>
              <a:ext uri="{FF2B5EF4-FFF2-40B4-BE49-F238E27FC236}">
                <a16:creationId xmlns:a16="http://schemas.microsoft.com/office/drawing/2014/main" id="{8BF9F556-4510-F7DD-B333-C401D75BD796}"/>
              </a:ext>
            </a:extLst>
          </p:cNvPr>
          <p:cNvSpPr>
            <a:spLocks noGrp="1"/>
          </p:cNvSpPr>
          <p:nvPr>
            <p:ph type="body" sz="quarter" idx="11"/>
          </p:nvPr>
        </p:nvSpPr>
        <p:spPr>
          <a:xfrm>
            <a:off x="402432" y="5029715"/>
            <a:ext cx="5641182" cy="990083"/>
          </a:xfrm>
        </p:spPr>
        <p:txBody>
          <a:bodyPr/>
          <a:lstStyle>
            <a:lvl1pPr>
              <a:defRPr sz="1300" b="0">
                <a:latin typeface="+mj-lt"/>
              </a:defRPr>
            </a:lvl1pPr>
          </a:lstStyle>
          <a:p>
            <a:pPr lvl="0"/>
            <a:r>
              <a:rPr lang="en-US"/>
              <a:t>Click to edit Master text styles</a:t>
            </a:r>
          </a:p>
        </p:txBody>
      </p:sp>
      <p:sp>
        <p:nvSpPr>
          <p:cNvPr id="16" name="Text Placeholder 15">
            <a:extLst>
              <a:ext uri="{FF2B5EF4-FFF2-40B4-BE49-F238E27FC236}">
                <a16:creationId xmlns:a16="http://schemas.microsoft.com/office/drawing/2014/main" id="{AFBC73D5-BBD4-6DEA-ABD4-C7C99DE36B66}"/>
              </a:ext>
            </a:extLst>
          </p:cNvPr>
          <p:cNvSpPr>
            <a:spLocks noGrp="1"/>
          </p:cNvSpPr>
          <p:nvPr>
            <p:ph type="body" sz="quarter" idx="12" hasCustomPrompt="1"/>
          </p:nvPr>
        </p:nvSpPr>
        <p:spPr>
          <a:xfrm>
            <a:off x="394728" y="6501384"/>
            <a:ext cx="365760" cy="161583"/>
          </a:xfrm>
        </p:spPr>
        <p:txBody>
          <a:bodyPr>
            <a:noAutofit/>
          </a:bodyPr>
          <a:lstStyle>
            <a:lvl1pPr>
              <a:defRPr sz="1050"/>
            </a:lvl1pPr>
          </a:lstStyle>
          <a:p>
            <a:pPr lvl="0"/>
            <a:r>
              <a:rPr lang="en-US"/>
              <a:t>PwC</a:t>
            </a:r>
          </a:p>
        </p:txBody>
      </p:sp>
      <p:sp>
        <p:nvSpPr>
          <p:cNvPr id="7" name="Footer Placeholder 4">
            <a:extLst>
              <a:ext uri="{FF2B5EF4-FFF2-40B4-BE49-F238E27FC236}">
                <a16:creationId xmlns:a16="http://schemas.microsoft.com/office/drawing/2014/main" id="{F14AAF1B-63A7-87FB-CF3E-274298F4B36A}"/>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PwC Risk Management</a:t>
            </a:r>
          </a:p>
        </p:txBody>
      </p:sp>
      <p:sp>
        <p:nvSpPr>
          <p:cNvPr id="8" name="Slide Number Placeholder 13">
            <a:extLst>
              <a:ext uri="{FF2B5EF4-FFF2-40B4-BE49-F238E27FC236}">
                <a16:creationId xmlns:a16="http://schemas.microsoft.com/office/drawing/2014/main" id="{06EDDF0F-F4F8-2669-FD63-410B84DD24E8}"/>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Tree>
    <p:extLst>
      <p:ext uri="{BB962C8B-B14F-4D97-AF65-F5344CB8AC3E}">
        <p14:creationId xmlns:p14="http://schemas.microsoft.com/office/powerpoint/2010/main" val="3622639181"/>
      </p:ext>
    </p:extLst>
  </p:cSld>
  <p:clrMapOvr>
    <a:masterClrMapping/>
  </p:clrMapOvr>
  <p:extLst>
    <p:ext uri="{DCECCB84-F9BA-43D5-87BE-67443E8EF086}">
      <p15:sldGuideLst xmlns:p15="http://schemas.microsoft.com/office/powerpoint/2012/main"/>
    </p:ext>
  </p:extLst>
</p:sldLayout>
</file>

<file path=ppt/slideLayouts/slideLayout126.xml><?xml version="1.0" encoding="utf-8"?>
<p:sldLayout xmlns:a="http://schemas.openxmlformats.org/drawingml/2006/main" xmlns:r="http://schemas.openxmlformats.org/officeDocument/2006/relationships" xmlns:p="http://schemas.openxmlformats.org/presentationml/2006/main" preserve="1" userDrawn="1">
  <p:cSld name="1_Content Photo 1">
    <p:spTree>
      <p:nvGrpSpPr>
        <p:cNvPr id="1" name=""/>
        <p:cNvGrpSpPr/>
        <p:nvPr/>
      </p:nvGrpSpPr>
      <p:grpSpPr>
        <a:xfrm>
          <a:off x="0" y="0"/>
          <a:ext cx="0" cy="0"/>
          <a:chOff x="0" y="0"/>
          <a:chExt cx="0" cy="0"/>
        </a:xfrm>
      </p:grpSpPr>
      <p:sp>
        <p:nvSpPr>
          <p:cNvPr id="8" name="Picture Placeholder 14">
            <a:extLst>
              <a:ext uri="{FF2B5EF4-FFF2-40B4-BE49-F238E27FC236}">
                <a16:creationId xmlns:a16="http://schemas.microsoft.com/office/drawing/2014/main" id="{239A05D4-BAD9-49A7-3229-41686BA7F455}"/>
              </a:ext>
            </a:extLst>
          </p:cNvPr>
          <p:cNvSpPr>
            <a:spLocks noGrp="1"/>
          </p:cNvSpPr>
          <p:nvPr>
            <p:ph type="pic" sz="quarter" idx="11"/>
          </p:nvPr>
        </p:nvSpPr>
        <p:spPr>
          <a:xfrm>
            <a:off x="-1" y="0"/>
            <a:ext cx="7531331" cy="6858000"/>
          </a:xfrm>
          <a:solidFill>
            <a:schemeClr val="bg2"/>
          </a:solidFill>
        </p:spPr>
        <p:txBody>
          <a:bodyPr tIns="1554480"/>
          <a:lstStyle>
            <a:lvl1pPr algn="ctr">
              <a:defRPr/>
            </a:lvl1pPr>
          </a:lstStyle>
          <a:p>
            <a:r>
              <a:rPr lang="en-US"/>
              <a:t>Click icon to add picture</a:t>
            </a:r>
          </a:p>
        </p:txBody>
      </p:sp>
      <p:sp>
        <p:nvSpPr>
          <p:cNvPr id="4" name="Title 1">
            <a:extLst>
              <a:ext uri="{FF2B5EF4-FFF2-40B4-BE49-F238E27FC236}">
                <a16:creationId xmlns:a16="http://schemas.microsoft.com/office/drawing/2014/main" id="{9E03C5ED-E0DF-61C8-7A95-440C9FF7F1FA}"/>
              </a:ext>
            </a:extLst>
          </p:cNvPr>
          <p:cNvSpPr>
            <a:spLocks noGrp="1"/>
          </p:cNvSpPr>
          <p:nvPr>
            <p:ph type="title"/>
          </p:nvPr>
        </p:nvSpPr>
        <p:spPr>
          <a:xfrm>
            <a:off x="8077199" y="919162"/>
            <a:ext cx="3712881" cy="1938337"/>
          </a:xfrm>
        </p:spPr>
        <p:txBody>
          <a:bodyPr/>
          <a:lstStyle>
            <a:lvl1pPr>
              <a:defRPr sz="4000"/>
            </a:lvl1pPr>
          </a:lstStyle>
          <a:p>
            <a:r>
              <a:rPr lang="en-US"/>
              <a:t>Click to edit Master title style</a:t>
            </a:r>
          </a:p>
        </p:txBody>
      </p:sp>
      <p:sp>
        <p:nvSpPr>
          <p:cNvPr id="5" name="Content Placeholder 2">
            <a:extLst>
              <a:ext uri="{FF2B5EF4-FFF2-40B4-BE49-F238E27FC236}">
                <a16:creationId xmlns:a16="http://schemas.microsoft.com/office/drawing/2014/main" id="{7518CD4E-B949-EF88-4945-7E36C0015725}"/>
              </a:ext>
            </a:extLst>
          </p:cNvPr>
          <p:cNvSpPr>
            <a:spLocks noGrp="1"/>
          </p:cNvSpPr>
          <p:nvPr>
            <p:ph idx="1"/>
          </p:nvPr>
        </p:nvSpPr>
        <p:spPr>
          <a:xfrm>
            <a:off x="8077199" y="2971800"/>
            <a:ext cx="3724275" cy="2967038"/>
          </a:xfrm>
        </p:spPr>
        <p:txBody>
          <a:bodyPr/>
          <a:lstStyle>
            <a:lvl1pPr>
              <a:lnSpc>
                <a:spcPct val="125000"/>
              </a:lnSpc>
              <a:defRPr sz="1600" b="0">
                <a:latin typeface="+mj-lt"/>
              </a:defRPr>
            </a:lvl1pPr>
            <a:lvl2pPr marL="166688" indent="0">
              <a:defRPr/>
            </a:lvl2pPr>
            <a:lvl3pPr marL="346075" indent="0">
              <a:buNone/>
              <a:defRPr/>
            </a:lvl3pPr>
            <a:lvl4pPr marL="512763" indent="0">
              <a:buNone/>
              <a:defRPr/>
            </a:lvl4pPr>
            <a:lvl5pPr marL="69215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Box 8">
            <a:extLst>
              <a:ext uri="{FF2B5EF4-FFF2-40B4-BE49-F238E27FC236}">
                <a16:creationId xmlns:a16="http://schemas.microsoft.com/office/drawing/2014/main" id="{66FD55F7-3664-B826-100E-876C20C01969}"/>
              </a:ext>
            </a:extLst>
          </p:cNvPr>
          <p:cNvSpPr txBox="1"/>
          <p:nvPr userDrawn="1"/>
        </p:nvSpPr>
        <p:spPr>
          <a:xfrm>
            <a:off x="7630559" y="6501384"/>
            <a:ext cx="431483" cy="161583"/>
          </a:xfrm>
          <a:prstGeom prst="rect">
            <a:avLst/>
          </a:prstGeom>
          <a:noFill/>
        </p:spPr>
        <p:txBody>
          <a:bodyPr wrap="square" lIns="0" tIns="0" rIns="0" bIns="0" rtlCol="0">
            <a:spAutoFit/>
          </a:bodyPr>
          <a:lstStyle/>
          <a:p>
            <a:pPr algn="l"/>
            <a:r>
              <a:rPr lang="en-US" sz="1050" b="1">
                <a:solidFill>
                  <a:schemeClr val="tx1"/>
                </a:solidFill>
              </a:rPr>
              <a:t>PwC</a:t>
            </a:r>
          </a:p>
        </p:txBody>
      </p:sp>
      <p:sp>
        <p:nvSpPr>
          <p:cNvPr id="6" name="Footer Placeholder 4">
            <a:extLst>
              <a:ext uri="{FF2B5EF4-FFF2-40B4-BE49-F238E27FC236}">
                <a16:creationId xmlns:a16="http://schemas.microsoft.com/office/drawing/2014/main" id="{14885F81-E071-1548-5442-718A5D278509}"/>
              </a:ext>
            </a:extLst>
          </p:cNvPr>
          <p:cNvSpPr>
            <a:spLocks noGrp="1"/>
          </p:cNvSpPr>
          <p:nvPr>
            <p:ph type="ftr" sz="quarter" idx="3"/>
          </p:nvPr>
        </p:nvSpPr>
        <p:spPr>
          <a:xfrm>
            <a:off x="8077199" y="6501384"/>
            <a:ext cx="3200400"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PwC Risk Management</a:t>
            </a:r>
          </a:p>
        </p:txBody>
      </p:sp>
      <p:sp>
        <p:nvSpPr>
          <p:cNvPr id="2" name="Slide Number Placeholder 13">
            <a:extLst>
              <a:ext uri="{FF2B5EF4-FFF2-40B4-BE49-F238E27FC236}">
                <a16:creationId xmlns:a16="http://schemas.microsoft.com/office/drawing/2014/main" id="{3BE7552A-3D06-4BDA-8BCC-BB2CCD97B459}"/>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Tree>
    <p:extLst>
      <p:ext uri="{BB962C8B-B14F-4D97-AF65-F5344CB8AC3E}">
        <p14:creationId xmlns:p14="http://schemas.microsoft.com/office/powerpoint/2010/main" val="3927070993"/>
      </p:ext>
    </p:extLst>
  </p:cSld>
  <p:clrMapOvr>
    <a:masterClrMapping/>
  </p:clrMapOvr>
  <p:extLst>
    <p:ext uri="{DCECCB84-F9BA-43D5-87BE-67443E8EF086}">
      <p15:sldGuideLst xmlns:p15="http://schemas.microsoft.com/office/powerpoint/2012/main"/>
    </p:ext>
  </p:extLst>
</p:sldLayout>
</file>

<file path=ppt/slideLayouts/slideLayout127.xml><?xml version="1.0" encoding="utf-8"?>
<p:sldLayout xmlns:a="http://schemas.openxmlformats.org/drawingml/2006/main" xmlns:r="http://schemas.openxmlformats.org/officeDocument/2006/relationships" xmlns:p="http://schemas.openxmlformats.org/presentationml/2006/main" preserve="1" userDrawn="1">
  <p:cSld name="1_Content Photo 2">
    <p:spTree>
      <p:nvGrpSpPr>
        <p:cNvPr id="1" name=""/>
        <p:cNvGrpSpPr/>
        <p:nvPr/>
      </p:nvGrpSpPr>
      <p:grpSpPr>
        <a:xfrm>
          <a:off x="0" y="0"/>
          <a:ext cx="0" cy="0"/>
          <a:chOff x="0" y="0"/>
          <a:chExt cx="0" cy="0"/>
        </a:xfrm>
      </p:grpSpPr>
      <p:sp>
        <p:nvSpPr>
          <p:cNvPr id="8" name="Picture Placeholder 14">
            <a:extLst>
              <a:ext uri="{FF2B5EF4-FFF2-40B4-BE49-F238E27FC236}">
                <a16:creationId xmlns:a16="http://schemas.microsoft.com/office/drawing/2014/main" id="{239A05D4-BAD9-49A7-3229-41686BA7F455}"/>
              </a:ext>
            </a:extLst>
          </p:cNvPr>
          <p:cNvSpPr>
            <a:spLocks noGrp="1"/>
          </p:cNvSpPr>
          <p:nvPr>
            <p:ph type="pic" sz="quarter" idx="11"/>
          </p:nvPr>
        </p:nvSpPr>
        <p:spPr>
          <a:xfrm>
            <a:off x="-1" y="0"/>
            <a:ext cx="6620719" cy="6858000"/>
          </a:xfrm>
          <a:solidFill>
            <a:schemeClr val="bg2"/>
          </a:solidFill>
        </p:spPr>
        <p:txBody>
          <a:bodyPr tIns="1554480"/>
          <a:lstStyle>
            <a:lvl1pPr algn="ctr">
              <a:defRPr/>
            </a:lvl1pPr>
          </a:lstStyle>
          <a:p>
            <a:r>
              <a:rPr lang="en-US"/>
              <a:t>Click icon to add picture</a:t>
            </a:r>
          </a:p>
        </p:txBody>
      </p:sp>
      <p:sp>
        <p:nvSpPr>
          <p:cNvPr id="4" name="Title 1">
            <a:extLst>
              <a:ext uri="{FF2B5EF4-FFF2-40B4-BE49-F238E27FC236}">
                <a16:creationId xmlns:a16="http://schemas.microsoft.com/office/drawing/2014/main" id="{9E03C5ED-E0DF-61C8-7A95-440C9FF7F1FA}"/>
              </a:ext>
            </a:extLst>
          </p:cNvPr>
          <p:cNvSpPr>
            <a:spLocks noGrp="1"/>
          </p:cNvSpPr>
          <p:nvPr>
            <p:ph type="title"/>
          </p:nvPr>
        </p:nvSpPr>
        <p:spPr>
          <a:xfrm>
            <a:off x="7118351" y="919162"/>
            <a:ext cx="4671730" cy="1938337"/>
          </a:xfrm>
        </p:spPr>
        <p:txBody>
          <a:bodyPr/>
          <a:lstStyle>
            <a:lvl1pPr>
              <a:defRPr sz="4000"/>
            </a:lvl1pPr>
          </a:lstStyle>
          <a:p>
            <a:r>
              <a:rPr lang="en-US"/>
              <a:t>Click to edit Master title style</a:t>
            </a:r>
          </a:p>
        </p:txBody>
      </p:sp>
      <p:sp>
        <p:nvSpPr>
          <p:cNvPr id="3" name="Content Placeholder 2">
            <a:extLst>
              <a:ext uri="{FF2B5EF4-FFF2-40B4-BE49-F238E27FC236}">
                <a16:creationId xmlns:a16="http://schemas.microsoft.com/office/drawing/2014/main" id="{9D3BCDA1-5DA8-C359-F2B1-BC10C803662B}"/>
              </a:ext>
            </a:extLst>
          </p:cNvPr>
          <p:cNvSpPr>
            <a:spLocks noGrp="1"/>
          </p:cNvSpPr>
          <p:nvPr>
            <p:ph idx="1"/>
          </p:nvPr>
        </p:nvSpPr>
        <p:spPr>
          <a:xfrm>
            <a:off x="7118351" y="2971800"/>
            <a:ext cx="4671729" cy="2967038"/>
          </a:xfrm>
        </p:spPr>
        <p:txBody>
          <a:bodyPr/>
          <a:lstStyle>
            <a:lvl1pPr marL="166688" indent="-166688">
              <a:lnSpc>
                <a:spcPct val="125000"/>
              </a:lnSpc>
              <a:buFont typeface="Arial" panose="020B0604020202020204" pitchFamily="34" charset="0"/>
              <a:buChar char="•"/>
              <a:defRPr sz="1600" b="0">
                <a:latin typeface="+mj-lt"/>
              </a:defRPr>
            </a:lvl1pPr>
            <a:lvl2pPr marL="346075" indent="-179388">
              <a:buFont typeface="Georgia" panose="02040502050405020303" pitchFamily="18" charset="0"/>
              <a:buChar char="–"/>
              <a:defRPr/>
            </a:lvl2pPr>
            <a:lvl3pPr marL="512763" indent="-166688">
              <a:defRPr/>
            </a:lvl3pPr>
            <a:lvl4pPr marL="692150" indent="-179388">
              <a:defRPr/>
            </a:lvl4pPr>
            <a:lvl5pPr marL="858838" indent="-166688">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Box 8">
            <a:extLst>
              <a:ext uri="{FF2B5EF4-FFF2-40B4-BE49-F238E27FC236}">
                <a16:creationId xmlns:a16="http://schemas.microsoft.com/office/drawing/2014/main" id="{66FD55F7-3664-B826-100E-876C20C01969}"/>
              </a:ext>
            </a:extLst>
          </p:cNvPr>
          <p:cNvSpPr txBox="1"/>
          <p:nvPr userDrawn="1"/>
        </p:nvSpPr>
        <p:spPr>
          <a:xfrm>
            <a:off x="7118351" y="6501384"/>
            <a:ext cx="431483" cy="161583"/>
          </a:xfrm>
          <a:prstGeom prst="rect">
            <a:avLst/>
          </a:prstGeom>
          <a:noFill/>
        </p:spPr>
        <p:txBody>
          <a:bodyPr wrap="square" lIns="0" tIns="0" rIns="0" bIns="0" rtlCol="0">
            <a:spAutoFit/>
          </a:bodyPr>
          <a:lstStyle/>
          <a:p>
            <a:pPr algn="l"/>
            <a:r>
              <a:rPr lang="en-US" sz="1050" b="1">
                <a:solidFill>
                  <a:schemeClr val="tx1"/>
                </a:solidFill>
              </a:rPr>
              <a:t>PwC</a:t>
            </a:r>
          </a:p>
        </p:txBody>
      </p:sp>
      <p:sp>
        <p:nvSpPr>
          <p:cNvPr id="6" name="Footer Placeholder 4">
            <a:extLst>
              <a:ext uri="{FF2B5EF4-FFF2-40B4-BE49-F238E27FC236}">
                <a16:creationId xmlns:a16="http://schemas.microsoft.com/office/drawing/2014/main" id="{14885F81-E071-1548-5442-718A5D278509}"/>
              </a:ext>
            </a:extLst>
          </p:cNvPr>
          <p:cNvSpPr>
            <a:spLocks noGrp="1"/>
          </p:cNvSpPr>
          <p:nvPr>
            <p:ph type="ftr" sz="quarter" idx="3"/>
          </p:nvPr>
        </p:nvSpPr>
        <p:spPr>
          <a:xfrm>
            <a:off x="7569600" y="6501384"/>
            <a:ext cx="3657600"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PwC Risk Management</a:t>
            </a:r>
          </a:p>
        </p:txBody>
      </p:sp>
      <p:sp>
        <p:nvSpPr>
          <p:cNvPr id="2" name="Slide Number Placeholder 13">
            <a:extLst>
              <a:ext uri="{FF2B5EF4-FFF2-40B4-BE49-F238E27FC236}">
                <a16:creationId xmlns:a16="http://schemas.microsoft.com/office/drawing/2014/main" id="{3BE7552A-3D06-4BDA-8BCC-BB2CCD97B459}"/>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Tree>
    <p:extLst>
      <p:ext uri="{BB962C8B-B14F-4D97-AF65-F5344CB8AC3E}">
        <p14:creationId xmlns:p14="http://schemas.microsoft.com/office/powerpoint/2010/main" val="3268774690"/>
      </p:ext>
    </p:extLst>
  </p:cSld>
  <p:clrMapOvr>
    <a:masterClrMapping/>
  </p:clrMapOvr>
  <p:extLst>
    <p:ext uri="{DCECCB84-F9BA-43D5-87BE-67443E8EF086}">
      <p15:sldGuideLst xmlns:p15="http://schemas.microsoft.com/office/powerpoint/2012/main"/>
    </p:ext>
  </p:extLst>
</p:sldLayout>
</file>

<file path=ppt/slideLayouts/slideLayout128.xml><?xml version="1.0" encoding="utf-8"?>
<p:sldLayout xmlns:a="http://schemas.openxmlformats.org/drawingml/2006/main" xmlns:r="http://schemas.openxmlformats.org/officeDocument/2006/relationships" xmlns:p="http://schemas.openxmlformats.org/presentationml/2006/main" preserve="1" userDrawn="1">
  <p:cSld name="1_Content Photo 3">
    <p:spTree>
      <p:nvGrpSpPr>
        <p:cNvPr id="1" name=""/>
        <p:cNvGrpSpPr/>
        <p:nvPr/>
      </p:nvGrpSpPr>
      <p:grpSpPr>
        <a:xfrm>
          <a:off x="0" y="0"/>
          <a:ext cx="0" cy="0"/>
          <a:chOff x="0" y="0"/>
          <a:chExt cx="0" cy="0"/>
        </a:xfrm>
      </p:grpSpPr>
      <p:sp>
        <p:nvSpPr>
          <p:cNvPr id="8" name="Picture Placeholder 14">
            <a:extLst>
              <a:ext uri="{FF2B5EF4-FFF2-40B4-BE49-F238E27FC236}">
                <a16:creationId xmlns:a16="http://schemas.microsoft.com/office/drawing/2014/main" id="{239A05D4-BAD9-49A7-3229-41686BA7F455}"/>
              </a:ext>
              <a:ext uri="{C183D7F6-B498-43B3-948B-1728B52AA6E4}">
                <adec:decorative xmlns:adec="http://schemas.microsoft.com/office/drawing/2017/decorative" val="1"/>
              </a:ext>
            </a:extLst>
          </p:cNvPr>
          <p:cNvSpPr>
            <a:spLocks noGrp="1"/>
          </p:cNvSpPr>
          <p:nvPr>
            <p:ph type="pic" sz="quarter" idx="11"/>
          </p:nvPr>
        </p:nvSpPr>
        <p:spPr>
          <a:xfrm>
            <a:off x="-2" y="0"/>
            <a:ext cx="5648448" cy="6858000"/>
          </a:xfrm>
          <a:solidFill>
            <a:schemeClr val="bg2"/>
          </a:solidFill>
        </p:spPr>
        <p:txBody>
          <a:bodyPr tIns="1554480"/>
          <a:lstStyle>
            <a:lvl1pPr algn="ctr">
              <a:defRPr/>
            </a:lvl1pPr>
          </a:lstStyle>
          <a:p>
            <a:r>
              <a:rPr lang="en-US"/>
              <a:t>Click icon to add picture</a:t>
            </a:r>
          </a:p>
        </p:txBody>
      </p:sp>
      <p:sp>
        <p:nvSpPr>
          <p:cNvPr id="4" name="Title 1">
            <a:extLst>
              <a:ext uri="{FF2B5EF4-FFF2-40B4-BE49-F238E27FC236}">
                <a16:creationId xmlns:a16="http://schemas.microsoft.com/office/drawing/2014/main" id="{9E03C5ED-E0DF-61C8-7A95-440C9FF7F1FA}"/>
              </a:ext>
            </a:extLst>
          </p:cNvPr>
          <p:cNvSpPr>
            <a:spLocks noGrp="1"/>
          </p:cNvSpPr>
          <p:nvPr>
            <p:ph type="title"/>
          </p:nvPr>
        </p:nvSpPr>
        <p:spPr>
          <a:xfrm>
            <a:off x="6169488" y="400051"/>
            <a:ext cx="5632168" cy="917574"/>
          </a:xfrm>
        </p:spPr>
        <p:txBody>
          <a:bodyPr/>
          <a:lstStyle>
            <a:lvl1pPr>
              <a:defRPr sz="4000"/>
            </a:lvl1pPr>
          </a:lstStyle>
          <a:p>
            <a:r>
              <a:rPr lang="en-US"/>
              <a:t>Click to edit Master title style</a:t>
            </a:r>
          </a:p>
        </p:txBody>
      </p:sp>
      <p:sp>
        <p:nvSpPr>
          <p:cNvPr id="3" name="Content Placeholder 2">
            <a:extLst>
              <a:ext uri="{FF2B5EF4-FFF2-40B4-BE49-F238E27FC236}">
                <a16:creationId xmlns:a16="http://schemas.microsoft.com/office/drawing/2014/main" id="{9D3BCDA1-5DA8-C359-F2B1-BC10C803662B}"/>
              </a:ext>
            </a:extLst>
          </p:cNvPr>
          <p:cNvSpPr>
            <a:spLocks noGrp="1"/>
          </p:cNvSpPr>
          <p:nvPr>
            <p:ph idx="1"/>
          </p:nvPr>
        </p:nvSpPr>
        <p:spPr>
          <a:xfrm>
            <a:off x="6169488" y="1946275"/>
            <a:ext cx="5632167" cy="3992563"/>
          </a:xfrm>
        </p:spPr>
        <p:txBody>
          <a:bodyPr/>
          <a:lstStyle>
            <a:lvl1pPr marL="166688" indent="-166688">
              <a:lnSpc>
                <a:spcPct val="125000"/>
              </a:lnSpc>
              <a:buFont typeface="Arial" panose="020B0604020202020204" pitchFamily="34" charset="0"/>
              <a:buChar char="•"/>
              <a:defRPr sz="1600" b="0">
                <a:latin typeface="+mj-lt"/>
              </a:defRPr>
            </a:lvl1pPr>
            <a:lvl2pPr marL="346075" indent="-179388">
              <a:buFont typeface="Georgia" panose="02040502050405020303" pitchFamily="18" charset="0"/>
              <a:buChar char="–"/>
              <a:defRPr/>
            </a:lvl2pPr>
            <a:lvl3pPr marL="512763" indent="-166688">
              <a:defRPr/>
            </a:lvl3pPr>
            <a:lvl4pPr marL="692150" indent="-179388">
              <a:defRPr/>
            </a:lvl4pPr>
            <a:lvl5pPr marL="858838" indent="-166688">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Box 8">
            <a:extLst>
              <a:ext uri="{FF2B5EF4-FFF2-40B4-BE49-F238E27FC236}">
                <a16:creationId xmlns:a16="http://schemas.microsoft.com/office/drawing/2014/main" id="{66FD55F7-3664-B826-100E-876C20C01969}"/>
              </a:ext>
            </a:extLst>
          </p:cNvPr>
          <p:cNvSpPr txBox="1"/>
          <p:nvPr userDrawn="1"/>
        </p:nvSpPr>
        <p:spPr>
          <a:xfrm>
            <a:off x="6157913" y="6501384"/>
            <a:ext cx="431483" cy="161583"/>
          </a:xfrm>
          <a:prstGeom prst="rect">
            <a:avLst/>
          </a:prstGeom>
          <a:noFill/>
        </p:spPr>
        <p:txBody>
          <a:bodyPr wrap="square" lIns="0" tIns="0" rIns="0" bIns="0" rtlCol="0">
            <a:spAutoFit/>
          </a:bodyPr>
          <a:lstStyle/>
          <a:p>
            <a:pPr algn="l"/>
            <a:r>
              <a:rPr lang="en-US" sz="1050" b="1">
                <a:solidFill>
                  <a:schemeClr val="tx1"/>
                </a:solidFill>
              </a:rPr>
              <a:t>PwC</a:t>
            </a:r>
          </a:p>
        </p:txBody>
      </p:sp>
      <p:sp>
        <p:nvSpPr>
          <p:cNvPr id="6" name="Footer Placeholder 4">
            <a:extLst>
              <a:ext uri="{FF2B5EF4-FFF2-40B4-BE49-F238E27FC236}">
                <a16:creationId xmlns:a16="http://schemas.microsoft.com/office/drawing/2014/main" id="{14885F81-E071-1548-5442-718A5D278509}"/>
              </a:ext>
            </a:extLst>
          </p:cNvPr>
          <p:cNvSpPr>
            <a:spLocks noGrp="1"/>
          </p:cNvSpPr>
          <p:nvPr>
            <p:ph type="ftr" sz="quarter" idx="3"/>
          </p:nvPr>
        </p:nvSpPr>
        <p:spPr>
          <a:xfrm>
            <a:off x="6640116" y="6501384"/>
            <a:ext cx="4663440"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PwC Risk Management</a:t>
            </a:r>
          </a:p>
        </p:txBody>
      </p:sp>
      <p:sp>
        <p:nvSpPr>
          <p:cNvPr id="2" name="Slide Number Placeholder 13">
            <a:extLst>
              <a:ext uri="{FF2B5EF4-FFF2-40B4-BE49-F238E27FC236}">
                <a16:creationId xmlns:a16="http://schemas.microsoft.com/office/drawing/2014/main" id="{3BE7552A-3D06-4BDA-8BCC-BB2CCD97B459}"/>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Tree>
    <p:extLst>
      <p:ext uri="{BB962C8B-B14F-4D97-AF65-F5344CB8AC3E}">
        <p14:creationId xmlns:p14="http://schemas.microsoft.com/office/powerpoint/2010/main" val="2136100946"/>
      </p:ext>
    </p:extLst>
  </p:cSld>
  <p:clrMapOvr>
    <a:masterClrMapping/>
  </p:clrMapOvr>
  <p:extLst>
    <p:ext uri="{DCECCB84-F9BA-43D5-87BE-67443E8EF086}">
      <p15:sldGuideLst xmlns:p15="http://schemas.microsoft.com/office/powerpoint/2012/main"/>
    </p:ext>
  </p:extLst>
</p:sldLayout>
</file>

<file path=ppt/slideLayouts/slideLayout129.xml><?xml version="1.0" encoding="utf-8"?>
<p:sldLayout xmlns:a="http://schemas.openxmlformats.org/drawingml/2006/main" xmlns:r="http://schemas.openxmlformats.org/officeDocument/2006/relationships" xmlns:p="http://schemas.openxmlformats.org/presentationml/2006/main" preserve="1" userDrawn="1">
  <p:cSld name="1_Content Photo 4">
    <p:spTree>
      <p:nvGrpSpPr>
        <p:cNvPr id="1" name=""/>
        <p:cNvGrpSpPr/>
        <p:nvPr/>
      </p:nvGrpSpPr>
      <p:grpSpPr>
        <a:xfrm>
          <a:off x="0" y="0"/>
          <a:ext cx="0" cy="0"/>
          <a:chOff x="0" y="0"/>
          <a:chExt cx="0" cy="0"/>
        </a:xfrm>
      </p:grpSpPr>
      <p:sp>
        <p:nvSpPr>
          <p:cNvPr id="8" name="Picture Placeholder 14">
            <a:extLst>
              <a:ext uri="{FF2B5EF4-FFF2-40B4-BE49-F238E27FC236}">
                <a16:creationId xmlns:a16="http://schemas.microsoft.com/office/drawing/2014/main" id="{239A05D4-BAD9-49A7-3229-41686BA7F455}"/>
              </a:ext>
              <a:ext uri="{C183D7F6-B498-43B3-948B-1728B52AA6E4}">
                <adec:decorative xmlns:adec="http://schemas.microsoft.com/office/drawing/2017/decorative" val="1"/>
              </a:ext>
            </a:extLst>
          </p:cNvPr>
          <p:cNvSpPr>
            <a:spLocks noGrp="1"/>
          </p:cNvSpPr>
          <p:nvPr>
            <p:ph type="pic" sz="quarter" idx="11"/>
          </p:nvPr>
        </p:nvSpPr>
        <p:spPr>
          <a:xfrm>
            <a:off x="-2" y="0"/>
            <a:ext cx="4676174" cy="6858000"/>
          </a:xfrm>
          <a:solidFill>
            <a:schemeClr val="bg2"/>
          </a:solidFill>
        </p:spPr>
        <p:txBody>
          <a:bodyPr tIns="1554480"/>
          <a:lstStyle>
            <a:lvl1pPr algn="ctr">
              <a:defRPr/>
            </a:lvl1pPr>
          </a:lstStyle>
          <a:p>
            <a:r>
              <a:rPr lang="en-US"/>
              <a:t>Click icon to add picture</a:t>
            </a:r>
          </a:p>
        </p:txBody>
      </p:sp>
      <p:sp>
        <p:nvSpPr>
          <p:cNvPr id="4" name="Title 1">
            <a:extLst>
              <a:ext uri="{FF2B5EF4-FFF2-40B4-BE49-F238E27FC236}">
                <a16:creationId xmlns:a16="http://schemas.microsoft.com/office/drawing/2014/main" id="{9E03C5ED-E0DF-61C8-7A95-440C9FF7F1FA}"/>
              </a:ext>
            </a:extLst>
          </p:cNvPr>
          <p:cNvSpPr>
            <a:spLocks noGrp="1"/>
          </p:cNvSpPr>
          <p:nvPr>
            <p:ph type="title"/>
          </p:nvPr>
        </p:nvSpPr>
        <p:spPr>
          <a:xfrm>
            <a:off x="5199063" y="400051"/>
            <a:ext cx="6602593" cy="917574"/>
          </a:xfrm>
        </p:spPr>
        <p:txBody>
          <a:bodyPr/>
          <a:lstStyle>
            <a:lvl1pPr>
              <a:defRPr sz="4000"/>
            </a:lvl1pPr>
          </a:lstStyle>
          <a:p>
            <a:r>
              <a:rPr lang="en-US"/>
              <a:t>Click to edit Master title style</a:t>
            </a:r>
          </a:p>
        </p:txBody>
      </p:sp>
      <p:sp>
        <p:nvSpPr>
          <p:cNvPr id="3" name="Content Placeholder 2">
            <a:extLst>
              <a:ext uri="{FF2B5EF4-FFF2-40B4-BE49-F238E27FC236}">
                <a16:creationId xmlns:a16="http://schemas.microsoft.com/office/drawing/2014/main" id="{9D3BCDA1-5DA8-C359-F2B1-BC10C803662B}"/>
              </a:ext>
            </a:extLst>
          </p:cNvPr>
          <p:cNvSpPr>
            <a:spLocks noGrp="1"/>
          </p:cNvSpPr>
          <p:nvPr>
            <p:ph idx="1"/>
          </p:nvPr>
        </p:nvSpPr>
        <p:spPr>
          <a:xfrm>
            <a:off x="5199064" y="1946275"/>
            <a:ext cx="6602592" cy="3992563"/>
          </a:xfrm>
        </p:spPr>
        <p:txBody>
          <a:bodyPr/>
          <a:lstStyle>
            <a:lvl1pPr marL="166688" indent="-166688">
              <a:lnSpc>
                <a:spcPct val="125000"/>
              </a:lnSpc>
              <a:buFont typeface="Arial" panose="020B0604020202020204" pitchFamily="34" charset="0"/>
              <a:buChar char="•"/>
              <a:defRPr sz="1600" b="0">
                <a:latin typeface="+mj-lt"/>
              </a:defRPr>
            </a:lvl1pPr>
            <a:lvl2pPr marL="346075" indent="-179388">
              <a:buFont typeface="Georgia" panose="02040502050405020303" pitchFamily="18" charset="0"/>
              <a:buChar char="–"/>
              <a:defRPr/>
            </a:lvl2pPr>
            <a:lvl3pPr marL="512763" indent="-166688">
              <a:defRPr/>
            </a:lvl3pPr>
            <a:lvl4pPr marL="692150" indent="-179388">
              <a:defRPr/>
            </a:lvl4pPr>
            <a:lvl5pPr marL="858838" indent="-166688">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Box 8">
            <a:extLst>
              <a:ext uri="{FF2B5EF4-FFF2-40B4-BE49-F238E27FC236}">
                <a16:creationId xmlns:a16="http://schemas.microsoft.com/office/drawing/2014/main" id="{66FD55F7-3664-B826-100E-876C20C01969}"/>
              </a:ext>
            </a:extLst>
          </p:cNvPr>
          <p:cNvSpPr txBox="1"/>
          <p:nvPr userDrawn="1"/>
        </p:nvSpPr>
        <p:spPr>
          <a:xfrm>
            <a:off x="6157913" y="6497441"/>
            <a:ext cx="431483" cy="161583"/>
          </a:xfrm>
          <a:prstGeom prst="rect">
            <a:avLst/>
          </a:prstGeom>
          <a:noFill/>
        </p:spPr>
        <p:txBody>
          <a:bodyPr wrap="square" lIns="0" tIns="0" rIns="0" bIns="0" rtlCol="0">
            <a:spAutoFit/>
          </a:bodyPr>
          <a:lstStyle/>
          <a:p>
            <a:pPr algn="l"/>
            <a:r>
              <a:rPr lang="en-US" sz="1050" b="1">
                <a:solidFill>
                  <a:schemeClr val="tx1"/>
                </a:solidFill>
              </a:rPr>
              <a:t>PwC</a:t>
            </a:r>
          </a:p>
        </p:txBody>
      </p:sp>
      <p:sp>
        <p:nvSpPr>
          <p:cNvPr id="6" name="Footer Placeholder 4">
            <a:extLst>
              <a:ext uri="{FF2B5EF4-FFF2-40B4-BE49-F238E27FC236}">
                <a16:creationId xmlns:a16="http://schemas.microsoft.com/office/drawing/2014/main" id="{14885F81-E071-1548-5442-718A5D278509}"/>
              </a:ext>
            </a:extLst>
          </p:cNvPr>
          <p:cNvSpPr>
            <a:spLocks noGrp="1"/>
          </p:cNvSpPr>
          <p:nvPr>
            <p:ph type="ftr" sz="quarter" idx="3"/>
          </p:nvPr>
        </p:nvSpPr>
        <p:spPr>
          <a:xfrm>
            <a:off x="6640116" y="6497441"/>
            <a:ext cx="4663440"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PwC Risk Management</a:t>
            </a:r>
          </a:p>
        </p:txBody>
      </p:sp>
      <p:sp>
        <p:nvSpPr>
          <p:cNvPr id="2" name="Slide Number Placeholder 13">
            <a:extLst>
              <a:ext uri="{FF2B5EF4-FFF2-40B4-BE49-F238E27FC236}">
                <a16:creationId xmlns:a16="http://schemas.microsoft.com/office/drawing/2014/main" id="{3BE7552A-3D06-4BDA-8BCC-BB2CCD97B459}"/>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Tree>
    <p:extLst>
      <p:ext uri="{BB962C8B-B14F-4D97-AF65-F5344CB8AC3E}">
        <p14:creationId xmlns:p14="http://schemas.microsoft.com/office/powerpoint/2010/main" val="4167611366"/>
      </p:ext>
    </p:extLst>
  </p:cSld>
  <p:clrMapOvr>
    <a:masterClrMapping/>
  </p:clrMapOvr>
  <p:extLst>
    <p:ext uri="{DCECCB84-F9BA-43D5-87BE-67443E8EF086}">
      <p15:sldGuideLst xmlns:p15="http://schemas.microsoft.com/office/powerpoint/2012/main"/>
    </p:ext>
  </p:extLst>
</p:sldLayout>
</file>

<file path=ppt/slideLayouts/slideLayout130.xml><?xml version="1.0" encoding="utf-8"?>
<p:sldLayout xmlns:a="http://schemas.openxmlformats.org/drawingml/2006/main" xmlns:r="http://schemas.openxmlformats.org/officeDocument/2006/relationships" xmlns:p="http://schemas.openxmlformats.org/presentationml/2006/main" preserve="1" userDrawn="1">
  <p:cSld name="1_Content Photo 5">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9E03C5ED-E0DF-61C8-7A95-440C9FF7F1FA}"/>
              </a:ext>
            </a:extLst>
          </p:cNvPr>
          <p:cNvSpPr>
            <a:spLocks noGrp="1"/>
          </p:cNvSpPr>
          <p:nvPr>
            <p:ph type="title"/>
          </p:nvPr>
        </p:nvSpPr>
        <p:spPr>
          <a:xfrm>
            <a:off x="401920" y="400051"/>
            <a:ext cx="4274253" cy="1428750"/>
          </a:xfrm>
        </p:spPr>
        <p:txBody>
          <a:bodyPr/>
          <a:lstStyle>
            <a:lvl1pPr>
              <a:defRPr sz="4000"/>
            </a:lvl1pPr>
          </a:lstStyle>
          <a:p>
            <a:r>
              <a:rPr lang="en-US"/>
              <a:t>Click to edit Master title style</a:t>
            </a:r>
          </a:p>
        </p:txBody>
      </p:sp>
      <p:sp>
        <p:nvSpPr>
          <p:cNvPr id="8" name="Picture Placeholder 14">
            <a:extLst>
              <a:ext uri="{FF2B5EF4-FFF2-40B4-BE49-F238E27FC236}">
                <a16:creationId xmlns:a16="http://schemas.microsoft.com/office/drawing/2014/main" id="{239A05D4-BAD9-49A7-3229-41686BA7F455}"/>
              </a:ext>
              <a:ext uri="{C183D7F6-B498-43B3-948B-1728B52AA6E4}">
                <adec:decorative xmlns:adec="http://schemas.microsoft.com/office/drawing/2017/decorative" val="1"/>
              </a:ext>
            </a:extLst>
          </p:cNvPr>
          <p:cNvSpPr>
            <a:spLocks noGrp="1"/>
          </p:cNvSpPr>
          <p:nvPr>
            <p:ph type="pic" sz="quarter" idx="11"/>
          </p:nvPr>
        </p:nvSpPr>
        <p:spPr>
          <a:xfrm>
            <a:off x="401920" y="1956003"/>
            <a:ext cx="4274253" cy="3982835"/>
          </a:xfrm>
          <a:solidFill>
            <a:schemeClr val="bg2"/>
          </a:solidFill>
        </p:spPr>
        <p:txBody>
          <a:bodyPr tIns="1554480"/>
          <a:lstStyle>
            <a:lvl1pPr algn="ctr">
              <a:defRPr/>
            </a:lvl1pPr>
          </a:lstStyle>
          <a:p>
            <a:r>
              <a:rPr lang="en-US"/>
              <a:t>Click icon to add picture</a:t>
            </a:r>
          </a:p>
        </p:txBody>
      </p:sp>
      <p:sp>
        <p:nvSpPr>
          <p:cNvPr id="3" name="Content Placeholder 2">
            <a:extLst>
              <a:ext uri="{FF2B5EF4-FFF2-40B4-BE49-F238E27FC236}">
                <a16:creationId xmlns:a16="http://schemas.microsoft.com/office/drawing/2014/main" id="{9D3BCDA1-5DA8-C359-F2B1-BC10C803662B}"/>
              </a:ext>
            </a:extLst>
          </p:cNvPr>
          <p:cNvSpPr>
            <a:spLocks noGrp="1"/>
          </p:cNvSpPr>
          <p:nvPr>
            <p:ph idx="1"/>
          </p:nvPr>
        </p:nvSpPr>
        <p:spPr>
          <a:xfrm>
            <a:off x="5199063" y="400051"/>
            <a:ext cx="6591017" cy="5538787"/>
          </a:xfrm>
        </p:spPr>
        <p:txBody>
          <a:bodyPr/>
          <a:lstStyle>
            <a:lvl1pPr marL="166688" indent="-166688">
              <a:lnSpc>
                <a:spcPct val="125000"/>
              </a:lnSpc>
              <a:buFont typeface="Arial" panose="020B0604020202020204" pitchFamily="34" charset="0"/>
              <a:buChar char="•"/>
              <a:defRPr sz="1600" b="0">
                <a:latin typeface="+mj-lt"/>
              </a:defRPr>
            </a:lvl1pPr>
            <a:lvl2pPr marL="346075" indent="-179388">
              <a:buFont typeface="Georgia" panose="02040502050405020303" pitchFamily="18" charset="0"/>
              <a:buChar char="–"/>
              <a:defRPr/>
            </a:lvl2pPr>
            <a:lvl3pPr marL="512763" indent="-166688">
              <a:defRPr/>
            </a:lvl3pPr>
            <a:lvl4pPr marL="692150" indent="-179388">
              <a:defRPr/>
            </a:lvl4pPr>
            <a:lvl5pPr marL="858838" indent="-166688">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4">
            <a:extLst>
              <a:ext uri="{FF2B5EF4-FFF2-40B4-BE49-F238E27FC236}">
                <a16:creationId xmlns:a16="http://schemas.microsoft.com/office/drawing/2014/main" id="{E38019E0-279D-A4EC-36F3-E0B1A717FCF6}"/>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PwC Risk Management</a:t>
            </a:r>
          </a:p>
        </p:txBody>
      </p:sp>
      <p:sp>
        <p:nvSpPr>
          <p:cNvPr id="7" name="Slide Number Placeholder 13">
            <a:extLst>
              <a:ext uri="{FF2B5EF4-FFF2-40B4-BE49-F238E27FC236}">
                <a16:creationId xmlns:a16="http://schemas.microsoft.com/office/drawing/2014/main" id="{B8872EE6-00EE-7E3B-FF0A-4031AD0A1F41}"/>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Tree>
    <p:extLst>
      <p:ext uri="{BB962C8B-B14F-4D97-AF65-F5344CB8AC3E}">
        <p14:creationId xmlns:p14="http://schemas.microsoft.com/office/powerpoint/2010/main" val="1846607430"/>
      </p:ext>
    </p:extLst>
  </p:cSld>
  <p:clrMapOvr>
    <a:masterClrMapping/>
  </p:clrMapOvr>
  <p:extLst>
    <p:ext uri="{DCECCB84-F9BA-43D5-87BE-67443E8EF086}">
      <p15:sldGuideLst xmlns:p15="http://schemas.microsoft.com/office/powerpoint/2012/main"/>
    </p:ext>
  </p:extLst>
</p:sldLayout>
</file>

<file path=ppt/slideLayouts/slideLayout131.xml><?xml version="1.0" encoding="utf-8"?>
<p:sldLayout xmlns:a="http://schemas.openxmlformats.org/drawingml/2006/main" xmlns:r="http://schemas.openxmlformats.org/officeDocument/2006/relationships" xmlns:p="http://schemas.openxmlformats.org/presentationml/2006/main" preserve="1" userDrawn="1">
  <p:cSld name="1_Quote with Imag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01A1D7-A824-48A0-3E0C-4A7C86CA63AB}"/>
              </a:ext>
            </a:extLst>
          </p:cNvPr>
          <p:cNvSpPr>
            <a:spLocks noGrp="1"/>
          </p:cNvSpPr>
          <p:nvPr>
            <p:ph type="title" hasCustomPrompt="1"/>
          </p:nvPr>
        </p:nvSpPr>
        <p:spPr>
          <a:xfrm>
            <a:off x="396516" y="-300748"/>
            <a:ext cx="5647097" cy="249299"/>
          </a:xfrm>
        </p:spPr>
        <p:txBody>
          <a:bodyPr wrap="square">
            <a:spAutoFit/>
          </a:bodyPr>
          <a:lstStyle>
            <a:lvl1pPr>
              <a:defRPr sz="1800" b="0"/>
            </a:lvl1pPr>
          </a:lstStyle>
          <a:p>
            <a:r>
              <a:rPr lang="en-US"/>
              <a:t>Title for accessibility</a:t>
            </a:r>
          </a:p>
        </p:txBody>
      </p:sp>
      <p:sp>
        <p:nvSpPr>
          <p:cNvPr id="25" name="TextBox 24">
            <a:extLst>
              <a:ext uri="{FF2B5EF4-FFF2-40B4-BE49-F238E27FC236}">
                <a16:creationId xmlns:a16="http://schemas.microsoft.com/office/drawing/2014/main" id="{554BAF2E-BAB1-C03F-41A7-B26DABB21BF6}"/>
              </a:ext>
              <a:ext uri="{C183D7F6-B498-43B3-948B-1728B52AA6E4}">
                <adec:decorative xmlns:adec="http://schemas.microsoft.com/office/drawing/2017/decorative" val="1"/>
              </a:ext>
            </a:extLst>
          </p:cNvPr>
          <p:cNvSpPr txBox="1"/>
          <p:nvPr userDrawn="1"/>
        </p:nvSpPr>
        <p:spPr>
          <a:xfrm>
            <a:off x="272991" y="2732672"/>
            <a:ext cx="941937" cy="622957"/>
          </a:xfrm>
          <a:prstGeom prst="rect">
            <a:avLst/>
          </a:prstGeom>
          <a:noFill/>
        </p:spPr>
        <p:txBody>
          <a:bodyPr wrap="square" lIns="0" tIns="0" rIns="0" bIns="0" rtlCol="0" anchor="t">
            <a:noAutofit/>
          </a:bodyPr>
          <a:lstStyle/>
          <a:p>
            <a:pPr marL="12700" marR="5080" lvl="0" indent="0" defTabSz="914400" eaLnBrk="1" fontAlgn="auto" latinLnBrk="0" hangingPunct="1">
              <a:lnSpc>
                <a:spcPct val="80000"/>
              </a:lnSpc>
              <a:spcAft>
                <a:spcPts val="0"/>
              </a:spcAft>
              <a:buClrTx/>
              <a:buSzTx/>
              <a:buFontTx/>
              <a:buNone/>
              <a:tabLst/>
              <a:defRPr/>
            </a:pPr>
            <a:r>
              <a:rPr kumimoji="0" lang="en-US" sz="13800" b="1" u="none" strike="noStrike" kern="0" cap="none" spc="-105" normalizeH="0" baseline="0" noProof="0" dirty="0">
                <a:ln>
                  <a:noFill/>
                </a:ln>
                <a:solidFill>
                  <a:schemeClr val="accent1"/>
                </a:solidFill>
                <a:effectLst/>
                <a:uLnTx/>
                <a:uFillTx/>
                <a:cs typeface="Arial" panose="020B0604020202020204" pitchFamily="34" charset="0"/>
              </a:rPr>
              <a:t>“</a:t>
            </a:r>
            <a:endParaRPr lang="en-US" sz="6000" b="1" dirty="0">
              <a:solidFill>
                <a:schemeClr val="accent1"/>
              </a:solidFill>
              <a:cs typeface="Arial" panose="020B0604020202020204" pitchFamily="34" charset="0"/>
            </a:endParaRPr>
          </a:p>
        </p:txBody>
      </p:sp>
      <p:sp>
        <p:nvSpPr>
          <p:cNvPr id="3" name="Content Placeholder 2">
            <a:extLst>
              <a:ext uri="{FF2B5EF4-FFF2-40B4-BE49-F238E27FC236}">
                <a16:creationId xmlns:a16="http://schemas.microsoft.com/office/drawing/2014/main" id="{226E3B15-3502-F478-0302-DCABA0B41AD0}"/>
              </a:ext>
            </a:extLst>
          </p:cNvPr>
          <p:cNvSpPr>
            <a:spLocks noGrp="1"/>
          </p:cNvSpPr>
          <p:nvPr>
            <p:ph idx="1"/>
          </p:nvPr>
        </p:nvSpPr>
        <p:spPr>
          <a:xfrm>
            <a:off x="402336" y="3485571"/>
            <a:ext cx="5498502" cy="2503272"/>
          </a:xfrm>
        </p:spPr>
        <p:txBody>
          <a:bodyPr/>
          <a:lstStyle>
            <a:lvl1pPr>
              <a:lnSpc>
                <a:spcPct val="100000"/>
              </a:lnSpc>
              <a:spcBef>
                <a:spcPts val="900"/>
              </a:spcBef>
              <a:spcAft>
                <a:spcPts val="0"/>
              </a:spcAft>
              <a:defRPr sz="3200" b="0" spc="-50" baseline="0">
                <a:latin typeface="+mj-lt"/>
              </a:defRPr>
            </a:lvl1pPr>
          </a:lstStyle>
          <a:p>
            <a:pPr lvl="0"/>
            <a:r>
              <a:rPr lang="en-US"/>
              <a:t>Click to edit Master text styles</a:t>
            </a:r>
          </a:p>
        </p:txBody>
      </p:sp>
      <p:sp>
        <p:nvSpPr>
          <p:cNvPr id="9" name="Picture Placeholder 14">
            <a:extLst>
              <a:ext uri="{FF2B5EF4-FFF2-40B4-BE49-F238E27FC236}">
                <a16:creationId xmlns:a16="http://schemas.microsoft.com/office/drawing/2014/main" id="{60655EE7-5FC0-8DDF-88F0-21ECCBD7D31D}"/>
              </a:ext>
              <a:ext uri="{C183D7F6-B498-43B3-948B-1728B52AA6E4}">
                <adec:decorative xmlns:adec="http://schemas.microsoft.com/office/drawing/2017/decorative" val="1"/>
              </a:ext>
            </a:extLst>
          </p:cNvPr>
          <p:cNvSpPr>
            <a:spLocks noGrp="1"/>
          </p:cNvSpPr>
          <p:nvPr>
            <p:ph type="pic" sz="quarter" idx="11" hasCustomPrompt="1"/>
          </p:nvPr>
        </p:nvSpPr>
        <p:spPr>
          <a:xfrm>
            <a:off x="6150276" y="393871"/>
            <a:ext cx="5660724" cy="4544842"/>
          </a:xfrm>
          <a:custGeom>
            <a:avLst/>
            <a:gdLst>
              <a:gd name="connsiteX0" fmla="*/ 0 w 5660724"/>
              <a:gd name="connsiteY0" fmla="*/ 0 h 4544842"/>
              <a:gd name="connsiteX1" fmla="*/ 5660724 w 5660724"/>
              <a:gd name="connsiteY1" fmla="*/ 0 h 4544842"/>
              <a:gd name="connsiteX2" fmla="*/ 5660724 w 5660724"/>
              <a:gd name="connsiteY2" fmla="*/ 4544842 h 4544842"/>
              <a:gd name="connsiteX3" fmla="*/ 0 w 5660724"/>
              <a:gd name="connsiteY3" fmla="*/ 4544842 h 4544842"/>
              <a:gd name="connsiteX4" fmla="*/ 0 w 5660724"/>
              <a:gd name="connsiteY4" fmla="*/ 0 h 4544842"/>
              <a:gd name="connsiteX0" fmla="*/ 0 w 5660724"/>
              <a:gd name="connsiteY0" fmla="*/ 0 h 4544842"/>
              <a:gd name="connsiteX1" fmla="*/ 5660724 w 5660724"/>
              <a:gd name="connsiteY1" fmla="*/ 0 h 4544842"/>
              <a:gd name="connsiteX2" fmla="*/ 5660724 w 5660724"/>
              <a:gd name="connsiteY2" fmla="*/ 4544842 h 4544842"/>
              <a:gd name="connsiteX3" fmla="*/ 2056464 w 5660724"/>
              <a:gd name="connsiteY3" fmla="*/ 4536269 h 4544842"/>
              <a:gd name="connsiteX4" fmla="*/ 0 w 5660724"/>
              <a:gd name="connsiteY4" fmla="*/ 4544842 h 4544842"/>
              <a:gd name="connsiteX5" fmla="*/ 0 w 5660724"/>
              <a:gd name="connsiteY5" fmla="*/ 0 h 4544842"/>
              <a:gd name="connsiteX0" fmla="*/ 0 w 5660724"/>
              <a:gd name="connsiteY0" fmla="*/ 0 h 4544842"/>
              <a:gd name="connsiteX1" fmla="*/ 5660724 w 5660724"/>
              <a:gd name="connsiteY1" fmla="*/ 0 h 4544842"/>
              <a:gd name="connsiteX2" fmla="*/ 5660724 w 5660724"/>
              <a:gd name="connsiteY2" fmla="*/ 4544842 h 4544842"/>
              <a:gd name="connsiteX3" fmla="*/ 2643204 w 5660724"/>
              <a:gd name="connsiteY3" fmla="*/ 4521029 h 4544842"/>
              <a:gd name="connsiteX4" fmla="*/ 2056464 w 5660724"/>
              <a:gd name="connsiteY4" fmla="*/ 4536269 h 4544842"/>
              <a:gd name="connsiteX5" fmla="*/ 0 w 5660724"/>
              <a:gd name="connsiteY5" fmla="*/ 4544842 h 4544842"/>
              <a:gd name="connsiteX6" fmla="*/ 0 w 5660724"/>
              <a:gd name="connsiteY6" fmla="*/ 0 h 4544842"/>
              <a:gd name="connsiteX0" fmla="*/ 0 w 5660724"/>
              <a:gd name="connsiteY0" fmla="*/ 0 h 4544842"/>
              <a:gd name="connsiteX1" fmla="*/ 5660724 w 5660724"/>
              <a:gd name="connsiteY1" fmla="*/ 0 h 4544842"/>
              <a:gd name="connsiteX2" fmla="*/ 5660724 w 5660724"/>
              <a:gd name="connsiteY2" fmla="*/ 4544842 h 4544842"/>
              <a:gd name="connsiteX3" fmla="*/ 2231724 w 5660724"/>
              <a:gd name="connsiteY3" fmla="*/ 4071449 h 4544842"/>
              <a:gd name="connsiteX4" fmla="*/ 2056464 w 5660724"/>
              <a:gd name="connsiteY4" fmla="*/ 4536269 h 4544842"/>
              <a:gd name="connsiteX5" fmla="*/ 0 w 5660724"/>
              <a:gd name="connsiteY5" fmla="*/ 4544842 h 4544842"/>
              <a:gd name="connsiteX6" fmla="*/ 0 w 5660724"/>
              <a:gd name="connsiteY6" fmla="*/ 0 h 4544842"/>
              <a:gd name="connsiteX0" fmla="*/ 0 w 5660724"/>
              <a:gd name="connsiteY0" fmla="*/ 0 h 4544842"/>
              <a:gd name="connsiteX1" fmla="*/ 5660724 w 5660724"/>
              <a:gd name="connsiteY1" fmla="*/ 0 h 4544842"/>
              <a:gd name="connsiteX2" fmla="*/ 5660724 w 5660724"/>
              <a:gd name="connsiteY2" fmla="*/ 4544842 h 4544842"/>
              <a:gd name="connsiteX3" fmla="*/ 2925144 w 5660724"/>
              <a:gd name="connsiteY3" fmla="*/ 3781889 h 4544842"/>
              <a:gd name="connsiteX4" fmla="*/ 2056464 w 5660724"/>
              <a:gd name="connsiteY4" fmla="*/ 4536269 h 4544842"/>
              <a:gd name="connsiteX5" fmla="*/ 0 w 5660724"/>
              <a:gd name="connsiteY5" fmla="*/ 4544842 h 4544842"/>
              <a:gd name="connsiteX6" fmla="*/ 0 w 5660724"/>
              <a:gd name="connsiteY6" fmla="*/ 0 h 4544842"/>
              <a:gd name="connsiteX0" fmla="*/ 0 w 5660724"/>
              <a:gd name="connsiteY0" fmla="*/ 0 h 4544842"/>
              <a:gd name="connsiteX1" fmla="*/ 5660724 w 5660724"/>
              <a:gd name="connsiteY1" fmla="*/ 0 h 4544842"/>
              <a:gd name="connsiteX2" fmla="*/ 5660724 w 5660724"/>
              <a:gd name="connsiteY2" fmla="*/ 4544842 h 4544842"/>
              <a:gd name="connsiteX3" fmla="*/ 2909904 w 5660724"/>
              <a:gd name="connsiteY3" fmla="*/ 4109549 h 4544842"/>
              <a:gd name="connsiteX4" fmla="*/ 2056464 w 5660724"/>
              <a:gd name="connsiteY4" fmla="*/ 4536269 h 4544842"/>
              <a:gd name="connsiteX5" fmla="*/ 0 w 5660724"/>
              <a:gd name="connsiteY5" fmla="*/ 4544842 h 4544842"/>
              <a:gd name="connsiteX6" fmla="*/ 0 w 5660724"/>
              <a:gd name="connsiteY6" fmla="*/ 0 h 4544842"/>
              <a:gd name="connsiteX0" fmla="*/ 0 w 5660724"/>
              <a:gd name="connsiteY0" fmla="*/ 0 h 4544842"/>
              <a:gd name="connsiteX1" fmla="*/ 5660724 w 5660724"/>
              <a:gd name="connsiteY1" fmla="*/ 0 h 4544842"/>
              <a:gd name="connsiteX2" fmla="*/ 5660724 w 5660724"/>
              <a:gd name="connsiteY2" fmla="*/ 4544842 h 4544842"/>
              <a:gd name="connsiteX3" fmla="*/ 2909904 w 5660724"/>
              <a:gd name="connsiteY3" fmla="*/ 4109549 h 4544842"/>
              <a:gd name="connsiteX4" fmla="*/ 2612724 w 5660724"/>
              <a:gd name="connsiteY4" fmla="*/ 4528649 h 4544842"/>
              <a:gd name="connsiteX5" fmla="*/ 0 w 5660724"/>
              <a:gd name="connsiteY5" fmla="*/ 4544842 h 4544842"/>
              <a:gd name="connsiteX6" fmla="*/ 0 w 5660724"/>
              <a:gd name="connsiteY6" fmla="*/ 0 h 4544842"/>
              <a:gd name="connsiteX0" fmla="*/ 0 w 5660724"/>
              <a:gd name="connsiteY0" fmla="*/ 0 h 4544842"/>
              <a:gd name="connsiteX1" fmla="*/ 5660724 w 5660724"/>
              <a:gd name="connsiteY1" fmla="*/ 0 h 4544842"/>
              <a:gd name="connsiteX2" fmla="*/ 5660724 w 5660724"/>
              <a:gd name="connsiteY2" fmla="*/ 4544842 h 4544842"/>
              <a:gd name="connsiteX3" fmla="*/ 2909904 w 5660724"/>
              <a:gd name="connsiteY3" fmla="*/ 4109549 h 4544842"/>
              <a:gd name="connsiteX4" fmla="*/ 2534143 w 5660724"/>
              <a:gd name="connsiteY4" fmla="*/ 4442924 h 4544842"/>
              <a:gd name="connsiteX5" fmla="*/ 0 w 5660724"/>
              <a:gd name="connsiteY5" fmla="*/ 4544842 h 4544842"/>
              <a:gd name="connsiteX6" fmla="*/ 0 w 5660724"/>
              <a:gd name="connsiteY6" fmla="*/ 0 h 4544842"/>
              <a:gd name="connsiteX0" fmla="*/ 0 w 5660724"/>
              <a:gd name="connsiteY0" fmla="*/ 0 h 4544842"/>
              <a:gd name="connsiteX1" fmla="*/ 5660724 w 5660724"/>
              <a:gd name="connsiteY1" fmla="*/ 0 h 4544842"/>
              <a:gd name="connsiteX2" fmla="*/ 5660724 w 5660724"/>
              <a:gd name="connsiteY2" fmla="*/ 4544842 h 4544842"/>
              <a:gd name="connsiteX3" fmla="*/ 2909904 w 5660724"/>
              <a:gd name="connsiteY3" fmla="*/ 4109549 h 4544842"/>
              <a:gd name="connsiteX4" fmla="*/ 2593674 w 5660724"/>
              <a:gd name="connsiteY4" fmla="*/ 4535793 h 4544842"/>
              <a:gd name="connsiteX5" fmla="*/ 0 w 5660724"/>
              <a:gd name="connsiteY5" fmla="*/ 4544842 h 4544842"/>
              <a:gd name="connsiteX6" fmla="*/ 0 w 5660724"/>
              <a:gd name="connsiteY6" fmla="*/ 0 h 4544842"/>
              <a:gd name="connsiteX0" fmla="*/ 0 w 5660724"/>
              <a:gd name="connsiteY0" fmla="*/ 0 h 4544842"/>
              <a:gd name="connsiteX1" fmla="*/ 5660724 w 5660724"/>
              <a:gd name="connsiteY1" fmla="*/ 0 h 4544842"/>
              <a:gd name="connsiteX2" fmla="*/ 5660724 w 5660724"/>
              <a:gd name="connsiteY2" fmla="*/ 4544842 h 4544842"/>
              <a:gd name="connsiteX3" fmla="*/ 2771791 w 5660724"/>
              <a:gd name="connsiteY3" fmla="*/ 3971436 h 4544842"/>
              <a:gd name="connsiteX4" fmla="*/ 2593674 w 5660724"/>
              <a:gd name="connsiteY4" fmla="*/ 4535793 h 4544842"/>
              <a:gd name="connsiteX5" fmla="*/ 0 w 5660724"/>
              <a:gd name="connsiteY5" fmla="*/ 4544842 h 4544842"/>
              <a:gd name="connsiteX6" fmla="*/ 0 w 5660724"/>
              <a:gd name="connsiteY6" fmla="*/ 0 h 4544842"/>
              <a:gd name="connsiteX0" fmla="*/ 0 w 5660724"/>
              <a:gd name="connsiteY0" fmla="*/ 0 h 4544842"/>
              <a:gd name="connsiteX1" fmla="*/ 5660724 w 5660724"/>
              <a:gd name="connsiteY1" fmla="*/ 0 h 4544842"/>
              <a:gd name="connsiteX2" fmla="*/ 5660724 w 5660724"/>
              <a:gd name="connsiteY2" fmla="*/ 4544842 h 4544842"/>
              <a:gd name="connsiteX3" fmla="*/ 2874185 w 5660724"/>
              <a:gd name="connsiteY3" fmla="*/ 4114311 h 4544842"/>
              <a:gd name="connsiteX4" fmla="*/ 2593674 w 5660724"/>
              <a:gd name="connsiteY4" fmla="*/ 4535793 h 4544842"/>
              <a:gd name="connsiteX5" fmla="*/ 0 w 5660724"/>
              <a:gd name="connsiteY5" fmla="*/ 4544842 h 4544842"/>
              <a:gd name="connsiteX6" fmla="*/ 0 w 5660724"/>
              <a:gd name="connsiteY6" fmla="*/ 0 h 4544842"/>
              <a:gd name="connsiteX0" fmla="*/ 0 w 5660724"/>
              <a:gd name="connsiteY0" fmla="*/ 0 h 4544842"/>
              <a:gd name="connsiteX1" fmla="*/ 5660724 w 5660724"/>
              <a:gd name="connsiteY1" fmla="*/ 0 h 4544842"/>
              <a:gd name="connsiteX2" fmla="*/ 5660724 w 5660724"/>
              <a:gd name="connsiteY2" fmla="*/ 4113836 h 4544842"/>
              <a:gd name="connsiteX3" fmla="*/ 2874185 w 5660724"/>
              <a:gd name="connsiteY3" fmla="*/ 4114311 h 4544842"/>
              <a:gd name="connsiteX4" fmla="*/ 2593674 w 5660724"/>
              <a:gd name="connsiteY4" fmla="*/ 4535793 h 4544842"/>
              <a:gd name="connsiteX5" fmla="*/ 0 w 5660724"/>
              <a:gd name="connsiteY5" fmla="*/ 4544842 h 4544842"/>
              <a:gd name="connsiteX6" fmla="*/ 0 w 5660724"/>
              <a:gd name="connsiteY6" fmla="*/ 0 h 4544842"/>
              <a:gd name="connsiteX0" fmla="*/ 0 w 5672631"/>
              <a:gd name="connsiteY0" fmla="*/ 0 h 4544842"/>
              <a:gd name="connsiteX1" fmla="*/ 5660724 w 5672631"/>
              <a:gd name="connsiteY1" fmla="*/ 0 h 4544842"/>
              <a:gd name="connsiteX2" fmla="*/ 5672631 w 5672631"/>
              <a:gd name="connsiteY2" fmla="*/ 4054305 h 4544842"/>
              <a:gd name="connsiteX3" fmla="*/ 2874185 w 5672631"/>
              <a:gd name="connsiteY3" fmla="*/ 4114311 h 4544842"/>
              <a:gd name="connsiteX4" fmla="*/ 2593674 w 5672631"/>
              <a:gd name="connsiteY4" fmla="*/ 4535793 h 4544842"/>
              <a:gd name="connsiteX5" fmla="*/ 0 w 5672631"/>
              <a:gd name="connsiteY5" fmla="*/ 4544842 h 4544842"/>
              <a:gd name="connsiteX6" fmla="*/ 0 w 5672631"/>
              <a:gd name="connsiteY6" fmla="*/ 0 h 4544842"/>
              <a:gd name="connsiteX0" fmla="*/ 0 w 5660724"/>
              <a:gd name="connsiteY0" fmla="*/ 0 h 4544842"/>
              <a:gd name="connsiteX1" fmla="*/ 5660724 w 5660724"/>
              <a:gd name="connsiteY1" fmla="*/ 0 h 4544842"/>
              <a:gd name="connsiteX2" fmla="*/ 5655963 w 5660724"/>
              <a:gd name="connsiteY2" fmla="*/ 4120980 h 4544842"/>
              <a:gd name="connsiteX3" fmla="*/ 2874185 w 5660724"/>
              <a:gd name="connsiteY3" fmla="*/ 4114311 h 4544842"/>
              <a:gd name="connsiteX4" fmla="*/ 2593674 w 5660724"/>
              <a:gd name="connsiteY4" fmla="*/ 4535793 h 4544842"/>
              <a:gd name="connsiteX5" fmla="*/ 0 w 5660724"/>
              <a:gd name="connsiteY5" fmla="*/ 4544842 h 4544842"/>
              <a:gd name="connsiteX6" fmla="*/ 0 w 5660724"/>
              <a:gd name="connsiteY6" fmla="*/ 0 h 4544842"/>
              <a:gd name="connsiteX0" fmla="*/ 0 w 5660724"/>
              <a:gd name="connsiteY0" fmla="*/ 0 h 4544842"/>
              <a:gd name="connsiteX1" fmla="*/ 5660724 w 5660724"/>
              <a:gd name="connsiteY1" fmla="*/ 0 h 4544842"/>
              <a:gd name="connsiteX2" fmla="*/ 5655963 w 5660724"/>
              <a:gd name="connsiteY2" fmla="*/ 4120980 h 4544842"/>
              <a:gd name="connsiteX3" fmla="*/ 2874185 w 5660724"/>
              <a:gd name="connsiteY3" fmla="*/ 4121455 h 4544842"/>
              <a:gd name="connsiteX4" fmla="*/ 2593674 w 5660724"/>
              <a:gd name="connsiteY4" fmla="*/ 4535793 h 4544842"/>
              <a:gd name="connsiteX5" fmla="*/ 0 w 5660724"/>
              <a:gd name="connsiteY5" fmla="*/ 4544842 h 4544842"/>
              <a:gd name="connsiteX6" fmla="*/ 0 w 5660724"/>
              <a:gd name="connsiteY6" fmla="*/ 0 h 4544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660724" h="4544842">
                <a:moveTo>
                  <a:pt x="0" y="0"/>
                </a:moveTo>
                <a:lnTo>
                  <a:pt x="5660724" y="0"/>
                </a:lnTo>
                <a:lnTo>
                  <a:pt x="5655963" y="4120980"/>
                </a:lnTo>
                <a:lnTo>
                  <a:pt x="2874185" y="4121455"/>
                </a:lnTo>
                <a:lnTo>
                  <a:pt x="2593674" y="4535793"/>
                </a:lnTo>
                <a:lnTo>
                  <a:pt x="0" y="4544842"/>
                </a:lnTo>
                <a:lnTo>
                  <a:pt x="0" y="0"/>
                </a:lnTo>
                <a:close/>
              </a:path>
            </a:pathLst>
          </a:custGeom>
          <a:solidFill>
            <a:schemeClr val="bg2"/>
          </a:solidFill>
        </p:spPr>
        <p:txBody>
          <a:bodyPr tIns="1280160"/>
          <a:lstStyle>
            <a:lvl1pPr algn="ctr">
              <a:defRPr b="0" i="0"/>
            </a:lvl1pPr>
          </a:lstStyle>
          <a:p>
            <a:r>
              <a:rPr lang="en-US"/>
              <a:t>Click icon to add picture—do</a:t>
            </a:r>
            <a:r>
              <a:rPr lang="en-US" sz="1500" kern="100">
                <a:effectLst/>
                <a:latin typeface="Arial" panose="020B0604020202020204" pitchFamily="34" charset="0"/>
                <a:ea typeface="Aptos" panose="020B0004020202020204" pitchFamily="34" charset="0"/>
                <a:cs typeface="Times New Roman" panose="02020603050405020304" pitchFamily="18" charset="0"/>
              </a:rPr>
              <a:t> </a:t>
            </a:r>
            <a:r>
              <a:rPr lang="en-US"/>
              <a:t>not</a:t>
            </a:r>
            <a:r>
              <a:rPr lang="en-US" sz="1500" kern="100">
                <a:effectLst/>
                <a:latin typeface="Arial" panose="020B0604020202020204" pitchFamily="34" charset="0"/>
                <a:ea typeface="Aptos" panose="020B0004020202020204" pitchFamily="34" charset="0"/>
                <a:cs typeface="Times New Roman" panose="02020603050405020304" pitchFamily="18" charset="0"/>
              </a:rPr>
              <a:t> </a:t>
            </a:r>
            <a:r>
              <a:rPr lang="en-US"/>
              <a:t>scale</a:t>
            </a:r>
            <a:r>
              <a:rPr lang="en-US" sz="1500" kern="100">
                <a:effectLst/>
                <a:latin typeface="Arial" panose="020B0604020202020204" pitchFamily="34" charset="0"/>
                <a:ea typeface="Aptos" panose="020B0004020202020204" pitchFamily="34" charset="0"/>
                <a:cs typeface="Times New Roman" panose="02020603050405020304" pitchFamily="18" charset="0"/>
              </a:rPr>
              <a:t> </a:t>
            </a:r>
            <a:r>
              <a:rPr lang="en-US"/>
              <a:t>or</a:t>
            </a:r>
            <a:r>
              <a:rPr lang="en-US" sz="1500" kern="100">
                <a:effectLst/>
                <a:latin typeface="Arial" panose="020B0604020202020204" pitchFamily="34" charset="0"/>
                <a:ea typeface="Aptos" panose="020B0004020202020204" pitchFamily="34" charset="0"/>
                <a:cs typeface="Times New Roman" panose="02020603050405020304" pitchFamily="18" charset="0"/>
              </a:rPr>
              <a:t> </a:t>
            </a:r>
            <a:r>
              <a:rPr lang="en-US"/>
              <a:t>stretch</a:t>
            </a:r>
            <a:r>
              <a:rPr lang="en-US" sz="1500" kern="100">
                <a:effectLst/>
                <a:latin typeface="Arial" panose="020B0604020202020204" pitchFamily="34" charset="0"/>
                <a:ea typeface="Aptos" panose="020B0004020202020204" pitchFamily="34" charset="0"/>
                <a:cs typeface="Times New Roman" panose="02020603050405020304" pitchFamily="18" charset="0"/>
              </a:rPr>
              <a:t> </a:t>
            </a:r>
            <a:r>
              <a:rPr lang="en-US"/>
              <a:t>this</a:t>
            </a:r>
            <a:r>
              <a:rPr lang="en-US" sz="1500" kern="100">
                <a:effectLst/>
                <a:latin typeface="Arial" panose="020B0604020202020204" pitchFamily="34" charset="0"/>
                <a:ea typeface="Aptos" panose="020B0004020202020204" pitchFamily="34" charset="0"/>
                <a:cs typeface="Times New Roman" panose="02020603050405020304" pitchFamily="18" charset="0"/>
              </a:rPr>
              <a:t> </a:t>
            </a:r>
            <a:r>
              <a:rPr lang="en-US"/>
              <a:t>photo</a:t>
            </a:r>
            <a:r>
              <a:rPr lang="en-US" sz="1500" kern="100">
                <a:effectLst/>
                <a:latin typeface="Arial" panose="020B0604020202020204" pitchFamily="34" charset="0"/>
                <a:ea typeface="Aptos" panose="020B0004020202020204" pitchFamily="34" charset="0"/>
                <a:cs typeface="Times New Roman" panose="02020603050405020304" pitchFamily="18" charset="0"/>
              </a:rPr>
              <a:t> </a:t>
            </a:r>
            <a:r>
              <a:rPr lang="en-US"/>
              <a:t>placeholder</a:t>
            </a:r>
          </a:p>
        </p:txBody>
      </p:sp>
      <p:sp>
        <p:nvSpPr>
          <p:cNvPr id="6" name="Content Placeholder 2">
            <a:extLst>
              <a:ext uri="{FF2B5EF4-FFF2-40B4-BE49-F238E27FC236}">
                <a16:creationId xmlns:a16="http://schemas.microsoft.com/office/drawing/2014/main" id="{FA9DB721-FE7A-8DE5-B433-99C88BFAE50D}"/>
              </a:ext>
            </a:extLst>
          </p:cNvPr>
          <p:cNvSpPr>
            <a:spLocks noGrp="1"/>
          </p:cNvSpPr>
          <p:nvPr>
            <p:ph idx="10"/>
          </p:nvPr>
        </p:nvSpPr>
        <p:spPr>
          <a:xfrm>
            <a:off x="6150276" y="4987818"/>
            <a:ext cx="5660724" cy="730266"/>
          </a:xfrm>
        </p:spPr>
        <p:txBody>
          <a:bodyPr/>
          <a:lstStyle>
            <a:lvl1pPr>
              <a:lnSpc>
                <a:spcPct val="100000"/>
              </a:lnSpc>
              <a:spcBef>
                <a:spcPts val="100"/>
              </a:spcBef>
              <a:spcAft>
                <a:spcPts val="0"/>
              </a:spcAft>
              <a:defRPr sz="1600"/>
            </a:lvl1pPr>
            <a:lvl2pPr>
              <a:lnSpc>
                <a:spcPct val="100000"/>
              </a:lnSpc>
              <a:spcBef>
                <a:spcPts val="100"/>
              </a:spcBef>
              <a:spcAft>
                <a:spcPts val="0"/>
              </a:spcAft>
              <a:defRPr sz="1600">
                <a:latin typeface="+mj-lt"/>
              </a:defRPr>
            </a:lvl2pPr>
            <a:lvl3pPr marL="0" indent="0">
              <a:buNone/>
              <a:defRPr/>
            </a:lvl3pPr>
          </a:lstStyle>
          <a:p>
            <a:pPr lvl="0"/>
            <a:r>
              <a:rPr lang="en-US"/>
              <a:t>Click to edit Master text styles</a:t>
            </a:r>
          </a:p>
          <a:p>
            <a:pPr lvl="1"/>
            <a:r>
              <a:rPr lang="en-US"/>
              <a:t>Second level</a:t>
            </a:r>
          </a:p>
        </p:txBody>
      </p:sp>
      <p:sp>
        <p:nvSpPr>
          <p:cNvPr id="7" name="Footer Placeholder 4">
            <a:extLst>
              <a:ext uri="{FF2B5EF4-FFF2-40B4-BE49-F238E27FC236}">
                <a16:creationId xmlns:a16="http://schemas.microsoft.com/office/drawing/2014/main" id="{AE32291E-24B4-2FB8-4B35-A439686DB956}"/>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PwC Risk Management</a:t>
            </a:r>
          </a:p>
        </p:txBody>
      </p:sp>
      <p:sp>
        <p:nvSpPr>
          <p:cNvPr id="8" name="Slide Number Placeholder 13">
            <a:extLst>
              <a:ext uri="{FF2B5EF4-FFF2-40B4-BE49-F238E27FC236}">
                <a16:creationId xmlns:a16="http://schemas.microsoft.com/office/drawing/2014/main" id="{61A378F0-4CD0-C4E0-D2F7-5959B577E15B}"/>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Tree>
    <p:extLst>
      <p:ext uri="{BB962C8B-B14F-4D97-AF65-F5344CB8AC3E}">
        <p14:creationId xmlns:p14="http://schemas.microsoft.com/office/powerpoint/2010/main" val="2396664398"/>
      </p:ext>
    </p:extLst>
  </p:cSld>
  <p:clrMapOvr>
    <a:masterClrMapping/>
  </p:clrMapOvr>
</p:sldLayout>
</file>

<file path=ppt/slideMasters/_rels/slideMaster1.xml.rels><?xml version="1.0" encoding="UTF-8" standalone="yes"?>
<Relationships xmlns="http://schemas.openxmlformats.org/package/2006/relationships"><Relationship Id="rId26" Type="http://schemas.openxmlformats.org/officeDocument/2006/relationships/slideLayout" Target="../slideLayouts/slideLayout26.xml"/><Relationship Id="rId21" Type="http://schemas.openxmlformats.org/officeDocument/2006/relationships/slideLayout" Target="../slideLayouts/slideLayout21.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63" Type="http://schemas.openxmlformats.org/officeDocument/2006/relationships/slideLayout" Target="../slideLayouts/slideLayout63.xml"/><Relationship Id="rId68" Type="http://schemas.openxmlformats.org/officeDocument/2006/relationships/slideLayout" Target="../slideLayouts/slideLayout68.xml"/><Relationship Id="rId84" Type="http://schemas.openxmlformats.org/officeDocument/2006/relationships/slideLayout" Target="../slideLayouts/slideLayout84.xml"/><Relationship Id="rId89" Type="http://schemas.openxmlformats.org/officeDocument/2006/relationships/slideLayout" Target="../slideLayouts/slideLayout89.xml"/><Relationship Id="rId16" Type="http://schemas.openxmlformats.org/officeDocument/2006/relationships/slideLayout" Target="../slideLayouts/slideLayout16.xml"/><Relationship Id="rId11" Type="http://schemas.openxmlformats.org/officeDocument/2006/relationships/slideLayout" Target="../slideLayouts/slideLayout11.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74" Type="http://schemas.openxmlformats.org/officeDocument/2006/relationships/slideLayout" Target="../slideLayouts/slideLayout74.xml"/><Relationship Id="rId79" Type="http://schemas.openxmlformats.org/officeDocument/2006/relationships/slideLayout" Target="../slideLayouts/slideLayout79.xml"/><Relationship Id="rId5" Type="http://schemas.openxmlformats.org/officeDocument/2006/relationships/slideLayout" Target="../slideLayouts/slideLayout5.xml"/><Relationship Id="rId90" Type="http://schemas.openxmlformats.org/officeDocument/2006/relationships/slideLayout" Target="../slideLayouts/slideLayout90.xml"/><Relationship Id="rId95" Type="http://schemas.openxmlformats.org/officeDocument/2006/relationships/slideLayout" Target="../slideLayouts/slideLayout95.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64" Type="http://schemas.openxmlformats.org/officeDocument/2006/relationships/slideLayout" Target="../slideLayouts/slideLayout64.xml"/><Relationship Id="rId69" Type="http://schemas.openxmlformats.org/officeDocument/2006/relationships/slideLayout" Target="../slideLayouts/slideLayout69.xml"/><Relationship Id="rId80" Type="http://schemas.openxmlformats.org/officeDocument/2006/relationships/slideLayout" Target="../slideLayouts/slideLayout80.xml"/><Relationship Id="rId85" Type="http://schemas.openxmlformats.org/officeDocument/2006/relationships/slideLayout" Target="../slideLayouts/slideLayout85.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67" Type="http://schemas.openxmlformats.org/officeDocument/2006/relationships/slideLayout" Target="../slideLayouts/slideLayout67.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70" Type="http://schemas.openxmlformats.org/officeDocument/2006/relationships/slideLayout" Target="../slideLayouts/slideLayout70.xml"/><Relationship Id="rId75" Type="http://schemas.openxmlformats.org/officeDocument/2006/relationships/slideLayout" Target="../slideLayouts/slideLayout75.xml"/><Relationship Id="rId83" Type="http://schemas.openxmlformats.org/officeDocument/2006/relationships/slideLayout" Target="../slideLayouts/slideLayout83.xml"/><Relationship Id="rId88" Type="http://schemas.openxmlformats.org/officeDocument/2006/relationships/slideLayout" Target="../slideLayouts/slideLayout88.xml"/><Relationship Id="rId91" Type="http://schemas.openxmlformats.org/officeDocument/2006/relationships/slideLayout" Target="../slideLayouts/slideLayout91.xml"/><Relationship Id="rId96" Type="http://schemas.openxmlformats.org/officeDocument/2006/relationships/slideLayout" Target="../slideLayouts/slideLayout96.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slideLayout" Target="../slideLayouts/slideLayout65.xml"/><Relationship Id="rId73" Type="http://schemas.openxmlformats.org/officeDocument/2006/relationships/slideLayout" Target="../slideLayouts/slideLayout73.xml"/><Relationship Id="rId78" Type="http://schemas.openxmlformats.org/officeDocument/2006/relationships/slideLayout" Target="../slideLayouts/slideLayout78.xml"/><Relationship Id="rId81" Type="http://schemas.openxmlformats.org/officeDocument/2006/relationships/slideLayout" Target="../slideLayouts/slideLayout81.xml"/><Relationship Id="rId86" Type="http://schemas.openxmlformats.org/officeDocument/2006/relationships/slideLayout" Target="../slideLayouts/slideLayout86.xml"/><Relationship Id="rId94" Type="http://schemas.openxmlformats.org/officeDocument/2006/relationships/slideLayout" Target="../slideLayouts/slideLayout94.xml"/><Relationship Id="rId9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slideLayout" Target="../slideLayouts/slideLayout39.xml"/><Relationship Id="rId34" Type="http://schemas.openxmlformats.org/officeDocument/2006/relationships/slideLayout" Target="../slideLayouts/slideLayout34.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6" Type="http://schemas.openxmlformats.org/officeDocument/2006/relationships/slideLayout" Target="../slideLayouts/slideLayout76.xml"/><Relationship Id="rId97" Type="http://schemas.openxmlformats.org/officeDocument/2006/relationships/slideLayout" Target="../slideLayouts/slideLayout97.xml"/><Relationship Id="rId7" Type="http://schemas.openxmlformats.org/officeDocument/2006/relationships/slideLayout" Target="../slideLayouts/slideLayout7.xml"/><Relationship Id="rId71" Type="http://schemas.openxmlformats.org/officeDocument/2006/relationships/slideLayout" Target="../slideLayouts/slideLayout71.xml"/><Relationship Id="rId92" Type="http://schemas.openxmlformats.org/officeDocument/2006/relationships/slideLayout" Target="../slideLayouts/slideLayout92.xml"/><Relationship Id="rId2" Type="http://schemas.openxmlformats.org/officeDocument/2006/relationships/slideLayout" Target="../slideLayouts/slideLayout2.xml"/><Relationship Id="rId29" Type="http://schemas.openxmlformats.org/officeDocument/2006/relationships/slideLayout" Target="../slideLayouts/slideLayout29.xml"/><Relationship Id="rId24" Type="http://schemas.openxmlformats.org/officeDocument/2006/relationships/slideLayout" Target="../slideLayouts/slideLayout24.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66" Type="http://schemas.openxmlformats.org/officeDocument/2006/relationships/slideLayout" Target="../slideLayouts/slideLayout66.xml"/><Relationship Id="rId87" Type="http://schemas.openxmlformats.org/officeDocument/2006/relationships/slideLayout" Target="../slideLayouts/slideLayout87.xml"/><Relationship Id="rId61" Type="http://schemas.openxmlformats.org/officeDocument/2006/relationships/slideLayout" Target="../slideLayouts/slideLayout61.xml"/><Relationship Id="rId82" Type="http://schemas.openxmlformats.org/officeDocument/2006/relationships/slideLayout" Target="../slideLayouts/slideLayout82.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56" Type="http://schemas.openxmlformats.org/officeDocument/2006/relationships/slideLayout" Target="../slideLayouts/slideLayout56.xml"/><Relationship Id="rId77" Type="http://schemas.openxmlformats.org/officeDocument/2006/relationships/slideLayout" Target="../slideLayouts/slideLayout77.xml"/><Relationship Id="rId8" Type="http://schemas.openxmlformats.org/officeDocument/2006/relationships/slideLayout" Target="../slideLayouts/slideLayout8.xml"/><Relationship Id="rId51" Type="http://schemas.openxmlformats.org/officeDocument/2006/relationships/slideLayout" Target="../slideLayouts/slideLayout51.xml"/><Relationship Id="rId72" Type="http://schemas.openxmlformats.org/officeDocument/2006/relationships/slideLayout" Target="../slideLayouts/slideLayout72.xml"/><Relationship Id="rId93" Type="http://schemas.openxmlformats.org/officeDocument/2006/relationships/slideLayout" Target="../slideLayouts/slideLayout93.xml"/><Relationship Id="rId98" Type="http://schemas.openxmlformats.org/officeDocument/2006/relationships/slideLayout" Target="../slideLayouts/slideLayout98.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111.xml"/><Relationship Id="rId18" Type="http://schemas.openxmlformats.org/officeDocument/2006/relationships/slideLayout" Target="../slideLayouts/slideLayout116.xml"/><Relationship Id="rId26" Type="http://schemas.openxmlformats.org/officeDocument/2006/relationships/slideLayout" Target="../slideLayouts/slideLayout124.xml"/><Relationship Id="rId3" Type="http://schemas.openxmlformats.org/officeDocument/2006/relationships/slideLayout" Target="../slideLayouts/slideLayout101.xml"/><Relationship Id="rId21" Type="http://schemas.openxmlformats.org/officeDocument/2006/relationships/slideLayout" Target="../slideLayouts/slideLayout119.xml"/><Relationship Id="rId34" Type="http://schemas.openxmlformats.org/officeDocument/2006/relationships/theme" Target="../theme/theme2.xml"/><Relationship Id="rId7" Type="http://schemas.openxmlformats.org/officeDocument/2006/relationships/slideLayout" Target="../slideLayouts/slideLayout105.xml"/><Relationship Id="rId12" Type="http://schemas.openxmlformats.org/officeDocument/2006/relationships/slideLayout" Target="../slideLayouts/slideLayout110.xml"/><Relationship Id="rId17" Type="http://schemas.openxmlformats.org/officeDocument/2006/relationships/slideLayout" Target="../slideLayouts/slideLayout115.xml"/><Relationship Id="rId25" Type="http://schemas.openxmlformats.org/officeDocument/2006/relationships/slideLayout" Target="../slideLayouts/slideLayout123.xml"/><Relationship Id="rId33" Type="http://schemas.openxmlformats.org/officeDocument/2006/relationships/slideLayout" Target="../slideLayouts/slideLayout131.xml"/><Relationship Id="rId2" Type="http://schemas.openxmlformats.org/officeDocument/2006/relationships/slideLayout" Target="../slideLayouts/slideLayout100.xml"/><Relationship Id="rId16" Type="http://schemas.openxmlformats.org/officeDocument/2006/relationships/slideLayout" Target="../slideLayouts/slideLayout114.xml"/><Relationship Id="rId20" Type="http://schemas.openxmlformats.org/officeDocument/2006/relationships/slideLayout" Target="../slideLayouts/slideLayout118.xml"/><Relationship Id="rId29" Type="http://schemas.openxmlformats.org/officeDocument/2006/relationships/slideLayout" Target="../slideLayouts/slideLayout127.xml"/><Relationship Id="rId1" Type="http://schemas.openxmlformats.org/officeDocument/2006/relationships/slideLayout" Target="../slideLayouts/slideLayout99.xml"/><Relationship Id="rId6" Type="http://schemas.openxmlformats.org/officeDocument/2006/relationships/slideLayout" Target="../slideLayouts/slideLayout104.xml"/><Relationship Id="rId11" Type="http://schemas.openxmlformats.org/officeDocument/2006/relationships/slideLayout" Target="../slideLayouts/slideLayout109.xml"/><Relationship Id="rId24" Type="http://schemas.openxmlformats.org/officeDocument/2006/relationships/slideLayout" Target="../slideLayouts/slideLayout122.xml"/><Relationship Id="rId32" Type="http://schemas.openxmlformats.org/officeDocument/2006/relationships/slideLayout" Target="../slideLayouts/slideLayout130.xml"/><Relationship Id="rId5" Type="http://schemas.openxmlformats.org/officeDocument/2006/relationships/slideLayout" Target="../slideLayouts/slideLayout103.xml"/><Relationship Id="rId15" Type="http://schemas.openxmlformats.org/officeDocument/2006/relationships/slideLayout" Target="../slideLayouts/slideLayout113.xml"/><Relationship Id="rId23" Type="http://schemas.openxmlformats.org/officeDocument/2006/relationships/slideLayout" Target="../slideLayouts/slideLayout121.xml"/><Relationship Id="rId28" Type="http://schemas.openxmlformats.org/officeDocument/2006/relationships/slideLayout" Target="../slideLayouts/slideLayout126.xml"/><Relationship Id="rId10" Type="http://schemas.openxmlformats.org/officeDocument/2006/relationships/slideLayout" Target="../slideLayouts/slideLayout108.xml"/><Relationship Id="rId19" Type="http://schemas.openxmlformats.org/officeDocument/2006/relationships/slideLayout" Target="../slideLayouts/slideLayout117.xml"/><Relationship Id="rId31" Type="http://schemas.openxmlformats.org/officeDocument/2006/relationships/slideLayout" Target="../slideLayouts/slideLayout129.xml"/><Relationship Id="rId4" Type="http://schemas.openxmlformats.org/officeDocument/2006/relationships/slideLayout" Target="../slideLayouts/slideLayout102.xml"/><Relationship Id="rId9" Type="http://schemas.openxmlformats.org/officeDocument/2006/relationships/slideLayout" Target="../slideLayouts/slideLayout107.xml"/><Relationship Id="rId14" Type="http://schemas.openxmlformats.org/officeDocument/2006/relationships/slideLayout" Target="../slideLayouts/slideLayout112.xml"/><Relationship Id="rId22" Type="http://schemas.openxmlformats.org/officeDocument/2006/relationships/slideLayout" Target="../slideLayouts/slideLayout120.xml"/><Relationship Id="rId27" Type="http://schemas.openxmlformats.org/officeDocument/2006/relationships/slideLayout" Target="../slideLayouts/slideLayout125.xml"/><Relationship Id="rId30" Type="http://schemas.openxmlformats.org/officeDocument/2006/relationships/slideLayout" Target="../slideLayouts/slideLayout128.xml"/><Relationship Id="rId8" Type="http://schemas.openxmlformats.org/officeDocument/2006/relationships/slideLayout" Target="../slideLayouts/slideLayout10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F494A4F-D3DB-0774-9A49-3731CB00A89B}"/>
              </a:ext>
            </a:extLst>
          </p:cNvPr>
          <p:cNvSpPr>
            <a:spLocks noGrp="1"/>
          </p:cNvSpPr>
          <p:nvPr>
            <p:ph type="title"/>
          </p:nvPr>
        </p:nvSpPr>
        <p:spPr>
          <a:xfrm>
            <a:off x="404378" y="404105"/>
            <a:ext cx="11394474" cy="513470"/>
          </a:xfrm>
          <a:prstGeom prst="rect">
            <a:avLst/>
          </a:prstGeom>
        </p:spPr>
        <p:txBody>
          <a:bodyPr vert="horz" lIns="0" tIns="0" rIns="0" bIns="0" rtlCol="0" anchor="t" anchorCtr="0">
            <a:noAutofit/>
          </a:bodyPr>
          <a:lstStyle/>
          <a:p>
            <a:r>
              <a:rPr lang="en-GB"/>
              <a:t>Click to edit Master title style</a:t>
            </a:r>
            <a:endParaRPr lang="en-US"/>
          </a:p>
        </p:txBody>
      </p:sp>
      <p:sp>
        <p:nvSpPr>
          <p:cNvPr id="75" name="TextBox 74">
            <a:extLst>
              <a:ext uri="{FF2B5EF4-FFF2-40B4-BE49-F238E27FC236}">
                <a16:creationId xmlns:a16="http://schemas.microsoft.com/office/drawing/2014/main" id="{C49942D6-F832-B4B1-76C2-4932E26F77DC}"/>
              </a:ext>
            </a:extLst>
          </p:cNvPr>
          <p:cNvSpPr txBox="1"/>
          <p:nvPr userDrawn="1"/>
        </p:nvSpPr>
        <p:spPr>
          <a:xfrm>
            <a:off x="394728" y="6497441"/>
            <a:ext cx="431483" cy="161583"/>
          </a:xfrm>
          <a:prstGeom prst="rect">
            <a:avLst/>
          </a:prstGeom>
          <a:noFill/>
        </p:spPr>
        <p:txBody>
          <a:bodyPr wrap="square" lIns="0" tIns="0" rIns="0" bIns="0" rtlCol="0">
            <a:spAutoFit/>
          </a:bodyPr>
          <a:lstStyle/>
          <a:p>
            <a:pPr algn="l"/>
            <a:r>
              <a:rPr lang="en-US" sz="1050" b="1">
                <a:solidFill>
                  <a:schemeClr val="tx1"/>
                </a:solidFill>
              </a:rPr>
              <a:t>PwC</a:t>
            </a:r>
          </a:p>
        </p:txBody>
      </p:sp>
      <p:sp>
        <p:nvSpPr>
          <p:cNvPr id="9" name="Slide Number Placeholder 13">
            <a:extLst>
              <a:ext uri="{FF2B5EF4-FFF2-40B4-BE49-F238E27FC236}">
                <a16:creationId xmlns:a16="http://schemas.microsoft.com/office/drawing/2014/main" id="{E24FE0F2-07AD-8A4E-A9FB-C7018A821F6E}"/>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
        <p:nvSpPr>
          <p:cNvPr id="5" name="Text Placeholder 4">
            <a:extLst>
              <a:ext uri="{FF2B5EF4-FFF2-40B4-BE49-F238E27FC236}">
                <a16:creationId xmlns:a16="http://schemas.microsoft.com/office/drawing/2014/main" id="{5F1B756F-0D0C-06A2-4DE5-D4C99AEB8B20}"/>
              </a:ext>
            </a:extLst>
          </p:cNvPr>
          <p:cNvSpPr>
            <a:spLocks noGrp="1"/>
          </p:cNvSpPr>
          <p:nvPr>
            <p:ph type="body" idx="1"/>
          </p:nvPr>
        </p:nvSpPr>
        <p:spPr>
          <a:xfrm>
            <a:off x="401818" y="1948990"/>
            <a:ext cx="11396482" cy="4100973"/>
          </a:xfrm>
          <a:prstGeom prst="rect">
            <a:avLst/>
          </a:prstGeom>
        </p:spPr>
        <p:txBody>
          <a:bodyPr vert="horz" lIns="0" tIns="0" rIns="0" bIns="0" rtlCol="0">
            <a:no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3" name="Footer Placeholder 2">
            <a:extLst>
              <a:ext uri="{FF2B5EF4-FFF2-40B4-BE49-F238E27FC236}">
                <a16:creationId xmlns:a16="http://schemas.microsoft.com/office/drawing/2014/main" id="{76310318-BFB6-9AB9-2F8C-EA8799E45B86}"/>
              </a:ext>
            </a:extLst>
          </p:cNvPr>
          <p:cNvSpPr>
            <a:spLocks noGrp="1"/>
          </p:cNvSpPr>
          <p:nvPr>
            <p:ph type="ftr" sz="quarter" idx="3"/>
          </p:nvPr>
        </p:nvSpPr>
        <p:spPr>
          <a:xfrm>
            <a:off x="1084263" y="6497440"/>
            <a:ext cx="4114800" cy="161583"/>
          </a:xfrm>
          <a:prstGeom prst="rect">
            <a:avLst/>
          </a:prstGeom>
        </p:spPr>
        <p:txBody>
          <a:bodyPr vert="horz" lIns="0" tIns="0" rIns="0" bIns="0" rtlCol="0" anchor="ctr">
            <a:spAutoFit/>
          </a:bodyPr>
          <a:lstStyle>
            <a:lvl1pPr algn="l">
              <a:defRPr sz="1050">
                <a:solidFill>
                  <a:schemeClr val="tx1"/>
                </a:solidFill>
              </a:defRPr>
            </a:lvl1pPr>
          </a:lstStyle>
          <a:p>
            <a:r>
              <a:rPr lang="en-US"/>
              <a:t>PwC Risk Management</a:t>
            </a:r>
          </a:p>
        </p:txBody>
      </p:sp>
    </p:spTree>
    <p:extLst>
      <p:ext uri="{BB962C8B-B14F-4D97-AF65-F5344CB8AC3E}">
        <p14:creationId xmlns:p14="http://schemas.microsoft.com/office/powerpoint/2010/main" val="3037676240"/>
      </p:ext>
    </p:extLst>
  </p:cSld>
  <p:clrMap bg1="lt1" tx1="dk1" bg2="lt2" tx2="dk2" accent1="accent1" accent2="accent2" accent3="accent3" accent4="accent4" accent5="accent5" accent6="accent6" hlink="hlink" folHlink="folHlink"/>
  <p:sldLayoutIdLst>
    <p:sldLayoutId id="2147483750" r:id="rId1"/>
    <p:sldLayoutId id="2147483751" r:id="rId2"/>
    <p:sldLayoutId id="2147483752" r:id="rId3"/>
    <p:sldLayoutId id="2147483753" r:id="rId4"/>
    <p:sldLayoutId id="2147483754" r:id="rId5"/>
    <p:sldLayoutId id="2147483755" r:id="rId6"/>
    <p:sldLayoutId id="2147483756" r:id="rId7"/>
    <p:sldLayoutId id="2147483757" r:id="rId8"/>
    <p:sldLayoutId id="2147483758" r:id="rId9"/>
    <p:sldLayoutId id="2147483847" r:id="rId10"/>
    <p:sldLayoutId id="2147483759" r:id="rId11"/>
    <p:sldLayoutId id="2147483760" r:id="rId12"/>
    <p:sldLayoutId id="2147483761" r:id="rId13"/>
    <p:sldLayoutId id="2147483762" r:id="rId14"/>
    <p:sldLayoutId id="2147483763" r:id="rId15"/>
    <p:sldLayoutId id="2147483764" r:id="rId16"/>
    <p:sldLayoutId id="2147483765" r:id="rId17"/>
    <p:sldLayoutId id="2147483766" r:id="rId18"/>
    <p:sldLayoutId id="2147483767" r:id="rId19"/>
    <p:sldLayoutId id="2147483768" r:id="rId20"/>
    <p:sldLayoutId id="2147483769" r:id="rId21"/>
    <p:sldLayoutId id="2147483770" r:id="rId22"/>
    <p:sldLayoutId id="2147483771" r:id="rId23"/>
    <p:sldLayoutId id="2147483772" r:id="rId24"/>
    <p:sldLayoutId id="2147483773" r:id="rId25"/>
    <p:sldLayoutId id="2147483774" r:id="rId26"/>
    <p:sldLayoutId id="2147483775" r:id="rId27"/>
    <p:sldLayoutId id="2147483776" r:id="rId28"/>
    <p:sldLayoutId id="2147483777" r:id="rId29"/>
    <p:sldLayoutId id="2147483778" r:id="rId30"/>
    <p:sldLayoutId id="2147483779" r:id="rId31"/>
    <p:sldLayoutId id="2147483780" r:id="rId32"/>
    <p:sldLayoutId id="2147483781" r:id="rId33"/>
    <p:sldLayoutId id="2147483782" r:id="rId34"/>
    <p:sldLayoutId id="2147483783" r:id="rId35"/>
    <p:sldLayoutId id="2147483784" r:id="rId36"/>
    <p:sldLayoutId id="2147483785" r:id="rId37"/>
    <p:sldLayoutId id="2147483786" r:id="rId38"/>
    <p:sldLayoutId id="2147483787" r:id="rId39"/>
    <p:sldLayoutId id="2147483788" r:id="rId40"/>
    <p:sldLayoutId id="2147483789" r:id="rId41"/>
    <p:sldLayoutId id="2147483790" r:id="rId42"/>
    <p:sldLayoutId id="2147483791" r:id="rId43"/>
    <p:sldLayoutId id="2147483792" r:id="rId44"/>
    <p:sldLayoutId id="2147483793" r:id="rId45"/>
    <p:sldLayoutId id="2147483794" r:id="rId46"/>
    <p:sldLayoutId id="2147483795" r:id="rId47"/>
    <p:sldLayoutId id="2147483796" r:id="rId48"/>
    <p:sldLayoutId id="2147483797" r:id="rId49"/>
    <p:sldLayoutId id="2147483798" r:id="rId50"/>
    <p:sldLayoutId id="2147483799" r:id="rId51"/>
    <p:sldLayoutId id="2147483800" r:id="rId52"/>
    <p:sldLayoutId id="2147483801" r:id="rId53"/>
    <p:sldLayoutId id="2147483802" r:id="rId54"/>
    <p:sldLayoutId id="2147483803" r:id="rId55"/>
    <p:sldLayoutId id="2147483804" r:id="rId56"/>
    <p:sldLayoutId id="2147483805" r:id="rId57"/>
    <p:sldLayoutId id="2147483806" r:id="rId58"/>
    <p:sldLayoutId id="2147483807" r:id="rId59"/>
    <p:sldLayoutId id="2147483808" r:id="rId60"/>
    <p:sldLayoutId id="2147483809" r:id="rId61"/>
    <p:sldLayoutId id="2147483810" r:id="rId62"/>
    <p:sldLayoutId id="2147483811" r:id="rId63"/>
    <p:sldLayoutId id="2147483812" r:id="rId64"/>
    <p:sldLayoutId id="2147483813" r:id="rId65"/>
    <p:sldLayoutId id="2147483814" r:id="rId66"/>
    <p:sldLayoutId id="2147483815" r:id="rId67"/>
    <p:sldLayoutId id="2147483816" r:id="rId68"/>
    <p:sldLayoutId id="2147483817" r:id="rId69"/>
    <p:sldLayoutId id="2147483818" r:id="rId70"/>
    <p:sldLayoutId id="2147483819" r:id="rId71"/>
    <p:sldLayoutId id="2147483820" r:id="rId72"/>
    <p:sldLayoutId id="2147483821" r:id="rId73"/>
    <p:sldLayoutId id="2147483822" r:id="rId74"/>
    <p:sldLayoutId id="2147483823" r:id="rId75"/>
    <p:sldLayoutId id="2147483824" r:id="rId76"/>
    <p:sldLayoutId id="2147483825" r:id="rId77"/>
    <p:sldLayoutId id="2147483826" r:id="rId78"/>
    <p:sldLayoutId id="2147483827" r:id="rId79"/>
    <p:sldLayoutId id="2147483828" r:id="rId80"/>
    <p:sldLayoutId id="2147483829" r:id="rId81"/>
    <p:sldLayoutId id="2147483830" r:id="rId82"/>
    <p:sldLayoutId id="2147483831" r:id="rId83"/>
    <p:sldLayoutId id="2147483832" r:id="rId84"/>
    <p:sldLayoutId id="2147483833" r:id="rId85"/>
    <p:sldLayoutId id="2147483834" r:id="rId86"/>
    <p:sldLayoutId id="2147483835" r:id="rId87"/>
    <p:sldLayoutId id="2147483836" r:id="rId88"/>
    <p:sldLayoutId id="2147483837" r:id="rId89"/>
    <p:sldLayoutId id="2147483838" r:id="rId90"/>
    <p:sldLayoutId id="2147483839" r:id="rId91"/>
    <p:sldLayoutId id="2147483840" r:id="rId92"/>
    <p:sldLayoutId id="2147483841" r:id="rId93"/>
    <p:sldLayoutId id="2147483842" r:id="rId94"/>
    <p:sldLayoutId id="2147483843" r:id="rId95"/>
    <p:sldLayoutId id="2147483844" r:id="rId96"/>
    <p:sldLayoutId id="2147483845" r:id="rId97"/>
    <p:sldLayoutId id="2147483846" r:id="rId98"/>
  </p:sldLayoutIdLst>
  <p:hf hdr="0" dt="0"/>
  <p:txStyles>
    <p:titleStyle>
      <a:lvl1pPr algn="l" defTabSz="914400" rtl="0" eaLnBrk="1" latinLnBrk="0" hangingPunct="1">
        <a:lnSpc>
          <a:spcPct val="90000"/>
        </a:lnSpc>
        <a:spcBef>
          <a:spcPct val="0"/>
        </a:spcBef>
        <a:buNone/>
        <a:defRPr sz="2800" b="0" kern="1200">
          <a:solidFill>
            <a:schemeClr val="tx1"/>
          </a:solidFill>
          <a:latin typeface="+mj-lt"/>
          <a:ea typeface="+mj-ea"/>
          <a:cs typeface="+mj-cs"/>
        </a:defRPr>
      </a:lvl1pPr>
    </p:titleStyle>
    <p:bodyStyle>
      <a:lvl1pPr marL="0" indent="0" algn="l" defTabSz="914400" rtl="0" eaLnBrk="1" latinLnBrk="0" hangingPunct="1">
        <a:lnSpc>
          <a:spcPct val="100000"/>
        </a:lnSpc>
        <a:spcBef>
          <a:spcPts val="600"/>
        </a:spcBef>
        <a:spcAft>
          <a:spcPts val="1000"/>
        </a:spcAft>
        <a:buFont typeface="Arial" panose="020B0604020202020204" pitchFamily="34" charset="0"/>
        <a:buNone/>
        <a:defRPr sz="1500" b="1" kern="1200">
          <a:solidFill>
            <a:schemeClr val="tx1"/>
          </a:solidFill>
          <a:latin typeface="+mn-lt"/>
          <a:ea typeface="+mn-ea"/>
          <a:cs typeface="+mn-cs"/>
        </a:defRPr>
      </a:lvl1pPr>
      <a:lvl2pPr marL="0" indent="0" algn="l" defTabSz="914400" rtl="0" eaLnBrk="1" latinLnBrk="0" hangingPunct="1">
        <a:lnSpc>
          <a:spcPct val="125000"/>
        </a:lnSpc>
        <a:spcBef>
          <a:spcPts val="0"/>
        </a:spcBef>
        <a:spcAft>
          <a:spcPts val="600"/>
        </a:spcAft>
        <a:buFont typeface="Arial" panose="020B0604020202020204" pitchFamily="34" charset="0"/>
        <a:buNone/>
        <a:defRPr sz="1200" kern="1200">
          <a:solidFill>
            <a:schemeClr val="tx1"/>
          </a:solidFill>
          <a:latin typeface="+mj-lt"/>
          <a:ea typeface="+mn-ea"/>
          <a:cs typeface="+mn-cs"/>
        </a:defRPr>
      </a:lvl2pPr>
      <a:lvl3pPr marL="171450" indent="-171450" algn="l" defTabSz="914400" rtl="0" eaLnBrk="1" latinLnBrk="0" hangingPunct="1">
        <a:lnSpc>
          <a:spcPct val="125000"/>
        </a:lnSpc>
        <a:spcBef>
          <a:spcPts val="0"/>
        </a:spcBef>
        <a:spcAft>
          <a:spcPts val="600"/>
        </a:spcAft>
        <a:buFont typeface="Arial" panose="020B0604020202020204" pitchFamily="34" charset="0"/>
        <a:buChar char="•"/>
        <a:defRPr sz="1200" kern="1200">
          <a:solidFill>
            <a:schemeClr val="tx1"/>
          </a:solidFill>
          <a:latin typeface="+mj-lt"/>
          <a:ea typeface="+mn-ea"/>
          <a:cs typeface="+mn-cs"/>
        </a:defRPr>
      </a:lvl3pPr>
      <a:lvl4pPr marL="344488" indent="-173038" algn="l" defTabSz="914400" rtl="0" eaLnBrk="1" latinLnBrk="0" hangingPunct="1">
        <a:lnSpc>
          <a:spcPct val="125000"/>
        </a:lnSpc>
        <a:spcBef>
          <a:spcPts val="0"/>
        </a:spcBef>
        <a:spcAft>
          <a:spcPts val="600"/>
        </a:spcAft>
        <a:buFont typeface="Georgia" panose="02040502050405020303" pitchFamily="18" charset="0"/>
        <a:buChar char="–"/>
        <a:defRPr sz="1200" kern="1200">
          <a:solidFill>
            <a:schemeClr val="tx1"/>
          </a:solidFill>
          <a:latin typeface="+mj-lt"/>
          <a:ea typeface="+mn-ea"/>
          <a:cs typeface="+mn-cs"/>
        </a:defRPr>
      </a:lvl4pPr>
      <a:lvl5pPr marL="515938" indent="-171450" algn="l" defTabSz="914400" rtl="0" eaLnBrk="1" latinLnBrk="0" hangingPunct="1">
        <a:lnSpc>
          <a:spcPct val="125000"/>
        </a:lnSpc>
        <a:spcBef>
          <a:spcPts val="0"/>
        </a:spcBef>
        <a:spcAft>
          <a:spcPts val="600"/>
        </a:spcAft>
        <a:buFont typeface="Wingdings" panose="05000000000000000000" pitchFamily="2" charset="2"/>
        <a:buChar char="§"/>
        <a:defRPr sz="1200" kern="1200">
          <a:solidFill>
            <a:schemeClr val="tx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52">
          <p15:clr>
            <a:srgbClr val="F26B43"/>
          </p15:clr>
        </p15:guide>
        <p15:guide id="3" pos="252">
          <p15:clr>
            <a:srgbClr val="F26B43"/>
          </p15:clr>
        </p15:guide>
        <p15:guide id="4" pos="7434">
          <p15:clr>
            <a:srgbClr val="F26B43"/>
          </p15:clr>
        </p15:guide>
        <p15:guide id="11" orient="horz" pos="4065">
          <p15:clr>
            <a:srgbClr val="F26B43"/>
          </p15:clr>
        </p15:guide>
        <p15:guide id="12" pos="786">
          <p15:clr>
            <a:srgbClr val="F26B43"/>
          </p15:clr>
        </p15:guide>
        <p15:guide id="13" pos="858">
          <p15:clr>
            <a:srgbClr val="F26B43"/>
          </p15:clr>
        </p15:guide>
        <p15:guide id="14" pos="1391">
          <p15:clr>
            <a:srgbClr val="F26B43"/>
          </p15:clr>
        </p15:guide>
        <p15:guide id="15" pos="1461">
          <p15:clr>
            <a:srgbClr val="F26B43"/>
          </p15:clr>
        </p15:guide>
        <p15:guide id="16" pos="1994">
          <p15:clr>
            <a:srgbClr val="F26B43"/>
          </p15:clr>
        </p15:guide>
        <p15:guide id="17" pos="2067">
          <p15:clr>
            <a:srgbClr val="F26B43"/>
          </p15:clr>
        </p15:guide>
        <p15:guide id="18" pos="2600">
          <p15:clr>
            <a:srgbClr val="F26B43"/>
          </p15:clr>
        </p15:guide>
        <p15:guide id="19" pos="2670">
          <p15:clr>
            <a:srgbClr val="F26B43"/>
          </p15:clr>
        </p15:guide>
        <p15:guide id="20" pos="3204">
          <p15:clr>
            <a:srgbClr val="F26B43"/>
          </p15:clr>
        </p15:guide>
        <p15:guide id="21" pos="3275">
          <p15:clr>
            <a:srgbClr val="F26B43"/>
          </p15:clr>
        </p15:guide>
        <p15:guide id="22" pos="3807">
          <p15:clr>
            <a:srgbClr val="F26B43"/>
          </p15:clr>
        </p15:guide>
        <p15:guide id="23" pos="3879">
          <p15:clr>
            <a:srgbClr val="F26B43"/>
          </p15:clr>
        </p15:guide>
        <p15:guide id="24" pos="4412">
          <p15:clr>
            <a:srgbClr val="F26B43"/>
          </p15:clr>
        </p15:guide>
        <p15:guide id="25" pos="5016">
          <p15:clr>
            <a:srgbClr val="F26B43"/>
          </p15:clr>
        </p15:guide>
        <p15:guide id="26" pos="4484">
          <p15:clr>
            <a:srgbClr val="F26B43"/>
          </p15:clr>
        </p15:guide>
        <p15:guide id="27" pos="5088">
          <p15:clr>
            <a:srgbClr val="F26B43"/>
          </p15:clr>
        </p15:guide>
        <p15:guide id="28" pos="5621">
          <p15:clr>
            <a:srgbClr val="F26B43"/>
          </p15:clr>
        </p15:guide>
        <p15:guide id="29" pos="5693">
          <p15:clr>
            <a:srgbClr val="F26B43"/>
          </p15:clr>
        </p15:guide>
        <p15:guide id="30" pos="6224">
          <p15:clr>
            <a:srgbClr val="F26B43"/>
          </p15:clr>
        </p15:guide>
        <p15:guide id="31" pos="6297">
          <p15:clr>
            <a:srgbClr val="F26B43"/>
          </p15:clr>
        </p15:guide>
        <p15:guide id="32" pos="6828">
          <p15:clr>
            <a:srgbClr val="F26B43"/>
          </p15:clr>
        </p15:guide>
        <p15:guide id="33" pos="6900">
          <p15:clr>
            <a:srgbClr val="F26B43"/>
          </p15:clr>
        </p15:guide>
        <p15:guide id="34" orient="horz" pos="506">
          <p15:clr>
            <a:srgbClr val="F26B43"/>
          </p15:clr>
        </p15:guide>
        <p15:guide id="35" orient="horz" pos="578">
          <p15:clr>
            <a:srgbClr val="F26B43"/>
          </p15:clr>
        </p15:guide>
        <p15:guide id="36" orient="horz" pos="830">
          <p15:clr>
            <a:srgbClr val="F26B43"/>
          </p15:clr>
        </p15:guide>
        <p15:guide id="37" orient="horz" pos="900">
          <p15:clr>
            <a:srgbClr val="F26B43"/>
          </p15:clr>
        </p15:guide>
        <p15:guide id="38" orient="horz" pos="1152">
          <p15:clr>
            <a:srgbClr val="F26B43"/>
          </p15:clr>
        </p15:guide>
        <p15:guide id="39" orient="horz" pos="1226">
          <p15:clr>
            <a:srgbClr val="F26B43"/>
          </p15:clr>
        </p15:guide>
        <p15:guide id="40" orient="horz" pos="1476">
          <p15:clr>
            <a:srgbClr val="F26B43"/>
          </p15:clr>
        </p15:guide>
        <p15:guide id="41" orient="horz" pos="1800">
          <p15:clr>
            <a:srgbClr val="F26B43"/>
          </p15:clr>
        </p15:guide>
        <p15:guide id="42" orient="horz" pos="1872">
          <p15:clr>
            <a:srgbClr val="F26B43"/>
          </p15:clr>
        </p15:guide>
        <p15:guide id="43" orient="horz" pos="2123">
          <p15:clr>
            <a:srgbClr val="F26B43"/>
          </p15:clr>
        </p15:guide>
        <p15:guide id="44" orient="horz" pos="2195">
          <p15:clr>
            <a:srgbClr val="F26B43"/>
          </p15:clr>
        </p15:guide>
        <p15:guide id="45" orient="horz" pos="2447">
          <p15:clr>
            <a:srgbClr val="F26B43"/>
          </p15:clr>
        </p15:guide>
        <p15:guide id="46" orient="horz" pos="2519">
          <p15:clr>
            <a:srgbClr val="F26B43"/>
          </p15:clr>
        </p15:guide>
        <p15:guide id="47" orient="horz" pos="2771">
          <p15:clr>
            <a:srgbClr val="F26B43"/>
          </p15:clr>
        </p15:guide>
        <p15:guide id="48" orient="horz" pos="2843">
          <p15:clr>
            <a:srgbClr val="F26B43"/>
          </p15:clr>
        </p15:guide>
        <p15:guide id="49" orient="horz" pos="3095">
          <p15:clr>
            <a:srgbClr val="F26B43"/>
          </p15:clr>
        </p15:guide>
        <p15:guide id="50" orient="horz" pos="3167">
          <p15:clr>
            <a:srgbClr val="F26B43"/>
          </p15:clr>
        </p15:guide>
        <p15:guide id="51" orient="horz" pos="3417">
          <p15:clr>
            <a:srgbClr val="F26B43"/>
          </p15:clr>
        </p15:guide>
        <p15:guide id="52" orient="horz" pos="3489">
          <p15:clr>
            <a:srgbClr val="F26B43"/>
          </p15:clr>
        </p15:guide>
        <p15:guide id="53" orient="horz" pos="3741">
          <p15:clr>
            <a:srgbClr val="F26B43"/>
          </p15:clr>
        </p15:guide>
        <p15:guide id="54" orient="horz" pos="3813">
          <p15:clr>
            <a:srgbClr val="F26B43"/>
          </p15:clr>
        </p15:guide>
        <p15:guide id="55" orient="horz" pos="1548">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F494A4F-D3DB-0774-9A49-3731CB00A89B}"/>
              </a:ext>
            </a:extLst>
          </p:cNvPr>
          <p:cNvSpPr>
            <a:spLocks noGrp="1"/>
          </p:cNvSpPr>
          <p:nvPr>
            <p:ph type="title"/>
          </p:nvPr>
        </p:nvSpPr>
        <p:spPr>
          <a:xfrm>
            <a:off x="402335" y="402336"/>
            <a:ext cx="11399691" cy="1295399"/>
          </a:xfrm>
          <a:prstGeom prst="rect">
            <a:avLst/>
          </a:prstGeom>
        </p:spPr>
        <p:txBody>
          <a:bodyPr vert="horz" lIns="0" tIns="0" rIns="0" bIns="0" rtlCol="0" anchor="t" anchorCtr="0">
            <a:noAutofit/>
          </a:bodyPr>
          <a:lstStyle/>
          <a:p>
            <a:r>
              <a:rPr lang="en-US"/>
              <a:t>Click to edit Master title style</a:t>
            </a:r>
          </a:p>
        </p:txBody>
      </p:sp>
      <p:sp>
        <p:nvSpPr>
          <p:cNvPr id="3" name="Text Placeholder 2">
            <a:extLst>
              <a:ext uri="{FF2B5EF4-FFF2-40B4-BE49-F238E27FC236}">
                <a16:creationId xmlns:a16="http://schemas.microsoft.com/office/drawing/2014/main" id="{C66E56D0-2D08-E67F-5DF1-B3B408351D90}"/>
              </a:ext>
            </a:extLst>
          </p:cNvPr>
          <p:cNvSpPr>
            <a:spLocks noGrp="1"/>
          </p:cNvSpPr>
          <p:nvPr>
            <p:ph type="body" idx="1"/>
          </p:nvPr>
        </p:nvSpPr>
        <p:spPr>
          <a:xfrm>
            <a:off x="402336" y="1953895"/>
            <a:ext cx="6606382" cy="3984943"/>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Footer Placeholder 4">
            <a:extLst>
              <a:ext uri="{FF2B5EF4-FFF2-40B4-BE49-F238E27FC236}">
                <a16:creationId xmlns:a16="http://schemas.microsoft.com/office/drawing/2014/main" id="{596148DB-FA68-371C-8BF4-E293FC9AFA61}"/>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PwC Risk Management</a:t>
            </a:r>
          </a:p>
        </p:txBody>
      </p:sp>
      <p:sp>
        <p:nvSpPr>
          <p:cNvPr id="75" name="TextBox 74">
            <a:extLst>
              <a:ext uri="{FF2B5EF4-FFF2-40B4-BE49-F238E27FC236}">
                <a16:creationId xmlns:a16="http://schemas.microsoft.com/office/drawing/2014/main" id="{C49942D6-F832-B4B1-76C2-4932E26F77DC}"/>
              </a:ext>
            </a:extLst>
          </p:cNvPr>
          <p:cNvSpPr txBox="1"/>
          <p:nvPr userDrawn="1"/>
        </p:nvSpPr>
        <p:spPr>
          <a:xfrm>
            <a:off x="394728" y="6497441"/>
            <a:ext cx="431483" cy="161583"/>
          </a:xfrm>
          <a:prstGeom prst="rect">
            <a:avLst/>
          </a:prstGeom>
          <a:noFill/>
        </p:spPr>
        <p:txBody>
          <a:bodyPr wrap="square" lIns="0" tIns="0" rIns="0" bIns="0" rtlCol="0">
            <a:spAutoFit/>
          </a:bodyPr>
          <a:lstStyle/>
          <a:p>
            <a:pPr algn="l"/>
            <a:r>
              <a:rPr lang="en-US" sz="1050" b="1" dirty="0">
                <a:solidFill>
                  <a:schemeClr val="tx1"/>
                </a:solidFill>
              </a:rPr>
              <a:t>PwC</a:t>
            </a:r>
          </a:p>
        </p:txBody>
      </p:sp>
      <p:sp>
        <p:nvSpPr>
          <p:cNvPr id="9" name="Slide Number Placeholder 13">
            <a:extLst>
              <a:ext uri="{FF2B5EF4-FFF2-40B4-BE49-F238E27FC236}">
                <a16:creationId xmlns:a16="http://schemas.microsoft.com/office/drawing/2014/main" id="{E24FE0F2-07AD-8A4E-A9FB-C7018A821F6E}"/>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
        <p:nvSpPr>
          <p:cNvPr id="72" name="Date Placeholder 71">
            <a:extLst>
              <a:ext uri="{FF2B5EF4-FFF2-40B4-BE49-F238E27FC236}">
                <a16:creationId xmlns:a16="http://schemas.microsoft.com/office/drawing/2014/main" id="{DAB00A56-EB9F-33C3-88B3-D8EB0A54BA49}"/>
              </a:ext>
            </a:extLst>
          </p:cNvPr>
          <p:cNvSpPr>
            <a:spLocks noGrp="1"/>
          </p:cNvSpPr>
          <p:nvPr>
            <p:ph type="dt" sz="half" idx="2"/>
          </p:nvPr>
        </p:nvSpPr>
        <p:spPr>
          <a:xfrm>
            <a:off x="5265850" y="7056786"/>
            <a:ext cx="2743200" cy="161583"/>
          </a:xfrm>
          <a:prstGeom prst="rect">
            <a:avLst/>
          </a:prstGeom>
        </p:spPr>
        <p:txBody>
          <a:bodyPr vert="horz" lIns="0" tIns="0" rIns="0" bIns="0" rtlCol="0" anchor="ctr">
            <a:spAutoFit/>
          </a:bodyPr>
          <a:lstStyle>
            <a:lvl1pPr algn="l">
              <a:defRPr sz="1050">
                <a:solidFill>
                  <a:schemeClr val="tx1"/>
                </a:solidFill>
              </a:defRPr>
            </a:lvl1pPr>
          </a:lstStyle>
          <a:p>
            <a:endParaRPr lang="en-US"/>
          </a:p>
        </p:txBody>
      </p:sp>
    </p:spTree>
    <p:extLst>
      <p:ext uri="{BB962C8B-B14F-4D97-AF65-F5344CB8AC3E}">
        <p14:creationId xmlns:p14="http://schemas.microsoft.com/office/powerpoint/2010/main" val="3492647251"/>
      </p:ext>
    </p:extLst>
  </p:cSld>
  <p:clrMap bg1="lt1" tx1="dk1" bg2="lt2" tx2="dk2" accent1="accent1" accent2="accent2" accent3="accent3" accent4="accent4" accent5="accent5" accent6="accent6" hlink="hlink" folHlink="folHlink"/>
  <p:sldLayoutIdLst>
    <p:sldLayoutId id="2147483849" r:id="rId1"/>
    <p:sldLayoutId id="2147483850" r:id="rId2"/>
    <p:sldLayoutId id="2147483851" r:id="rId3"/>
    <p:sldLayoutId id="2147483852" r:id="rId4"/>
    <p:sldLayoutId id="2147483853" r:id="rId5"/>
    <p:sldLayoutId id="2147483854" r:id="rId6"/>
    <p:sldLayoutId id="2147483855" r:id="rId7"/>
    <p:sldLayoutId id="2147483856" r:id="rId8"/>
    <p:sldLayoutId id="2147483857" r:id="rId9"/>
    <p:sldLayoutId id="2147483858" r:id="rId10"/>
    <p:sldLayoutId id="2147483859" r:id="rId11"/>
    <p:sldLayoutId id="2147483860" r:id="rId12"/>
    <p:sldLayoutId id="2147483861" r:id="rId13"/>
    <p:sldLayoutId id="2147483862" r:id="rId14"/>
    <p:sldLayoutId id="2147483863" r:id="rId15"/>
    <p:sldLayoutId id="2147483868" r:id="rId16"/>
    <p:sldLayoutId id="2147483895" r:id="rId17"/>
    <p:sldLayoutId id="2147483924" r:id="rId18"/>
    <p:sldLayoutId id="2147483925" r:id="rId19"/>
    <p:sldLayoutId id="2147483926" r:id="rId20"/>
    <p:sldLayoutId id="2147483927" r:id="rId21"/>
    <p:sldLayoutId id="2147483928" r:id="rId22"/>
    <p:sldLayoutId id="2147483929" r:id="rId23"/>
    <p:sldLayoutId id="2147483930" r:id="rId24"/>
    <p:sldLayoutId id="2147483931" r:id="rId25"/>
    <p:sldLayoutId id="2147483932" r:id="rId26"/>
    <p:sldLayoutId id="2147483933" r:id="rId27"/>
    <p:sldLayoutId id="2147483934" r:id="rId28"/>
    <p:sldLayoutId id="2147483935" r:id="rId29"/>
    <p:sldLayoutId id="2147483936" r:id="rId30"/>
    <p:sldLayoutId id="2147483937" r:id="rId31"/>
    <p:sldLayoutId id="2147483938" r:id="rId32"/>
    <p:sldLayoutId id="2147483970" r:id="rId33"/>
  </p:sldLayoutIdLst>
  <p:hf hdr="0" dt="0"/>
  <p:txStyles>
    <p:titleStyle>
      <a:lvl1pPr algn="l" defTabSz="914400" rtl="0" eaLnBrk="1" latinLnBrk="0" hangingPunct="1">
        <a:lnSpc>
          <a:spcPct val="90000"/>
        </a:lnSpc>
        <a:spcBef>
          <a:spcPct val="0"/>
        </a:spcBef>
        <a:buNone/>
        <a:defRPr sz="2800" b="0" kern="1200">
          <a:solidFill>
            <a:schemeClr val="tx1"/>
          </a:solidFill>
          <a:latin typeface="+mj-lt"/>
          <a:ea typeface="+mj-ea"/>
          <a:cs typeface="+mj-cs"/>
        </a:defRPr>
      </a:lvl1pPr>
    </p:titleStyle>
    <p:bodyStyle>
      <a:lvl1pPr marL="0" indent="0" algn="l" defTabSz="914400" rtl="0" eaLnBrk="1" latinLnBrk="0" hangingPunct="1">
        <a:lnSpc>
          <a:spcPct val="100000"/>
        </a:lnSpc>
        <a:spcBef>
          <a:spcPts val="300"/>
        </a:spcBef>
        <a:spcAft>
          <a:spcPts val="1200"/>
        </a:spcAft>
        <a:buFont typeface="Arial" panose="020B0604020202020204" pitchFamily="34" charset="0"/>
        <a:buNone/>
        <a:defRPr sz="1500" b="1" kern="1200">
          <a:solidFill>
            <a:schemeClr val="tx1"/>
          </a:solidFill>
          <a:latin typeface="+mn-lt"/>
          <a:ea typeface="+mn-ea"/>
          <a:cs typeface="+mn-cs"/>
        </a:defRPr>
      </a:lvl1pPr>
      <a:lvl2pPr marL="0" indent="0" algn="l" defTabSz="914400" rtl="0" eaLnBrk="1" latinLnBrk="0" hangingPunct="1">
        <a:lnSpc>
          <a:spcPct val="125000"/>
        </a:lnSpc>
        <a:spcBef>
          <a:spcPts val="600"/>
        </a:spcBef>
        <a:buFont typeface="Arial" panose="020B0604020202020204" pitchFamily="34" charset="0"/>
        <a:buNone/>
        <a:defRPr sz="1400" kern="1200">
          <a:solidFill>
            <a:schemeClr val="tx1"/>
          </a:solidFill>
          <a:latin typeface="+mj-lt"/>
          <a:ea typeface="+mn-ea"/>
          <a:cs typeface="+mn-cs"/>
        </a:defRPr>
      </a:lvl2pPr>
      <a:lvl3pPr marL="171450" indent="-171450" algn="l" defTabSz="914400" rtl="0" eaLnBrk="1" latinLnBrk="0" hangingPunct="1">
        <a:lnSpc>
          <a:spcPct val="125000"/>
        </a:lnSpc>
        <a:spcBef>
          <a:spcPts val="600"/>
        </a:spcBef>
        <a:buFont typeface="Arial" panose="020B0604020202020204" pitchFamily="34" charset="0"/>
        <a:buChar char="•"/>
        <a:defRPr sz="1400" kern="1200">
          <a:solidFill>
            <a:schemeClr val="tx1"/>
          </a:solidFill>
          <a:latin typeface="+mj-lt"/>
          <a:ea typeface="+mn-ea"/>
          <a:cs typeface="+mn-cs"/>
        </a:defRPr>
      </a:lvl3pPr>
      <a:lvl4pPr marL="344488" indent="-173038" algn="l" defTabSz="914400" rtl="0" eaLnBrk="1" latinLnBrk="0" hangingPunct="1">
        <a:lnSpc>
          <a:spcPct val="125000"/>
        </a:lnSpc>
        <a:spcBef>
          <a:spcPts val="600"/>
        </a:spcBef>
        <a:buFont typeface="Georgia" panose="02040502050405020303" pitchFamily="18" charset="0"/>
        <a:buChar char="–"/>
        <a:defRPr sz="1400" kern="1200">
          <a:solidFill>
            <a:schemeClr val="tx1"/>
          </a:solidFill>
          <a:latin typeface="+mj-lt"/>
          <a:ea typeface="+mn-ea"/>
          <a:cs typeface="+mn-cs"/>
        </a:defRPr>
      </a:lvl4pPr>
      <a:lvl5pPr marL="515938" indent="-171450" algn="l" defTabSz="914400" rtl="0" eaLnBrk="1" latinLnBrk="0" hangingPunct="1">
        <a:lnSpc>
          <a:spcPct val="125000"/>
        </a:lnSpc>
        <a:spcBef>
          <a:spcPts val="600"/>
        </a:spcBef>
        <a:buFont typeface="Wingdings" panose="05000000000000000000" pitchFamily="2" charset="2"/>
        <a:buChar char="§"/>
        <a:defRPr sz="1400" kern="1200">
          <a:solidFill>
            <a:schemeClr val="tx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52">
          <p15:clr>
            <a:srgbClr val="F26B43"/>
          </p15:clr>
        </p15:guide>
        <p15:guide id="3" pos="252">
          <p15:clr>
            <a:srgbClr val="F26B43"/>
          </p15:clr>
        </p15:guide>
        <p15:guide id="4" pos="7434">
          <p15:clr>
            <a:srgbClr val="F26B43"/>
          </p15:clr>
        </p15:guide>
        <p15:guide id="11" orient="horz" pos="4065">
          <p15:clr>
            <a:srgbClr val="F26B43"/>
          </p15:clr>
        </p15:guide>
        <p15:guide id="12" pos="786">
          <p15:clr>
            <a:srgbClr val="F26B43"/>
          </p15:clr>
        </p15:guide>
        <p15:guide id="13" pos="858">
          <p15:clr>
            <a:srgbClr val="F26B43"/>
          </p15:clr>
        </p15:guide>
        <p15:guide id="14" pos="1391">
          <p15:clr>
            <a:srgbClr val="F26B43"/>
          </p15:clr>
        </p15:guide>
        <p15:guide id="15" pos="1461">
          <p15:clr>
            <a:srgbClr val="F26B43"/>
          </p15:clr>
        </p15:guide>
        <p15:guide id="16" pos="1994">
          <p15:clr>
            <a:srgbClr val="F26B43"/>
          </p15:clr>
        </p15:guide>
        <p15:guide id="17" pos="2067">
          <p15:clr>
            <a:srgbClr val="F26B43"/>
          </p15:clr>
        </p15:guide>
        <p15:guide id="18" pos="2600">
          <p15:clr>
            <a:srgbClr val="F26B43"/>
          </p15:clr>
        </p15:guide>
        <p15:guide id="19" pos="2670">
          <p15:clr>
            <a:srgbClr val="F26B43"/>
          </p15:clr>
        </p15:guide>
        <p15:guide id="20" pos="3204">
          <p15:clr>
            <a:srgbClr val="F26B43"/>
          </p15:clr>
        </p15:guide>
        <p15:guide id="21" pos="3275">
          <p15:clr>
            <a:srgbClr val="F26B43"/>
          </p15:clr>
        </p15:guide>
        <p15:guide id="22" pos="3807">
          <p15:clr>
            <a:srgbClr val="F26B43"/>
          </p15:clr>
        </p15:guide>
        <p15:guide id="23" pos="3879">
          <p15:clr>
            <a:srgbClr val="F26B43"/>
          </p15:clr>
        </p15:guide>
        <p15:guide id="24" pos="4412">
          <p15:clr>
            <a:srgbClr val="F26B43"/>
          </p15:clr>
        </p15:guide>
        <p15:guide id="25" pos="5016">
          <p15:clr>
            <a:srgbClr val="F26B43"/>
          </p15:clr>
        </p15:guide>
        <p15:guide id="26" pos="4484">
          <p15:clr>
            <a:srgbClr val="F26B43"/>
          </p15:clr>
        </p15:guide>
        <p15:guide id="27" pos="5088">
          <p15:clr>
            <a:srgbClr val="F26B43"/>
          </p15:clr>
        </p15:guide>
        <p15:guide id="28" pos="5621">
          <p15:clr>
            <a:srgbClr val="F26B43"/>
          </p15:clr>
        </p15:guide>
        <p15:guide id="29" pos="5693">
          <p15:clr>
            <a:srgbClr val="F26B43"/>
          </p15:clr>
        </p15:guide>
        <p15:guide id="30" pos="6224">
          <p15:clr>
            <a:srgbClr val="F26B43"/>
          </p15:clr>
        </p15:guide>
        <p15:guide id="31" pos="6297">
          <p15:clr>
            <a:srgbClr val="F26B43"/>
          </p15:clr>
        </p15:guide>
        <p15:guide id="32" pos="6828">
          <p15:clr>
            <a:srgbClr val="F26B43"/>
          </p15:clr>
        </p15:guide>
        <p15:guide id="33" pos="6900">
          <p15:clr>
            <a:srgbClr val="F26B43"/>
          </p15:clr>
        </p15:guide>
        <p15:guide id="34" orient="horz" pos="506">
          <p15:clr>
            <a:srgbClr val="F26B43"/>
          </p15:clr>
        </p15:guide>
        <p15:guide id="35" orient="horz" pos="578">
          <p15:clr>
            <a:srgbClr val="F26B43"/>
          </p15:clr>
        </p15:guide>
        <p15:guide id="36" orient="horz" pos="830">
          <p15:clr>
            <a:srgbClr val="F26B43"/>
          </p15:clr>
        </p15:guide>
        <p15:guide id="37" orient="horz" pos="900">
          <p15:clr>
            <a:srgbClr val="F26B43"/>
          </p15:clr>
        </p15:guide>
        <p15:guide id="38" orient="horz" pos="1152">
          <p15:clr>
            <a:srgbClr val="F26B43"/>
          </p15:clr>
        </p15:guide>
        <p15:guide id="39" orient="horz" pos="1226">
          <p15:clr>
            <a:srgbClr val="F26B43"/>
          </p15:clr>
        </p15:guide>
        <p15:guide id="40" orient="horz" pos="1476">
          <p15:clr>
            <a:srgbClr val="F26B43"/>
          </p15:clr>
        </p15:guide>
        <p15:guide id="41" orient="horz" pos="1800">
          <p15:clr>
            <a:srgbClr val="F26B43"/>
          </p15:clr>
        </p15:guide>
        <p15:guide id="42" orient="horz" pos="1872">
          <p15:clr>
            <a:srgbClr val="F26B43"/>
          </p15:clr>
        </p15:guide>
        <p15:guide id="43" orient="horz" pos="2123">
          <p15:clr>
            <a:srgbClr val="F26B43"/>
          </p15:clr>
        </p15:guide>
        <p15:guide id="44" orient="horz" pos="2195">
          <p15:clr>
            <a:srgbClr val="F26B43"/>
          </p15:clr>
        </p15:guide>
        <p15:guide id="45" orient="horz" pos="2447">
          <p15:clr>
            <a:srgbClr val="F26B43"/>
          </p15:clr>
        </p15:guide>
        <p15:guide id="46" orient="horz" pos="2519">
          <p15:clr>
            <a:srgbClr val="F26B43"/>
          </p15:clr>
        </p15:guide>
        <p15:guide id="47" orient="horz" pos="2771">
          <p15:clr>
            <a:srgbClr val="F26B43"/>
          </p15:clr>
        </p15:guide>
        <p15:guide id="48" orient="horz" pos="2843">
          <p15:clr>
            <a:srgbClr val="F26B43"/>
          </p15:clr>
        </p15:guide>
        <p15:guide id="49" orient="horz" pos="3095">
          <p15:clr>
            <a:srgbClr val="F26B43"/>
          </p15:clr>
        </p15:guide>
        <p15:guide id="50" orient="horz" pos="3167">
          <p15:clr>
            <a:srgbClr val="F26B43"/>
          </p15:clr>
        </p15:guide>
        <p15:guide id="51" orient="horz" pos="3417">
          <p15:clr>
            <a:srgbClr val="F26B43"/>
          </p15:clr>
        </p15:guide>
        <p15:guide id="52" orient="horz" pos="3489">
          <p15:clr>
            <a:srgbClr val="F26B43"/>
          </p15:clr>
        </p15:guide>
        <p15:guide id="53" orient="horz" pos="3741">
          <p15:clr>
            <a:srgbClr val="F26B43"/>
          </p15:clr>
        </p15:guide>
        <p15:guide id="54" orient="horz" pos="3813">
          <p15:clr>
            <a:srgbClr val="F26B43"/>
          </p15:clr>
        </p15:guide>
        <p15:guide id="55" orient="horz" pos="1548">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114.xml"/><Relationship Id="rId4" Type="http://schemas.openxmlformats.org/officeDocument/2006/relationships/image" Target="../media/image8.png"/></Relationships>
</file>

<file path=ppt/slides/_rels/slide3.xml.rels><?xml version="1.0" encoding="UTF-8" standalone="yes"?>
<Relationships xmlns="http://schemas.openxmlformats.org/package/2006/relationships"><Relationship Id="rId3" Type="http://schemas.openxmlformats.org/officeDocument/2006/relationships/image" Target="../media/image9.jpg"/><Relationship Id="rId7" Type="http://schemas.openxmlformats.org/officeDocument/2006/relationships/image" Target="../media/image13.png"/><Relationship Id="rId2" Type="http://schemas.openxmlformats.org/officeDocument/2006/relationships/notesSlide" Target="../notesSlides/notesSlide2.xml"/><Relationship Id="rId1" Type="http://schemas.openxmlformats.org/officeDocument/2006/relationships/slideLayout" Target="../slideLayouts/slideLayout114.xml"/><Relationship Id="rId6" Type="http://schemas.openxmlformats.org/officeDocument/2006/relationships/image" Target="../media/image12.jpg"/><Relationship Id="rId5" Type="http://schemas.openxmlformats.org/officeDocument/2006/relationships/image" Target="../media/image11.png"/><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xml"/><Relationship Id="rId1" Type="http://schemas.openxmlformats.org/officeDocument/2006/relationships/slideLayout" Target="../slideLayouts/slideLayout114.xml"/><Relationship Id="rId4" Type="http://schemas.openxmlformats.org/officeDocument/2006/relationships/image" Target="../media/image15.png"/></Relationships>
</file>

<file path=ppt/slides/_rels/slide5.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4.xml"/><Relationship Id="rId1" Type="http://schemas.openxmlformats.org/officeDocument/2006/relationships/slideLayout" Target="../slideLayouts/slideLayout114.xml"/><Relationship Id="rId5" Type="http://schemas.openxmlformats.org/officeDocument/2006/relationships/image" Target="../media/image18.png"/><Relationship Id="rId4" Type="http://schemas.openxmlformats.org/officeDocument/2006/relationships/image" Target="../media/image17.png"/></Relationships>
</file>

<file path=ppt/slides/_rels/slide6.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notesSlide" Target="../notesSlides/notesSlide5.xml"/><Relationship Id="rId1" Type="http://schemas.openxmlformats.org/officeDocument/2006/relationships/slideLayout" Target="../slideLayouts/slideLayout115.xml"/><Relationship Id="rId4" Type="http://schemas.openxmlformats.org/officeDocument/2006/relationships/image" Target="../media/image20.svg"/></Relationships>
</file>

<file path=ppt/slides/_rels/slide7.xml.rels><?xml version="1.0" encoding="UTF-8" standalone="yes"?>
<Relationships xmlns="http://schemas.openxmlformats.org/package/2006/relationships"><Relationship Id="rId3" Type="http://schemas.openxmlformats.org/officeDocument/2006/relationships/image" Target="../media/image21.svg"/><Relationship Id="rId7" Type="http://schemas.openxmlformats.org/officeDocument/2006/relationships/image" Target="../media/image25.svg"/><Relationship Id="rId2" Type="http://schemas.openxmlformats.org/officeDocument/2006/relationships/notesSlide" Target="../notesSlides/notesSlide6.xml"/><Relationship Id="rId1" Type="http://schemas.openxmlformats.org/officeDocument/2006/relationships/slideLayout" Target="../slideLayouts/slideLayout114.xml"/><Relationship Id="rId6" Type="http://schemas.openxmlformats.org/officeDocument/2006/relationships/image" Target="../media/image24.svg"/><Relationship Id="rId5" Type="http://schemas.openxmlformats.org/officeDocument/2006/relationships/image" Target="../media/image23.svg"/><Relationship Id="rId4" Type="http://schemas.openxmlformats.org/officeDocument/2006/relationships/image" Target="../media/image22.svg"/></Relationships>
</file>

<file path=ppt/slides/_rels/slide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7.xml"/><Relationship Id="rId1" Type="http://schemas.openxmlformats.org/officeDocument/2006/relationships/slideLayout" Target="../slideLayouts/slideLayout114.xml"/></Relationships>
</file>

<file path=ppt/slides/_rels/slide9.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8.xml"/><Relationship Id="rId1" Type="http://schemas.openxmlformats.org/officeDocument/2006/relationships/slideLayout" Target="../slideLayouts/slideLayout114.xml"/></Relationships>
</file>

<file path=ppt/slides/_rels/slide10.xml.rels><?xml version="1.0" encoding="UTF-8" standalone="yes"?>
<Relationships xmlns="http://schemas.openxmlformats.org/package/2006/relationships"><Relationship Id="rId3" Type="http://schemas.openxmlformats.org/officeDocument/2006/relationships/image" Target="../media/image28.jpg"/><Relationship Id="rId2" Type="http://schemas.openxmlformats.org/officeDocument/2006/relationships/notesSlide" Target="../notesSlides/notesSlide9.xml"/><Relationship Id="rId1" Type="http://schemas.openxmlformats.org/officeDocument/2006/relationships/slideLayout" Target="../slideLayouts/slideLayout114.xml"/></Relationships>
</file>

<file path=ppt/slides/_rels/slide1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0.xml"/><Relationship Id="rId1" Type="http://schemas.openxmlformats.org/officeDocument/2006/relationships/slideLayout" Target="../slideLayouts/slideLayout114.xml"/><Relationship Id="rId4" Type="http://schemas.openxmlformats.org/officeDocument/2006/relationships/image" Target="../media/image30.svg"/></Relationships>
</file>

<file path=ppt/slides/_rels/slide12.xml.rels><?xml version="1.0" encoding="UTF-8" standalone="yes"?>
<Relationships xmlns="http://schemas.openxmlformats.org/package/2006/relationships"><Relationship Id="rId8" Type="http://schemas.openxmlformats.org/officeDocument/2006/relationships/image" Target="../media/image36.svg"/><Relationship Id="rId3" Type="http://schemas.openxmlformats.org/officeDocument/2006/relationships/image" Target="../media/image31.svg"/><Relationship Id="rId7" Type="http://schemas.openxmlformats.org/officeDocument/2006/relationships/image" Target="../media/image35.svg"/><Relationship Id="rId2" Type="http://schemas.openxmlformats.org/officeDocument/2006/relationships/notesSlide" Target="../notesSlides/notesSlide11.xml"/><Relationship Id="rId1" Type="http://schemas.openxmlformats.org/officeDocument/2006/relationships/slideLayout" Target="../slideLayouts/slideLayout114.xml"/><Relationship Id="rId6" Type="http://schemas.openxmlformats.org/officeDocument/2006/relationships/image" Target="../media/image34.svg"/><Relationship Id="rId5" Type="http://schemas.openxmlformats.org/officeDocument/2006/relationships/image" Target="../media/image33.svg"/><Relationship Id="rId4" Type="http://schemas.openxmlformats.org/officeDocument/2006/relationships/image" Target="../media/image32.svg"/></Relationships>
</file>

<file path=ppt/slides/_rels/slide13.xml.rels><?xml version="1.0" encoding="UTF-8" standalone="yes"?>
<Relationships xmlns="http://schemas.openxmlformats.org/package/2006/relationships"><Relationship Id="rId3" Type="http://schemas.openxmlformats.org/officeDocument/2006/relationships/hyperlink" Target="https://forms.office.com/pages/responsepage.aspx?id=oJQyUSA-skGpcG0wvxVG-pHWnl1k88dOu2Z9yH_EfVpUNDEyOEtPV0wyRUJXVEYxSEZRQzI1MlBPNCQlQCN0PWcu&amp;route=shorturl" TargetMode="External"/><Relationship Id="rId2" Type="http://schemas.openxmlformats.org/officeDocument/2006/relationships/hyperlink" Target="https://pwceur.sharepoint.com/sites/GBL-xLoS-CEE-xLos-Risk-and-Quality" TargetMode="External"/><Relationship Id="rId1" Type="http://schemas.openxmlformats.org/officeDocument/2006/relationships/slideLayout" Target="../slideLayouts/slideLayout22.xml"/><Relationship Id="rId4" Type="http://schemas.openxmlformats.org/officeDocument/2006/relationships/hyperlink" Target="https://pwcnetwork.service-now.com/hub?id=sc_cat_item&amp;sys_id=f7fc45bf1b78651075bfca62604bcb12" TargetMode="Externa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9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Placeholder 5" descr="A group of people standing in an office&#10;&#10;AI-generated content may be incorrect.">
            <a:extLst>
              <a:ext uri="{FF2B5EF4-FFF2-40B4-BE49-F238E27FC236}">
                <a16:creationId xmlns:a16="http://schemas.microsoft.com/office/drawing/2014/main" id="{DED957EE-D8D5-1E37-7C0C-9C89535182A5}"/>
              </a:ext>
            </a:extLst>
          </p:cNvPr>
          <p:cNvPicPr>
            <a:picLocks noGrp="1" noChangeAspect="1"/>
          </p:cNvPicPr>
          <p:nvPr>
            <p:ph type="pic" sz="quarter" idx="10"/>
          </p:nvPr>
        </p:nvPicPr>
        <p:blipFill>
          <a:blip r:embed="rId2">
            <a:extLst>
              <a:ext uri="{28A0092B-C50C-407E-A947-70E740481C1C}">
                <a14:useLocalDpi xmlns:a14="http://schemas.microsoft.com/office/drawing/2010/main" val="0"/>
              </a:ext>
            </a:extLst>
          </a:blip>
          <a:srcRect/>
          <a:stretch>
            <a:fillRect/>
          </a:stretch>
        </p:blipFill>
        <p:spPr/>
      </p:pic>
      <p:sp>
        <p:nvSpPr>
          <p:cNvPr id="3" name="Title 2">
            <a:extLst>
              <a:ext uri="{FF2B5EF4-FFF2-40B4-BE49-F238E27FC236}">
                <a16:creationId xmlns:a16="http://schemas.microsoft.com/office/drawing/2014/main" id="{356438B2-D07F-91DB-86BD-96EB8AE56A63}"/>
              </a:ext>
            </a:extLst>
          </p:cNvPr>
          <p:cNvSpPr>
            <a:spLocks noGrp="1"/>
          </p:cNvSpPr>
          <p:nvPr>
            <p:ph type="ctrTitle"/>
          </p:nvPr>
        </p:nvSpPr>
        <p:spPr/>
        <p:txBody>
          <a:bodyPr/>
          <a:lstStyle/>
          <a:p>
            <a:r>
              <a:rPr lang="en-GB" dirty="0"/>
              <a:t>PwC Risk Management</a:t>
            </a:r>
            <a:endParaRPr lang="ru-RU" dirty="0"/>
          </a:p>
        </p:txBody>
      </p:sp>
      <p:pic>
        <p:nvPicPr>
          <p:cNvPr id="2" name="Graphic 1">
            <a:extLst>
              <a:ext uri="{FF2B5EF4-FFF2-40B4-BE49-F238E27FC236}">
                <a16:creationId xmlns:a16="http://schemas.microsoft.com/office/drawing/2014/main" id="{750E57EE-B1AB-FB04-4C04-80A75CC9EC6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03391" y="383381"/>
            <a:ext cx="1064007" cy="517902"/>
          </a:xfrm>
          <a:prstGeom prst="rect">
            <a:avLst/>
          </a:prstGeom>
        </p:spPr>
      </p:pic>
      <p:sp>
        <p:nvSpPr>
          <p:cNvPr id="5" name="Subtitle 3">
            <a:extLst>
              <a:ext uri="{FF2B5EF4-FFF2-40B4-BE49-F238E27FC236}">
                <a16:creationId xmlns:a16="http://schemas.microsoft.com/office/drawing/2014/main" id="{44A58428-B5A2-2671-834C-221CF9AA7236}"/>
              </a:ext>
            </a:extLst>
          </p:cNvPr>
          <p:cNvSpPr>
            <a:spLocks noGrp="1"/>
          </p:cNvSpPr>
          <p:nvPr>
            <p:ph type="subTitle" idx="1"/>
          </p:nvPr>
        </p:nvSpPr>
        <p:spPr>
          <a:xfrm>
            <a:off x="401903" y="6054487"/>
            <a:ext cx="4684447" cy="453228"/>
          </a:xfrm>
        </p:spPr>
        <p:txBody>
          <a:bodyPr/>
          <a:lstStyle/>
          <a:p>
            <a:endParaRPr lang="en-US" dirty="0"/>
          </a:p>
        </p:txBody>
      </p:sp>
    </p:spTree>
    <p:extLst>
      <p:ext uri="{BB962C8B-B14F-4D97-AF65-F5344CB8AC3E}">
        <p14:creationId xmlns:p14="http://schemas.microsoft.com/office/powerpoint/2010/main" val="37431986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FF41E646-BCF5-7C6A-CA74-3BA367871F15}"/>
              </a:ext>
            </a:extLst>
          </p:cNvPr>
          <p:cNvSpPr/>
          <p:nvPr/>
        </p:nvSpPr>
        <p:spPr>
          <a:xfrm>
            <a:off x="0" y="0"/>
            <a:ext cx="6157913" cy="6858000"/>
          </a:xfrm>
          <a:prstGeom prst="rect">
            <a:avLst/>
          </a:prstGeom>
          <a:solidFill>
            <a:srgbClr val="FFE8D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 name="Title 1">
            <a:extLst>
              <a:ext uri="{FF2B5EF4-FFF2-40B4-BE49-F238E27FC236}">
                <a16:creationId xmlns:a16="http://schemas.microsoft.com/office/drawing/2014/main" id="{571EFC81-E468-9167-C018-B263230B079F}"/>
              </a:ext>
            </a:extLst>
          </p:cNvPr>
          <p:cNvSpPr>
            <a:spLocks noGrp="1"/>
          </p:cNvSpPr>
          <p:nvPr>
            <p:ph type="title"/>
          </p:nvPr>
        </p:nvSpPr>
        <p:spPr>
          <a:xfrm>
            <a:off x="402336" y="402336"/>
            <a:ext cx="11399691" cy="515239"/>
          </a:xfrm>
        </p:spPr>
        <p:txBody>
          <a:bodyPr/>
          <a:lstStyle/>
          <a:p>
            <a:r>
              <a:rPr lang="en-GB" dirty="0"/>
              <a:t>Role of Risk Management</a:t>
            </a:r>
            <a:endParaRPr lang="ru-RU" dirty="0"/>
          </a:p>
        </p:txBody>
      </p:sp>
      <p:sp>
        <p:nvSpPr>
          <p:cNvPr id="4" name="Footer Placeholder 3">
            <a:extLst>
              <a:ext uri="{FF2B5EF4-FFF2-40B4-BE49-F238E27FC236}">
                <a16:creationId xmlns:a16="http://schemas.microsoft.com/office/drawing/2014/main" id="{A8DA3EC6-E967-C473-B9A3-12E57672DCD8}"/>
              </a:ext>
            </a:extLst>
          </p:cNvPr>
          <p:cNvSpPr>
            <a:spLocks noGrp="1"/>
          </p:cNvSpPr>
          <p:nvPr>
            <p:ph type="ftr" sz="quarter" idx="3"/>
          </p:nvPr>
        </p:nvSpPr>
        <p:spPr/>
        <p:txBody>
          <a:bodyPr/>
          <a:lstStyle/>
          <a:p>
            <a:r>
              <a:rPr lang="en-US"/>
              <a:t>PwC Risk Management</a:t>
            </a:r>
          </a:p>
        </p:txBody>
      </p:sp>
      <p:sp>
        <p:nvSpPr>
          <p:cNvPr id="5" name="Slide Number Placeholder 4">
            <a:extLst>
              <a:ext uri="{FF2B5EF4-FFF2-40B4-BE49-F238E27FC236}">
                <a16:creationId xmlns:a16="http://schemas.microsoft.com/office/drawing/2014/main" id="{7C2A2D39-3740-5033-314C-F09112CE076F}"/>
              </a:ext>
            </a:extLst>
          </p:cNvPr>
          <p:cNvSpPr>
            <a:spLocks noGrp="1"/>
          </p:cNvSpPr>
          <p:nvPr>
            <p:ph type="sldNum" sz="quarter" idx="4"/>
          </p:nvPr>
        </p:nvSpPr>
        <p:spPr/>
        <p:txBody>
          <a:bodyPr/>
          <a:lstStyle/>
          <a:p>
            <a:fld id="{3E6AC032-1535-134B-A583-D5E1DDD0D167}" type="slidenum">
              <a:rPr lang="en-US" smtClean="0"/>
              <a:pPr/>
              <a:t>2</a:t>
            </a:fld>
            <a:endParaRPr lang="en-US"/>
          </a:p>
        </p:txBody>
      </p:sp>
      <p:sp>
        <p:nvSpPr>
          <p:cNvPr id="7" name="TextBox 6">
            <a:extLst>
              <a:ext uri="{FF2B5EF4-FFF2-40B4-BE49-F238E27FC236}">
                <a16:creationId xmlns:a16="http://schemas.microsoft.com/office/drawing/2014/main" id="{12ACEC15-CE0B-2D62-70AE-67F48DDBD247}"/>
              </a:ext>
            </a:extLst>
          </p:cNvPr>
          <p:cNvSpPr txBox="1"/>
          <p:nvPr/>
        </p:nvSpPr>
        <p:spPr>
          <a:xfrm>
            <a:off x="394728" y="6497441"/>
            <a:ext cx="431483" cy="161583"/>
          </a:xfrm>
          <a:prstGeom prst="rect">
            <a:avLst/>
          </a:prstGeom>
          <a:noFill/>
        </p:spPr>
        <p:txBody>
          <a:bodyPr wrap="square" lIns="0" tIns="0" rIns="0" bIns="0" rtlCol="0">
            <a:spAutoFit/>
          </a:bodyPr>
          <a:lstStyle/>
          <a:p>
            <a:pPr algn="l"/>
            <a:r>
              <a:rPr lang="en-US" sz="1050" b="1" dirty="0">
                <a:solidFill>
                  <a:schemeClr val="tx1"/>
                </a:solidFill>
              </a:rPr>
              <a:t>PwC</a:t>
            </a:r>
          </a:p>
        </p:txBody>
      </p:sp>
      <p:sp>
        <p:nvSpPr>
          <p:cNvPr id="8" name="Google Shape;817;p144">
            <a:extLst>
              <a:ext uri="{FF2B5EF4-FFF2-40B4-BE49-F238E27FC236}">
                <a16:creationId xmlns:a16="http://schemas.microsoft.com/office/drawing/2014/main" id="{CF252D23-9965-BC2E-F0BF-B323DE97B7BE}"/>
              </a:ext>
            </a:extLst>
          </p:cNvPr>
          <p:cNvSpPr txBox="1"/>
          <p:nvPr/>
        </p:nvSpPr>
        <p:spPr>
          <a:xfrm>
            <a:off x="622511" y="1447095"/>
            <a:ext cx="4438899" cy="874887"/>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3000"/>
              <a:buFont typeface="Arial"/>
              <a:buNone/>
            </a:pPr>
            <a:r>
              <a:rPr lang="pl-PL" sz="2800" b="1" i="0" u="none" strike="noStrike" cap="none" dirty="0">
                <a:ea typeface="Georgia"/>
                <a:cs typeface="Georgia"/>
                <a:sym typeface="Georgia"/>
              </a:rPr>
              <a:t>Is Risk Management important? Why?</a:t>
            </a:r>
            <a:endParaRPr sz="1200" b="1" i="0" u="none" strike="noStrike" cap="none" dirty="0">
              <a:ea typeface="Arial"/>
              <a:cs typeface="Arial"/>
              <a:sym typeface="Arial"/>
            </a:endParaRPr>
          </a:p>
        </p:txBody>
      </p:sp>
      <p:sp>
        <p:nvSpPr>
          <p:cNvPr id="9" name="Google Shape;817;p144">
            <a:extLst>
              <a:ext uri="{FF2B5EF4-FFF2-40B4-BE49-F238E27FC236}">
                <a16:creationId xmlns:a16="http://schemas.microsoft.com/office/drawing/2014/main" id="{30EEE078-FE06-D3B7-906E-A3864EE4A140}"/>
              </a:ext>
            </a:extLst>
          </p:cNvPr>
          <p:cNvSpPr txBox="1"/>
          <p:nvPr/>
        </p:nvSpPr>
        <p:spPr>
          <a:xfrm>
            <a:off x="6946299" y="1447095"/>
            <a:ext cx="3895725" cy="598777"/>
          </a:xfrm>
          <a:prstGeom prst="rect">
            <a:avLst/>
          </a:prstGeom>
          <a:noFill/>
          <a:ln>
            <a:noFill/>
          </a:ln>
        </p:spPr>
        <p:txBody>
          <a:bodyPr spcFirstLastPara="1" wrap="square" lIns="0" tIns="0" rIns="0" bIns="0" anchor="t" anchorCtr="0">
            <a:noAutofit/>
          </a:bodyPr>
          <a:lstStyle/>
          <a:p>
            <a:pPr marL="285750" lvl="0" indent="-285750">
              <a:buClr>
                <a:schemeClr val="dk1"/>
              </a:buClr>
              <a:buSzPts val="1200"/>
              <a:buFont typeface="Arial" panose="020B0604020202020204" pitchFamily="34" charset="0"/>
              <a:buChar char="•"/>
            </a:pPr>
            <a:r>
              <a:rPr lang="en-US" dirty="0">
                <a:sym typeface="Calibri"/>
              </a:rPr>
              <a:t>Reputation of the Firm</a:t>
            </a:r>
          </a:p>
          <a:p>
            <a:pPr marL="285750" lvl="0" indent="-285750">
              <a:buClr>
                <a:schemeClr val="dk1"/>
              </a:buClr>
              <a:buSzPts val="1200"/>
              <a:buFont typeface="Arial" panose="020B0604020202020204" pitchFamily="34" charset="0"/>
              <a:buChar char="•"/>
            </a:pPr>
            <a:r>
              <a:rPr lang="en-US" dirty="0">
                <a:sym typeface="Calibri"/>
              </a:rPr>
              <a:t>Possible litigations/claims risk</a:t>
            </a:r>
          </a:p>
          <a:p>
            <a:pPr marL="285750" lvl="0" indent="-285750">
              <a:buClr>
                <a:schemeClr val="dk1"/>
              </a:buClr>
              <a:buSzPts val="1200"/>
              <a:buFont typeface="Arial" panose="020B0604020202020204" pitchFamily="34" charset="0"/>
              <a:buChar char="•"/>
            </a:pPr>
            <a:r>
              <a:rPr lang="en-US" dirty="0">
                <a:sym typeface="Calibri"/>
              </a:rPr>
              <a:t>Possible adverse impact on the business (losses of clients, trouble with getting new ones </a:t>
            </a:r>
            <a:r>
              <a:rPr lang="en-US" dirty="0" err="1">
                <a:sym typeface="Calibri"/>
              </a:rPr>
              <a:t>etc</a:t>
            </a:r>
            <a:r>
              <a:rPr lang="en-US" dirty="0">
                <a:sym typeface="Calibri"/>
              </a:rPr>
              <a:t>)</a:t>
            </a:r>
            <a:endParaRPr lang="en-US" dirty="0"/>
          </a:p>
          <a:p>
            <a:pPr marL="0" marR="0" lvl="0" indent="0" algn="l" rtl="0">
              <a:lnSpc>
                <a:spcPct val="100000"/>
              </a:lnSpc>
              <a:spcBef>
                <a:spcPts val="0"/>
              </a:spcBef>
              <a:spcAft>
                <a:spcPts val="0"/>
              </a:spcAft>
              <a:buClr>
                <a:srgbClr val="000000"/>
              </a:buClr>
              <a:buSzPts val="3000"/>
              <a:buFont typeface="Arial"/>
              <a:buNone/>
            </a:pPr>
            <a:endParaRPr sz="3200" b="1" i="0" u="none" strike="noStrike" cap="none" dirty="0">
              <a:ea typeface="Georgia"/>
              <a:cs typeface="Georgia"/>
              <a:sym typeface="Georgia"/>
            </a:endParaRPr>
          </a:p>
          <a:p>
            <a:pPr marL="0" marR="0" lvl="0" indent="0" algn="l" rtl="0">
              <a:lnSpc>
                <a:spcPct val="100000"/>
              </a:lnSpc>
              <a:spcBef>
                <a:spcPts val="0"/>
              </a:spcBef>
              <a:spcAft>
                <a:spcPts val="0"/>
              </a:spcAft>
              <a:buClr>
                <a:srgbClr val="000000"/>
              </a:buClr>
              <a:buSzPts val="1400"/>
              <a:buFont typeface="Arial"/>
              <a:buNone/>
            </a:pPr>
            <a:endParaRPr sz="1400" b="1" i="0" u="none" strike="noStrike" cap="none" dirty="0">
              <a:ea typeface="Arial"/>
              <a:cs typeface="Arial"/>
              <a:sym typeface="Arial"/>
            </a:endParaRPr>
          </a:p>
        </p:txBody>
      </p:sp>
      <p:pic>
        <p:nvPicPr>
          <p:cNvPr id="11" name="Picture 10">
            <a:extLst>
              <a:ext uri="{FF2B5EF4-FFF2-40B4-BE49-F238E27FC236}">
                <a16:creationId xmlns:a16="http://schemas.microsoft.com/office/drawing/2014/main" id="{8FF93AC2-6917-10EA-E213-F0DFC37CE1D1}"/>
              </a:ext>
            </a:extLst>
          </p:cNvPr>
          <p:cNvPicPr>
            <a:picLocks noChangeAspect="1"/>
          </p:cNvPicPr>
          <p:nvPr/>
        </p:nvPicPr>
        <p:blipFill>
          <a:blip r:embed="rId3">
            <a:extLst>
              <a:ext uri="{28A0092B-C50C-407E-A947-70E740481C1C}">
                <a14:useLocalDpi xmlns:a14="http://schemas.microsoft.com/office/drawing/2010/main" val="0"/>
              </a:ext>
            </a:extLst>
          </a:blip>
          <a:srcRect t="10102" r="5810"/>
          <a:stretch>
            <a:fillRect/>
          </a:stretch>
        </p:blipFill>
        <p:spPr>
          <a:xfrm>
            <a:off x="7772562" y="2770125"/>
            <a:ext cx="4039930" cy="3855847"/>
          </a:xfrm>
          <a:prstGeom prst="rect">
            <a:avLst/>
          </a:prstGeom>
        </p:spPr>
      </p:pic>
      <p:pic>
        <p:nvPicPr>
          <p:cNvPr id="13" name="Picture 12">
            <a:extLst>
              <a:ext uri="{FF2B5EF4-FFF2-40B4-BE49-F238E27FC236}">
                <a16:creationId xmlns:a16="http://schemas.microsoft.com/office/drawing/2014/main" id="{1FC23360-2D64-0F57-BCE7-6BEC843F5A93}"/>
              </a:ext>
            </a:extLst>
          </p:cNvPr>
          <p:cNvPicPr>
            <a:picLocks noChangeAspect="1"/>
          </p:cNvPicPr>
          <p:nvPr/>
        </p:nvPicPr>
        <p:blipFill>
          <a:blip r:embed="rId4">
            <a:extLst>
              <a:ext uri="{28A0092B-C50C-407E-A947-70E740481C1C}">
                <a14:useLocalDpi xmlns:a14="http://schemas.microsoft.com/office/drawing/2010/main" val="0"/>
              </a:ext>
            </a:extLst>
          </a:blip>
          <a:srcRect r="5864" b="5589"/>
          <a:stretch>
            <a:fillRect/>
          </a:stretch>
        </p:blipFill>
        <p:spPr>
          <a:xfrm>
            <a:off x="2147292" y="2437420"/>
            <a:ext cx="3849784" cy="3861046"/>
          </a:xfrm>
          <a:prstGeom prst="rect">
            <a:avLst/>
          </a:prstGeom>
        </p:spPr>
      </p:pic>
      <p:cxnSp>
        <p:nvCxnSpPr>
          <p:cNvPr id="15" name="Straight Connector 14">
            <a:extLst>
              <a:ext uri="{FF2B5EF4-FFF2-40B4-BE49-F238E27FC236}">
                <a16:creationId xmlns:a16="http://schemas.microsoft.com/office/drawing/2014/main" id="{549D1229-2C44-801D-3AFE-896D6CC6BCF3}"/>
              </a:ext>
            </a:extLst>
          </p:cNvPr>
          <p:cNvCxnSpPr/>
          <p:nvPr/>
        </p:nvCxnSpPr>
        <p:spPr>
          <a:xfrm>
            <a:off x="402336" y="1485195"/>
            <a:ext cx="0" cy="760587"/>
          </a:xfrm>
          <a:prstGeom prst="line">
            <a:avLst/>
          </a:prstGeom>
          <a:ln w="38100">
            <a:solidFill>
              <a:schemeClr val="accent1"/>
            </a:solidFill>
          </a:ln>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31C5BC17-A3B7-BAAF-4B3B-6038D34FF2A6}"/>
              </a:ext>
            </a:extLst>
          </p:cNvPr>
          <p:cNvCxnSpPr>
            <a:cxnSpLocks/>
          </p:cNvCxnSpPr>
          <p:nvPr/>
        </p:nvCxnSpPr>
        <p:spPr>
          <a:xfrm>
            <a:off x="6726134" y="1485195"/>
            <a:ext cx="0" cy="458962"/>
          </a:xfrm>
          <a:prstGeom prst="line">
            <a:avLst/>
          </a:prstGeom>
          <a:ln w="38100">
            <a:solidFill>
              <a:schemeClr val="accent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54746076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 name="Picture 27">
            <a:extLst>
              <a:ext uri="{FF2B5EF4-FFF2-40B4-BE49-F238E27FC236}">
                <a16:creationId xmlns:a16="http://schemas.microsoft.com/office/drawing/2014/main" id="{6E3F2B0D-618F-1EDE-130A-557E82759BF7}"/>
              </a:ext>
            </a:extLst>
          </p:cNvPr>
          <p:cNvPicPr>
            <a:picLocks noChangeAspect="1"/>
          </p:cNvPicPr>
          <p:nvPr/>
        </p:nvPicPr>
        <p:blipFill>
          <a:blip r:embed="rId3">
            <a:extLst>
              <a:ext uri="{28A0092B-C50C-407E-A947-70E740481C1C}">
                <a14:useLocalDpi xmlns:a14="http://schemas.microsoft.com/office/drawing/2010/main" val="0"/>
              </a:ext>
            </a:extLst>
          </a:blip>
          <a:srcRect l="5857" t="7753" r="4743" b="2848"/>
          <a:stretch>
            <a:fillRect/>
          </a:stretch>
        </p:blipFill>
        <p:spPr>
          <a:xfrm>
            <a:off x="400050" y="1828800"/>
            <a:ext cx="1919288" cy="1919288"/>
          </a:xfrm>
          <a:custGeom>
            <a:avLst/>
            <a:gdLst>
              <a:gd name="csX0" fmla="*/ 0 w 1919288"/>
              <a:gd name="csY0" fmla="*/ 0 h 1919288"/>
              <a:gd name="csX1" fmla="*/ 1919288 w 1919288"/>
              <a:gd name="csY1" fmla="*/ 0 h 1919288"/>
              <a:gd name="csX2" fmla="*/ 1919288 w 1919288"/>
              <a:gd name="csY2" fmla="*/ 1919288 h 1919288"/>
              <a:gd name="csX3" fmla="*/ 0 w 1919288"/>
              <a:gd name="csY3" fmla="*/ 1919288 h 1919288"/>
            </a:gdLst>
            <a:ahLst/>
            <a:cxnLst>
              <a:cxn ang="0">
                <a:pos x="csX0" y="csY0"/>
              </a:cxn>
              <a:cxn ang="0">
                <a:pos x="csX1" y="csY1"/>
              </a:cxn>
              <a:cxn ang="0">
                <a:pos x="csX2" y="csY2"/>
              </a:cxn>
              <a:cxn ang="0">
                <a:pos x="csX3" y="csY3"/>
              </a:cxn>
            </a:cxnLst>
            <a:rect l="l" t="t" r="r" b="b"/>
            <a:pathLst>
              <a:path w="1919288" h="1919288">
                <a:moveTo>
                  <a:pt x="0" y="0"/>
                </a:moveTo>
                <a:lnTo>
                  <a:pt x="1919288" y="0"/>
                </a:lnTo>
                <a:lnTo>
                  <a:pt x="1919288" y="1919288"/>
                </a:lnTo>
                <a:lnTo>
                  <a:pt x="0" y="1919288"/>
                </a:lnTo>
                <a:close/>
              </a:path>
            </a:pathLst>
          </a:custGeom>
        </p:spPr>
      </p:pic>
      <p:pic>
        <p:nvPicPr>
          <p:cNvPr id="25" name="Picture 24">
            <a:extLst>
              <a:ext uri="{FF2B5EF4-FFF2-40B4-BE49-F238E27FC236}">
                <a16:creationId xmlns:a16="http://schemas.microsoft.com/office/drawing/2014/main" id="{5039CC4B-F552-36AA-6BFA-CBDC92DBFEC9}"/>
              </a:ext>
            </a:extLst>
          </p:cNvPr>
          <p:cNvPicPr preferRelativeResize="0"/>
          <p:nvPr/>
        </p:nvPicPr>
        <p:blipFill>
          <a:blip r:embed="rId4">
            <a:alphaModFix/>
          </a:blip>
          <a:srcRect l="-414" t="1446" r="195" b="1446"/>
          <a:stretch>
            <a:fillRect/>
          </a:stretch>
        </p:blipFill>
        <p:spPr>
          <a:xfrm>
            <a:off x="9872662" y="1828800"/>
            <a:ext cx="1919288" cy="1919288"/>
          </a:xfrm>
          <a:custGeom>
            <a:avLst/>
            <a:gdLst>
              <a:gd name="csX0" fmla="*/ 0 w 1919288"/>
              <a:gd name="csY0" fmla="*/ 0 h 1919288"/>
              <a:gd name="csX1" fmla="*/ 1919288 w 1919288"/>
              <a:gd name="csY1" fmla="*/ 0 h 1919288"/>
              <a:gd name="csX2" fmla="*/ 1919288 w 1919288"/>
              <a:gd name="csY2" fmla="*/ 1919288 h 1919288"/>
              <a:gd name="csX3" fmla="*/ 0 w 1919288"/>
              <a:gd name="csY3" fmla="*/ 1919288 h 1919288"/>
            </a:gdLst>
            <a:ahLst/>
            <a:cxnLst>
              <a:cxn ang="0">
                <a:pos x="csX0" y="csY0"/>
              </a:cxn>
              <a:cxn ang="0">
                <a:pos x="csX1" y="csY1"/>
              </a:cxn>
              <a:cxn ang="0">
                <a:pos x="csX2" y="csY2"/>
              </a:cxn>
              <a:cxn ang="0">
                <a:pos x="csX3" y="csY3"/>
              </a:cxn>
            </a:cxnLst>
            <a:rect l="l" t="t" r="r" b="b"/>
            <a:pathLst>
              <a:path w="1919288" h="1919288">
                <a:moveTo>
                  <a:pt x="0" y="0"/>
                </a:moveTo>
                <a:lnTo>
                  <a:pt x="1919288" y="0"/>
                </a:lnTo>
                <a:lnTo>
                  <a:pt x="1919288" y="1919288"/>
                </a:lnTo>
                <a:lnTo>
                  <a:pt x="0" y="1919288"/>
                </a:lnTo>
                <a:close/>
              </a:path>
            </a:pathLst>
          </a:custGeom>
          <a:noFill/>
          <a:ln>
            <a:noFill/>
          </a:ln>
        </p:spPr>
      </p:pic>
      <p:pic>
        <p:nvPicPr>
          <p:cNvPr id="23" name="Picture 22">
            <a:extLst>
              <a:ext uri="{FF2B5EF4-FFF2-40B4-BE49-F238E27FC236}">
                <a16:creationId xmlns:a16="http://schemas.microsoft.com/office/drawing/2014/main" id="{A76F28CA-9193-6ED0-3033-A0FECE0E9988}"/>
              </a:ext>
            </a:extLst>
          </p:cNvPr>
          <p:cNvPicPr>
            <a:picLocks noChangeAspect="1"/>
          </p:cNvPicPr>
          <p:nvPr/>
        </p:nvPicPr>
        <p:blipFill>
          <a:blip r:embed="rId5"/>
          <a:srcRect l="12734" t="15291" r="24913" b="27294"/>
          <a:stretch>
            <a:fillRect/>
          </a:stretch>
        </p:blipFill>
        <p:spPr>
          <a:xfrm>
            <a:off x="7474768" y="1828800"/>
            <a:ext cx="1919288" cy="1919288"/>
          </a:xfrm>
          <a:custGeom>
            <a:avLst/>
            <a:gdLst>
              <a:gd name="csX0" fmla="*/ 0 w 1919288"/>
              <a:gd name="csY0" fmla="*/ 0 h 1919288"/>
              <a:gd name="csX1" fmla="*/ 1919288 w 1919288"/>
              <a:gd name="csY1" fmla="*/ 0 h 1919288"/>
              <a:gd name="csX2" fmla="*/ 1919288 w 1919288"/>
              <a:gd name="csY2" fmla="*/ 1919288 h 1919288"/>
              <a:gd name="csX3" fmla="*/ 0 w 1919288"/>
              <a:gd name="csY3" fmla="*/ 1919288 h 1919288"/>
            </a:gdLst>
            <a:ahLst/>
            <a:cxnLst>
              <a:cxn ang="0">
                <a:pos x="csX0" y="csY0"/>
              </a:cxn>
              <a:cxn ang="0">
                <a:pos x="csX1" y="csY1"/>
              </a:cxn>
              <a:cxn ang="0">
                <a:pos x="csX2" y="csY2"/>
              </a:cxn>
              <a:cxn ang="0">
                <a:pos x="csX3" y="csY3"/>
              </a:cxn>
            </a:cxnLst>
            <a:rect l="l" t="t" r="r" b="b"/>
            <a:pathLst>
              <a:path w="1919288" h="1919288">
                <a:moveTo>
                  <a:pt x="0" y="0"/>
                </a:moveTo>
                <a:lnTo>
                  <a:pt x="1919288" y="0"/>
                </a:lnTo>
                <a:lnTo>
                  <a:pt x="1919288" y="1919288"/>
                </a:lnTo>
                <a:lnTo>
                  <a:pt x="0" y="1919288"/>
                </a:lnTo>
                <a:close/>
              </a:path>
            </a:pathLst>
          </a:custGeom>
        </p:spPr>
      </p:pic>
      <p:pic>
        <p:nvPicPr>
          <p:cNvPr id="20" name="Picture 19">
            <a:extLst>
              <a:ext uri="{FF2B5EF4-FFF2-40B4-BE49-F238E27FC236}">
                <a16:creationId xmlns:a16="http://schemas.microsoft.com/office/drawing/2014/main" id="{AC0401BF-31A2-E4CD-46EC-B69FDBD8E153}"/>
              </a:ext>
            </a:extLst>
          </p:cNvPr>
          <p:cNvPicPr preferRelativeResize="0"/>
          <p:nvPr/>
        </p:nvPicPr>
        <p:blipFill rotWithShape="1">
          <a:blip r:embed="rId6">
            <a:alphaModFix/>
          </a:blip>
          <a:srcRect l="23156" t="5381" r="15642" b="53886"/>
          <a:stretch>
            <a:fillRect/>
          </a:stretch>
        </p:blipFill>
        <p:spPr>
          <a:xfrm>
            <a:off x="2716440" y="1828800"/>
            <a:ext cx="1919288" cy="1919288"/>
          </a:xfrm>
          <a:custGeom>
            <a:avLst/>
            <a:gdLst>
              <a:gd name="csX0" fmla="*/ 0 w 1919288"/>
              <a:gd name="csY0" fmla="*/ 0 h 1919288"/>
              <a:gd name="csX1" fmla="*/ 1919288 w 1919288"/>
              <a:gd name="csY1" fmla="*/ 0 h 1919288"/>
              <a:gd name="csX2" fmla="*/ 1919288 w 1919288"/>
              <a:gd name="csY2" fmla="*/ 1919288 h 1919288"/>
              <a:gd name="csX3" fmla="*/ 0 w 1919288"/>
              <a:gd name="csY3" fmla="*/ 1919288 h 1919288"/>
            </a:gdLst>
            <a:ahLst/>
            <a:cxnLst>
              <a:cxn ang="0">
                <a:pos x="csX0" y="csY0"/>
              </a:cxn>
              <a:cxn ang="0">
                <a:pos x="csX1" y="csY1"/>
              </a:cxn>
              <a:cxn ang="0">
                <a:pos x="csX2" y="csY2"/>
              </a:cxn>
              <a:cxn ang="0">
                <a:pos x="csX3" y="csY3"/>
              </a:cxn>
            </a:cxnLst>
            <a:rect l="l" t="t" r="r" b="b"/>
            <a:pathLst>
              <a:path w="1919288" h="1919288">
                <a:moveTo>
                  <a:pt x="0" y="0"/>
                </a:moveTo>
                <a:lnTo>
                  <a:pt x="1919288" y="0"/>
                </a:lnTo>
                <a:lnTo>
                  <a:pt x="1919288" y="1919288"/>
                </a:lnTo>
                <a:lnTo>
                  <a:pt x="0" y="1919288"/>
                </a:lnTo>
                <a:close/>
              </a:path>
            </a:pathLst>
          </a:custGeom>
          <a:noFill/>
          <a:ln>
            <a:noFill/>
          </a:ln>
        </p:spPr>
      </p:pic>
      <p:sp>
        <p:nvSpPr>
          <p:cNvPr id="2" name="Title 1">
            <a:extLst>
              <a:ext uri="{FF2B5EF4-FFF2-40B4-BE49-F238E27FC236}">
                <a16:creationId xmlns:a16="http://schemas.microsoft.com/office/drawing/2014/main" id="{6F8E0AED-D2C2-DEB8-7FBA-167920434ABF}"/>
              </a:ext>
            </a:extLst>
          </p:cNvPr>
          <p:cNvSpPr>
            <a:spLocks noGrp="1"/>
          </p:cNvSpPr>
          <p:nvPr>
            <p:ph type="title"/>
          </p:nvPr>
        </p:nvSpPr>
        <p:spPr/>
        <p:txBody>
          <a:bodyPr/>
          <a:lstStyle/>
          <a:p>
            <a:r>
              <a:rPr lang="en-US" dirty="0"/>
              <a:t>Risk management team in PwC [Eurasia]</a:t>
            </a:r>
            <a:br>
              <a:rPr lang="en-US" dirty="0"/>
            </a:br>
            <a:r>
              <a:rPr lang="en-US" sz="2000" b="1" dirty="0">
                <a:latin typeface="+mn-lt"/>
              </a:rPr>
              <a:t>Assurance</a:t>
            </a:r>
            <a:endParaRPr lang="ru-RU" b="1" dirty="0">
              <a:latin typeface="+mn-lt"/>
            </a:endParaRPr>
          </a:p>
        </p:txBody>
      </p:sp>
      <p:sp>
        <p:nvSpPr>
          <p:cNvPr id="4" name="Footer Placeholder 3">
            <a:extLst>
              <a:ext uri="{FF2B5EF4-FFF2-40B4-BE49-F238E27FC236}">
                <a16:creationId xmlns:a16="http://schemas.microsoft.com/office/drawing/2014/main" id="{47A59947-BCFA-C9C5-68C0-E4D10D8BF8D8}"/>
              </a:ext>
            </a:extLst>
          </p:cNvPr>
          <p:cNvSpPr>
            <a:spLocks noGrp="1"/>
          </p:cNvSpPr>
          <p:nvPr>
            <p:ph type="ftr" sz="quarter" idx="3"/>
          </p:nvPr>
        </p:nvSpPr>
        <p:spPr/>
        <p:txBody>
          <a:bodyPr/>
          <a:lstStyle/>
          <a:p>
            <a:r>
              <a:rPr lang="en-US"/>
              <a:t>PwC Risk Management</a:t>
            </a:r>
          </a:p>
        </p:txBody>
      </p:sp>
      <p:sp>
        <p:nvSpPr>
          <p:cNvPr id="5" name="Slide Number Placeholder 4">
            <a:extLst>
              <a:ext uri="{FF2B5EF4-FFF2-40B4-BE49-F238E27FC236}">
                <a16:creationId xmlns:a16="http://schemas.microsoft.com/office/drawing/2014/main" id="{0EC54B7B-1292-F707-FBF9-F6445EBA1DBE}"/>
              </a:ext>
            </a:extLst>
          </p:cNvPr>
          <p:cNvSpPr>
            <a:spLocks noGrp="1"/>
          </p:cNvSpPr>
          <p:nvPr>
            <p:ph type="sldNum" sz="quarter" idx="4"/>
          </p:nvPr>
        </p:nvSpPr>
        <p:spPr/>
        <p:txBody>
          <a:bodyPr/>
          <a:lstStyle/>
          <a:p>
            <a:fld id="{3E6AC032-1535-134B-A583-D5E1DDD0D167}" type="slidenum">
              <a:rPr lang="en-US" smtClean="0"/>
              <a:pPr/>
              <a:t>3</a:t>
            </a:fld>
            <a:endParaRPr lang="en-US"/>
          </a:p>
        </p:txBody>
      </p:sp>
      <p:sp>
        <p:nvSpPr>
          <p:cNvPr id="6" name="Google Shape;822;p145">
            <a:extLst>
              <a:ext uri="{FF2B5EF4-FFF2-40B4-BE49-F238E27FC236}">
                <a16:creationId xmlns:a16="http://schemas.microsoft.com/office/drawing/2014/main" id="{7C567019-B0B3-CA50-89BF-109900538E9E}"/>
              </a:ext>
            </a:extLst>
          </p:cNvPr>
          <p:cNvSpPr txBox="1">
            <a:spLocks/>
          </p:cNvSpPr>
          <p:nvPr/>
        </p:nvSpPr>
        <p:spPr>
          <a:xfrm>
            <a:off x="405180" y="4007713"/>
            <a:ext cx="2016000" cy="1885800"/>
          </a:xfrm>
          <a:prstGeom prst="rect">
            <a:avLst/>
          </a:prstGeom>
          <a:noFill/>
          <a:ln>
            <a:noFill/>
          </a:ln>
        </p:spPr>
        <p:txBody>
          <a:bodyPr spcFirstLastPara="1" vert="horz" wrap="square" lIns="0" tIns="0" rIns="0" bIns="0" rtlCol="0" anchor="t" anchorCtr="0">
            <a:noAutofit/>
          </a:bodyPr>
          <a:lstStyle>
            <a:lvl1pPr marL="0" indent="0" algn="l" defTabSz="914400" rtl="0" eaLnBrk="1" latinLnBrk="0" hangingPunct="1">
              <a:lnSpc>
                <a:spcPct val="100000"/>
              </a:lnSpc>
              <a:spcBef>
                <a:spcPts val="300"/>
              </a:spcBef>
              <a:spcAft>
                <a:spcPts val="1200"/>
              </a:spcAft>
              <a:buFont typeface="Arial" panose="020B0604020202020204" pitchFamily="34" charset="0"/>
              <a:buNone/>
              <a:defRPr sz="1500" b="1" kern="1200">
                <a:solidFill>
                  <a:schemeClr val="tx1"/>
                </a:solidFill>
                <a:latin typeface="+mn-lt"/>
                <a:ea typeface="+mn-ea"/>
                <a:cs typeface="+mn-cs"/>
              </a:defRPr>
            </a:lvl1pPr>
            <a:lvl2pPr marL="0" indent="0" algn="l" defTabSz="914400" rtl="0" eaLnBrk="1" latinLnBrk="0" hangingPunct="1">
              <a:lnSpc>
                <a:spcPct val="125000"/>
              </a:lnSpc>
              <a:spcBef>
                <a:spcPts val="600"/>
              </a:spcBef>
              <a:buFont typeface="Arial" panose="020B0604020202020204" pitchFamily="34" charset="0"/>
              <a:buNone/>
              <a:defRPr sz="1400" kern="1200">
                <a:solidFill>
                  <a:schemeClr val="tx1"/>
                </a:solidFill>
                <a:latin typeface="+mj-lt"/>
                <a:ea typeface="+mn-ea"/>
                <a:cs typeface="+mn-cs"/>
              </a:defRPr>
            </a:lvl2pPr>
            <a:lvl3pPr marL="171450" indent="-171450" algn="l" defTabSz="914400" rtl="0" eaLnBrk="1" latinLnBrk="0" hangingPunct="1">
              <a:lnSpc>
                <a:spcPct val="125000"/>
              </a:lnSpc>
              <a:spcBef>
                <a:spcPts val="600"/>
              </a:spcBef>
              <a:buFont typeface="Arial" panose="020B0604020202020204" pitchFamily="34" charset="0"/>
              <a:buChar char="•"/>
              <a:defRPr sz="1400" kern="1200">
                <a:solidFill>
                  <a:schemeClr val="tx1"/>
                </a:solidFill>
                <a:latin typeface="+mj-lt"/>
                <a:ea typeface="+mn-ea"/>
                <a:cs typeface="+mn-cs"/>
              </a:defRPr>
            </a:lvl3pPr>
            <a:lvl4pPr marL="344488" indent="-173038" algn="l" defTabSz="914400" rtl="0" eaLnBrk="1" latinLnBrk="0" hangingPunct="1">
              <a:lnSpc>
                <a:spcPct val="125000"/>
              </a:lnSpc>
              <a:spcBef>
                <a:spcPts val="600"/>
              </a:spcBef>
              <a:buFont typeface="Georgia" panose="02040502050405020303" pitchFamily="18" charset="0"/>
              <a:buChar char="–"/>
              <a:defRPr sz="1400" kern="1200">
                <a:solidFill>
                  <a:schemeClr val="tx1"/>
                </a:solidFill>
                <a:latin typeface="+mj-lt"/>
                <a:ea typeface="+mn-ea"/>
                <a:cs typeface="+mn-cs"/>
              </a:defRPr>
            </a:lvl4pPr>
            <a:lvl5pPr marL="515938" indent="-171450" algn="l" defTabSz="914400" rtl="0" eaLnBrk="1" latinLnBrk="0" hangingPunct="1">
              <a:lnSpc>
                <a:spcPct val="125000"/>
              </a:lnSpc>
              <a:spcBef>
                <a:spcPts val="600"/>
              </a:spcBef>
              <a:buFont typeface="Wingdings" panose="05000000000000000000" pitchFamily="2" charset="2"/>
              <a:buChar char="§"/>
              <a:defRPr sz="1400" kern="1200">
                <a:solidFill>
                  <a:schemeClr val="tx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5000"/>
              </a:lnSpc>
              <a:spcBef>
                <a:spcPts val="0"/>
              </a:spcBef>
              <a:buClr>
                <a:srgbClr val="000000"/>
              </a:buClr>
              <a:buSzPts val="1100"/>
              <a:buFont typeface="Arial"/>
              <a:buNone/>
            </a:pPr>
            <a:r>
              <a:rPr lang="en-US" sz="1600" b="0" dirty="0">
                <a:solidFill>
                  <a:srgbClr val="000000"/>
                </a:solidFill>
                <a:latin typeface="+mj-lt"/>
              </a:rPr>
              <a:t>Partner:</a:t>
            </a:r>
          </a:p>
          <a:p>
            <a:pPr>
              <a:lnSpc>
                <a:spcPct val="125000"/>
              </a:lnSpc>
              <a:spcBef>
                <a:spcPts val="0"/>
              </a:spcBef>
              <a:spcAft>
                <a:spcPts val="600"/>
              </a:spcAft>
              <a:buClr>
                <a:srgbClr val="000000"/>
              </a:buClr>
              <a:buSzPts val="1100"/>
              <a:buFont typeface="Arial"/>
              <a:buNone/>
            </a:pPr>
            <a:r>
              <a:rPr lang="en-US" sz="1800" dirty="0"/>
              <a:t>Thomas Magill</a:t>
            </a:r>
          </a:p>
          <a:p>
            <a:pPr>
              <a:lnSpc>
                <a:spcPct val="125000"/>
              </a:lnSpc>
              <a:spcBef>
                <a:spcPts val="0"/>
              </a:spcBef>
              <a:spcAft>
                <a:spcPts val="0"/>
              </a:spcAft>
              <a:buClr>
                <a:srgbClr val="000000"/>
              </a:buClr>
              <a:buSzPts val="1100"/>
              <a:buFont typeface="Arial"/>
              <a:buNone/>
            </a:pPr>
            <a:r>
              <a:rPr lang="en-US" sz="1600" b="0" dirty="0">
                <a:solidFill>
                  <a:srgbClr val="000000"/>
                </a:solidFill>
                <a:latin typeface="+mj-lt"/>
              </a:rPr>
              <a:t>Territory Assurance Risk Management Partner</a:t>
            </a:r>
          </a:p>
          <a:p>
            <a:pPr marL="0" lvl="2" indent="0">
              <a:spcBef>
                <a:spcPts val="0"/>
              </a:spcBef>
              <a:spcAft>
                <a:spcPts val="600"/>
              </a:spcAft>
              <a:buClr>
                <a:srgbClr val="000000"/>
              </a:buClr>
              <a:buSzPts val="1100"/>
              <a:buFont typeface="Arial"/>
              <a:buNone/>
            </a:pPr>
            <a:endParaRPr lang="en-US" sz="1600" dirty="0">
              <a:solidFill>
                <a:srgbClr val="000000"/>
              </a:solidFill>
            </a:endParaRPr>
          </a:p>
          <a:p>
            <a:pPr lvl="1">
              <a:spcBef>
                <a:spcPts val="0"/>
              </a:spcBef>
              <a:spcAft>
                <a:spcPts val="600"/>
              </a:spcAft>
              <a:buClr>
                <a:schemeClr val="dk1"/>
              </a:buClr>
              <a:buSzPts val="1400"/>
              <a:buFont typeface="Arial"/>
              <a:buNone/>
            </a:pPr>
            <a:endParaRPr lang="en-US" sz="1600" dirty="0"/>
          </a:p>
        </p:txBody>
      </p:sp>
      <p:sp>
        <p:nvSpPr>
          <p:cNvPr id="7" name="Google Shape;823;p145">
            <a:extLst>
              <a:ext uri="{FF2B5EF4-FFF2-40B4-BE49-F238E27FC236}">
                <a16:creationId xmlns:a16="http://schemas.microsoft.com/office/drawing/2014/main" id="{F9ED6B2E-AABB-5964-1FD0-DC3DC248D444}"/>
              </a:ext>
            </a:extLst>
          </p:cNvPr>
          <p:cNvSpPr txBox="1">
            <a:spLocks/>
          </p:cNvSpPr>
          <p:nvPr/>
        </p:nvSpPr>
        <p:spPr>
          <a:xfrm>
            <a:off x="2716440" y="4007713"/>
            <a:ext cx="2151808" cy="1885800"/>
          </a:xfrm>
          <a:prstGeom prst="rect">
            <a:avLst/>
          </a:prstGeom>
          <a:noFill/>
          <a:ln>
            <a:noFill/>
          </a:ln>
        </p:spPr>
        <p:txBody>
          <a:bodyPr spcFirstLastPara="1" vert="horz" wrap="square" lIns="0" tIns="0" rIns="0" bIns="0" rtlCol="0" anchor="t" anchorCtr="0">
            <a:noAutofit/>
          </a:bodyPr>
          <a:lstStyle>
            <a:lvl1pPr marL="0" indent="0" algn="l" defTabSz="914400" rtl="0" eaLnBrk="1" latinLnBrk="0" hangingPunct="1">
              <a:lnSpc>
                <a:spcPct val="100000"/>
              </a:lnSpc>
              <a:spcBef>
                <a:spcPts val="300"/>
              </a:spcBef>
              <a:spcAft>
                <a:spcPts val="1200"/>
              </a:spcAft>
              <a:buFont typeface="Arial" panose="020B0604020202020204" pitchFamily="34" charset="0"/>
              <a:buNone/>
              <a:defRPr sz="1500" b="1" kern="1200">
                <a:solidFill>
                  <a:schemeClr val="tx1"/>
                </a:solidFill>
                <a:latin typeface="+mn-lt"/>
                <a:ea typeface="+mn-ea"/>
                <a:cs typeface="+mn-cs"/>
              </a:defRPr>
            </a:lvl1pPr>
            <a:lvl2pPr marL="0" indent="0" algn="l" defTabSz="914400" rtl="0" eaLnBrk="1" latinLnBrk="0" hangingPunct="1">
              <a:lnSpc>
                <a:spcPct val="125000"/>
              </a:lnSpc>
              <a:spcBef>
                <a:spcPts val="600"/>
              </a:spcBef>
              <a:buFont typeface="Arial" panose="020B0604020202020204" pitchFamily="34" charset="0"/>
              <a:buNone/>
              <a:defRPr sz="1400" kern="1200">
                <a:solidFill>
                  <a:schemeClr val="tx1"/>
                </a:solidFill>
                <a:latin typeface="+mj-lt"/>
                <a:ea typeface="+mn-ea"/>
                <a:cs typeface="+mn-cs"/>
              </a:defRPr>
            </a:lvl2pPr>
            <a:lvl3pPr marL="171450" indent="-171450" algn="l" defTabSz="914400" rtl="0" eaLnBrk="1" latinLnBrk="0" hangingPunct="1">
              <a:lnSpc>
                <a:spcPct val="125000"/>
              </a:lnSpc>
              <a:spcBef>
                <a:spcPts val="600"/>
              </a:spcBef>
              <a:buFont typeface="Arial" panose="020B0604020202020204" pitchFamily="34" charset="0"/>
              <a:buChar char="•"/>
              <a:defRPr sz="1400" kern="1200">
                <a:solidFill>
                  <a:schemeClr val="tx1"/>
                </a:solidFill>
                <a:latin typeface="+mj-lt"/>
                <a:ea typeface="+mn-ea"/>
                <a:cs typeface="+mn-cs"/>
              </a:defRPr>
            </a:lvl3pPr>
            <a:lvl4pPr marL="344488" indent="-173038" algn="l" defTabSz="914400" rtl="0" eaLnBrk="1" latinLnBrk="0" hangingPunct="1">
              <a:lnSpc>
                <a:spcPct val="125000"/>
              </a:lnSpc>
              <a:spcBef>
                <a:spcPts val="600"/>
              </a:spcBef>
              <a:buFont typeface="Georgia" panose="02040502050405020303" pitchFamily="18" charset="0"/>
              <a:buChar char="–"/>
              <a:defRPr sz="1400" kern="1200">
                <a:solidFill>
                  <a:schemeClr val="tx1"/>
                </a:solidFill>
                <a:latin typeface="+mj-lt"/>
                <a:ea typeface="+mn-ea"/>
                <a:cs typeface="+mn-cs"/>
              </a:defRPr>
            </a:lvl4pPr>
            <a:lvl5pPr marL="515938" indent="-171450" algn="l" defTabSz="914400" rtl="0" eaLnBrk="1" latinLnBrk="0" hangingPunct="1">
              <a:lnSpc>
                <a:spcPct val="125000"/>
              </a:lnSpc>
              <a:spcBef>
                <a:spcPts val="600"/>
              </a:spcBef>
              <a:buFont typeface="Wingdings" panose="05000000000000000000" pitchFamily="2" charset="2"/>
              <a:buChar char="§"/>
              <a:defRPr sz="1400" kern="1200">
                <a:solidFill>
                  <a:schemeClr val="tx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5000"/>
              </a:lnSpc>
              <a:spcBef>
                <a:spcPts val="0"/>
              </a:spcBef>
              <a:buClr>
                <a:schemeClr val="dk1"/>
              </a:buClr>
              <a:buSzPts val="1800"/>
              <a:buFont typeface="Arial"/>
              <a:buNone/>
            </a:pPr>
            <a:r>
              <a:rPr lang="pl-PL" sz="1600" b="0" dirty="0">
                <a:latin typeface="+mj-lt"/>
              </a:rPr>
              <a:t>Main contact:</a:t>
            </a:r>
            <a:endParaRPr lang="pl-PL" sz="1600" b="0" dirty="0">
              <a:solidFill>
                <a:schemeClr val="accent1"/>
              </a:solidFill>
              <a:latin typeface="+mj-lt"/>
            </a:endParaRPr>
          </a:p>
          <a:p>
            <a:pPr>
              <a:lnSpc>
                <a:spcPct val="125000"/>
              </a:lnSpc>
              <a:spcBef>
                <a:spcPts val="0"/>
              </a:spcBef>
              <a:spcAft>
                <a:spcPts val="600"/>
              </a:spcAft>
              <a:buClr>
                <a:schemeClr val="dk1"/>
              </a:buClr>
              <a:buSzPts val="1600"/>
              <a:buFont typeface="Arial"/>
              <a:buNone/>
            </a:pPr>
            <a:r>
              <a:rPr lang="pl-PL" sz="1800" dirty="0"/>
              <a:t>Yuliya Kalibekova</a:t>
            </a:r>
          </a:p>
          <a:p>
            <a:pPr>
              <a:lnSpc>
                <a:spcPct val="125000"/>
              </a:lnSpc>
              <a:spcBef>
                <a:spcPts val="0"/>
              </a:spcBef>
              <a:spcAft>
                <a:spcPts val="0"/>
              </a:spcAft>
              <a:buClr>
                <a:schemeClr val="dk1"/>
              </a:buClr>
              <a:buSzPts val="1600"/>
              <a:buFont typeface="Arial"/>
              <a:buNone/>
            </a:pPr>
            <a:r>
              <a:rPr lang="pl-PL" sz="1600" b="0" dirty="0">
                <a:latin typeface="+mj-lt"/>
              </a:rPr>
              <a:t>Director</a:t>
            </a:r>
            <a:endParaRPr lang="ru-RU" sz="1600" b="0" dirty="0">
              <a:latin typeface="+mj-lt"/>
            </a:endParaRPr>
          </a:p>
          <a:p>
            <a:pPr>
              <a:lnSpc>
                <a:spcPct val="125000"/>
              </a:lnSpc>
              <a:spcBef>
                <a:spcPts val="0"/>
              </a:spcBef>
              <a:spcAft>
                <a:spcPts val="600"/>
              </a:spcAft>
              <a:buClr>
                <a:schemeClr val="dk1"/>
              </a:buClr>
              <a:buSzPts val="1600"/>
              <a:buFont typeface="Arial"/>
              <a:buNone/>
            </a:pPr>
            <a:r>
              <a:rPr lang="pl-PL" sz="1600" b="0" dirty="0">
                <a:latin typeface="+mj-lt"/>
              </a:rPr>
              <a:t>Eurasia Cluster</a:t>
            </a:r>
            <a:endParaRPr lang="pl-PL" sz="1600" b="0" dirty="0">
              <a:solidFill>
                <a:schemeClr val="accent1"/>
              </a:solidFill>
              <a:latin typeface="+mj-lt"/>
            </a:endParaRPr>
          </a:p>
        </p:txBody>
      </p:sp>
      <p:sp>
        <p:nvSpPr>
          <p:cNvPr id="8" name="Google Shape;824;p145">
            <a:extLst>
              <a:ext uri="{FF2B5EF4-FFF2-40B4-BE49-F238E27FC236}">
                <a16:creationId xmlns:a16="http://schemas.microsoft.com/office/drawing/2014/main" id="{554749A2-2603-3A06-6F9F-80B25A036B48}"/>
              </a:ext>
            </a:extLst>
          </p:cNvPr>
          <p:cNvSpPr txBox="1">
            <a:spLocks/>
          </p:cNvSpPr>
          <p:nvPr/>
        </p:nvSpPr>
        <p:spPr>
          <a:xfrm>
            <a:off x="5163508" y="4007713"/>
            <a:ext cx="2016000" cy="1885800"/>
          </a:xfrm>
          <a:prstGeom prst="rect">
            <a:avLst/>
          </a:prstGeom>
          <a:noFill/>
          <a:ln>
            <a:noFill/>
          </a:ln>
        </p:spPr>
        <p:txBody>
          <a:bodyPr spcFirstLastPara="1" vert="horz" wrap="square" lIns="0" tIns="0" rIns="0" bIns="0" rtlCol="0" anchor="t" anchorCtr="0">
            <a:noAutofit/>
          </a:bodyPr>
          <a:lstStyle>
            <a:lvl1pPr marL="0" indent="0" algn="l" defTabSz="914400" rtl="0" eaLnBrk="1" latinLnBrk="0" hangingPunct="1">
              <a:lnSpc>
                <a:spcPct val="100000"/>
              </a:lnSpc>
              <a:spcBef>
                <a:spcPts val="300"/>
              </a:spcBef>
              <a:spcAft>
                <a:spcPts val="1200"/>
              </a:spcAft>
              <a:buFont typeface="Arial" panose="020B0604020202020204" pitchFamily="34" charset="0"/>
              <a:buNone/>
              <a:defRPr sz="1500" b="1" kern="1200">
                <a:solidFill>
                  <a:schemeClr val="tx1"/>
                </a:solidFill>
                <a:latin typeface="+mn-lt"/>
                <a:ea typeface="+mn-ea"/>
                <a:cs typeface="+mn-cs"/>
              </a:defRPr>
            </a:lvl1pPr>
            <a:lvl2pPr marL="0" indent="0" algn="l" defTabSz="914400" rtl="0" eaLnBrk="1" latinLnBrk="0" hangingPunct="1">
              <a:lnSpc>
                <a:spcPct val="125000"/>
              </a:lnSpc>
              <a:spcBef>
                <a:spcPts val="600"/>
              </a:spcBef>
              <a:buFont typeface="Arial" panose="020B0604020202020204" pitchFamily="34" charset="0"/>
              <a:buNone/>
              <a:defRPr sz="1400" kern="1200">
                <a:solidFill>
                  <a:schemeClr val="tx1"/>
                </a:solidFill>
                <a:latin typeface="+mj-lt"/>
                <a:ea typeface="+mn-ea"/>
                <a:cs typeface="+mn-cs"/>
              </a:defRPr>
            </a:lvl2pPr>
            <a:lvl3pPr marL="171450" indent="-171450" algn="l" defTabSz="914400" rtl="0" eaLnBrk="1" latinLnBrk="0" hangingPunct="1">
              <a:lnSpc>
                <a:spcPct val="125000"/>
              </a:lnSpc>
              <a:spcBef>
                <a:spcPts val="600"/>
              </a:spcBef>
              <a:buFont typeface="Arial" panose="020B0604020202020204" pitchFamily="34" charset="0"/>
              <a:buChar char="•"/>
              <a:defRPr sz="1400" kern="1200">
                <a:solidFill>
                  <a:schemeClr val="tx1"/>
                </a:solidFill>
                <a:latin typeface="+mj-lt"/>
                <a:ea typeface="+mn-ea"/>
                <a:cs typeface="+mn-cs"/>
              </a:defRPr>
            </a:lvl3pPr>
            <a:lvl4pPr marL="344488" indent="-173038" algn="l" defTabSz="914400" rtl="0" eaLnBrk="1" latinLnBrk="0" hangingPunct="1">
              <a:lnSpc>
                <a:spcPct val="125000"/>
              </a:lnSpc>
              <a:spcBef>
                <a:spcPts val="600"/>
              </a:spcBef>
              <a:buFont typeface="Georgia" panose="02040502050405020303" pitchFamily="18" charset="0"/>
              <a:buChar char="–"/>
              <a:defRPr sz="1400" kern="1200">
                <a:solidFill>
                  <a:schemeClr val="tx1"/>
                </a:solidFill>
                <a:latin typeface="+mj-lt"/>
                <a:ea typeface="+mn-ea"/>
                <a:cs typeface="+mn-cs"/>
              </a:defRPr>
            </a:lvl4pPr>
            <a:lvl5pPr marL="515938" indent="-171450" algn="l" defTabSz="914400" rtl="0" eaLnBrk="1" latinLnBrk="0" hangingPunct="1">
              <a:lnSpc>
                <a:spcPct val="125000"/>
              </a:lnSpc>
              <a:spcBef>
                <a:spcPts val="600"/>
              </a:spcBef>
              <a:buFont typeface="Wingdings" panose="05000000000000000000" pitchFamily="2" charset="2"/>
              <a:buChar char="§"/>
              <a:defRPr sz="1400" kern="1200">
                <a:solidFill>
                  <a:schemeClr val="tx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5000"/>
              </a:lnSpc>
              <a:spcBef>
                <a:spcPts val="0"/>
              </a:spcBef>
              <a:buClr>
                <a:schemeClr val="dk1"/>
              </a:buClr>
              <a:buSzPts val="1800"/>
              <a:buFont typeface="Arial"/>
              <a:buNone/>
            </a:pPr>
            <a:r>
              <a:rPr lang="pl-PL" sz="1600" b="0" dirty="0">
                <a:latin typeface="+mj-lt"/>
              </a:rPr>
              <a:t>Main contact:</a:t>
            </a:r>
            <a:endParaRPr lang="pl-PL" sz="1600" b="0" dirty="0">
              <a:solidFill>
                <a:schemeClr val="accent1"/>
              </a:solidFill>
              <a:latin typeface="+mj-lt"/>
            </a:endParaRPr>
          </a:p>
          <a:p>
            <a:pPr>
              <a:lnSpc>
                <a:spcPct val="125000"/>
              </a:lnSpc>
              <a:spcBef>
                <a:spcPts val="0"/>
              </a:spcBef>
              <a:spcAft>
                <a:spcPts val="600"/>
              </a:spcAft>
              <a:buClr>
                <a:schemeClr val="dk1"/>
              </a:buClr>
              <a:buSzPts val="1600"/>
              <a:buFont typeface="Arial"/>
              <a:buNone/>
            </a:pPr>
            <a:r>
              <a:rPr lang="pl-PL" sz="1800" dirty="0"/>
              <a:t>Dina Baibolova</a:t>
            </a:r>
          </a:p>
          <a:p>
            <a:pPr>
              <a:lnSpc>
                <a:spcPct val="125000"/>
              </a:lnSpc>
              <a:spcBef>
                <a:spcPts val="0"/>
              </a:spcBef>
              <a:spcAft>
                <a:spcPts val="0"/>
              </a:spcAft>
              <a:buSzPts val="1600"/>
            </a:pPr>
            <a:r>
              <a:rPr lang="pl-PL" sz="1600" b="0" dirty="0">
                <a:latin typeface="+mj-lt"/>
              </a:rPr>
              <a:t>Senior Manager</a:t>
            </a:r>
            <a:endParaRPr lang="pl-PL" sz="1600" b="0" dirty="0">
              <a:solidFill>
                <a:srgbClr val="C55852"/>
              </a:solidFill>
              <a:latin typeface="+mj-lt"/>
            </a:endParaRPr>
          </a:p>
          <a:p>
            <a:pPr>
              <a:lnSpc>
                <a:spcPct val="125000"/>
              </a:lnSpc>
              <a:spcBef>
                <a:spcPts val="0"/>
              </a:spcBef>
              <a:spcAft>
                <a:spcPts val="0"/>
              </a:spcAft>
              <a:buSzPts val="1600"/>
            </a:pPr>
            <a:r>
              <a:rPr lang="pl-PL" sz="1600" b="0" dirty="0">
                <a:latin typeface="+mj-lt"/>
              </a:rPr>
              <a:t>Independence</a:t>
            </a:r>
            <a:endParaRPr lang="pl-PL" sz="1600" b="0" dirty="0">
              <a:solidFill>
                <a:schemeClr val="accent1"/>
              </a:solidFill>
              <a:latin typeface="+mj-lt"/>
            </a:endParaRPr>
          </a:p>
        </p:txBody>
      </p:sp>
      <p:sp>
        <p:nvSpPr>
          <p:cNvPr id="9" name="Google Shape;829;p145">
            <a:extLst>
              <a:ext uri="{FF2B5EF4-FFF2-40B4-BE49-F238E27FC236}">
                <a16:creationId xmlns:a16="http://schemas.microsoft.com/office/drawing/2014/main" id="{357DBCC8-9C52-6757-1D54-C7CD86F8CDB5}"/>
              </a:ext>
            </a:extLst>
          </p:cNvPr>
          <p:cNvSpPr txBox="1">
            <a:spLocks/>
          </p:cNvSpPr>
          <p:nvPr/>
        </p:nvSpPr>
        <p:spPr>
          <a:xfrm>
            <a:off x="9786027" y="4007713"/>
            <a:ext cx="2016000" cy="1885800"/>
          </a:xfrm>
          <a:prstGeom prst="rect">
            <a:avLst/>
          </a:prstGeom>
          <a:noFill/>
          <a:ln>
            <a:noFill/>
          </a:ln>
        </p:spPr>
        <p:txBody>
          <a:bodyPr spcFirstLastPara="1" vert="horz" wrap="square" lIns="0" tIns="0" rIns="0" bIns="0" rtlCol="0" anchor="t" anchorCtr="0">
            <a:noAutofit/>
          </a:bodyPr>
          <a:lstStyle>
            <a:lvl1pPr marL="0" indent="0" algn="l" defTabSz="914400" rtl="0" eaLnBrk="1" latinLnBrk="0" hangingPunct="1">
              <a:lnSpc>
                <a:spcPct val="100000"/>
              </a:lnSpc>
              <a:spcBef>
                <a:spcPts val="300"/>
              </a:spcBef>
              <a:spcAft>
                <a:spcPts val="1200"/>
              </a:spcAft>
              <a:buFont typeface="Arial" panose="020B0604020202020204" pitchFamily="34" charset="0"/>
              <a:buNone/>
              <a:defRPr sz="1500" b="1" kern="1200">
                <a:solidFill>
                  <a:schemeClr val="tx1"/>
                </a:solidFill>
                <a:latin typeface="+mn-lt"/>
                <a:ea typeface="+mn-ea"/>
                <a:cs typeface="+mn-cs"/>
              </a:defRPr>
            </a:lvl1pPr>
            <a:lvl2pPr marL="0" indent="0" algn="l" defTabSz="914400" rtl="0" eaLnBrk="1" latinLnBrk="0" hangingPunct="1">
              <a:lnSpc>
                <a:spcPct val="125000"/>
              </a:lnSpc>
              <a:spcBef>
                <a:spcPts val="600"/>
              </a:spcBef>
              <a:buFont typeface="Arial" panose="020B0604020202020204" pitchFamily="34" charset="0"/>
              <a:buNone/>
              <a:defRPr sz="1400" kern="1200">
                <a:solidFill>
                  <a:schemeClr val="tx1"/>
                </a:solidFill>
                <a:latin typeface="+mj-lt"/>
                <a:ea typeface="+mn-ea"/>
                <a:cs typeface="+mn-cs"/>
              </a:defRPr>
            </a:lvl2pPr>
            <a:lvl3pPr marL="171450" indent="-171450" algn="l" defTabSz="914400" rtl="0" eaLnBrk="1" latinLnBrk="0" hangingPunct="1">
              <a:lnSpc>
                <a:spcPct val="125000"/>
              </a:lnSpc>
              <a:spcBef>
                <a:spcPts val="600"/>
              </a:spcBef>
              <a:buFont typeface="Arial" panose="020B0604020202020204" pitchFamily="34" charset="0"/>
              <a:buChar char="•"/>
              <a:defRPr sz="1400" kern="1200">
                <a:solidFill>
                  <a:schemeClr val="tx1"/>
                </a:solidFill>
                <a:latin typeface="+mj-lt"/>
                <a:ea typeface="+mn-ea"/>
                <a:cs typeface="+mn-cs"/>
              </a:defRPr>
            </a:lvl3pPr>
            <a:lvl4pPr marL="344488" indent="-173038" algn="l" defTabSz="914400" rtl="0" eaLnBrk="1" latinLnBrk="0" hangingPunct="1">
              <a:lnSpc>
                <a:spcPct val="125000"/>
              </a:lnSpc>
              <a:spcBef>
                <a:spcPts val="600"/>
              </a:spcBef>
              <a:buFont typeface="Georgia" panose="02040502050405020303" pitchFamily="18" charset="0"/>
              <a:buChar char="–"/>
              <a:defRPr sz="1400" kern="1200">
                <a:solidFill>
                  <a:schemeClr val="tx1"/>
                </a:solidFill>
                <a:latin typeface="+mj-lt"/>
                <a:ea typeface="+mn-ea"/>
                <a:cs typeface="+mn-cs"/>
              </a:defRPr>
            </a:lvl4pPr>
            <a:lvl5pPr marL="515938" indent="-171450" algn="l" defTabSz="914400" rtl="0" eaLnBrk="1" latinLnBrk="0" hangingPunct="1">
              <a:lnSpc>
                <a:spcPct val="125000"/>
              </a:lnSpc>
              <a:spcBef>
                <a:spcPts val="600"/>
              </a:spcBef>
              <a:buFont typeface="Wingdings" panose="05000000000000000000" pitchFamily="2" charset="2"/>
              <a:buChar char="§"/>
              <a:defRPr sz="1400" kern="1200">
                <a:solidFill>
                  <a:schemeClr val="tx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5000"/>
              </a:lnSpc>
              <a:spcBef>
                <a:spcPts val="0"/>
              </a:spcBef>
              <a:buClr>
                <a:schemeClr val="dk1"/>
              </a:buClr>
              <a:buSzPts val="1800"/>
              <a:buFont typeface="Arial"/>
              <a:buNone/>
            </a:pPr>
            <a:r>
              <a:rPr lang="en-US" sz="1600" b="0" dirty="0">
                <a:latin typeface="+mj-lt"/>
              </a:rPr>
              <a:t>Main contact:</a:t>
            </a:r>
            <a:endParaRPr lang="en-US" sz="1600" b="0" dirty="0">
              <a:solidFill>
                <a:schemeClr val="accent1"/>
              </a:solidFill>
              <a:latin typeface="+mj-lt"/>
            </a:endParaRPr>
          </a:p>
          <a:p>
            <a:pPr>
              <a:lnSpc>
                <a:spcPct val="125000"/>
              </a:lnSpc>
              <a:spcBef>
                <a:spcPts val="0"/>
              </a:spcBef>
              <a:spcAft>
                <a:spcPts val="600"/>
              </a:spcAft>
              <a:buClr>
                <a:schemeClr val="dk1"/>
              </a:buClr>
              <a:buSzPts val="1600"/>
              <a:buFont typeface="Arial"/>
              <a:buNone/>
            </a:pPr>
            <a:r>
              <a:rPr lang="en-US" sz="1800" dirty="0">
                <a:latin typeface="+mj-lt"/>
              </a:rPr>
              <a:t>Alinur </a:t>
            </a:r>
            <a:r>
              <a:rPr lang="en-US" sz="1800" dirty="0" err="1">
                <a:latin typeface="+mj-lt"/>
              </a:rPr>
              <a:t>Ablizova</a:t>
            </a:r>
            <a:endParaRPr lang="en-US" sz="1800" dirty="0">
              <a:latin typeface="+mj-lt"/>
            </a:endParaRPr>
          </a:p>
          <a:p>
            <a:pPr>
              <a:lnSpc>
                <a:spcPct val="125000"/>
              </a:lnSpc>
              <a:spcBef>
                <a:spcPts val="0"/>
              </a:spcBef>
              <a:spcAft>
                <a:spcPts val="0"/>
              </a:spcAft>
              <a:buSzPts val="1600"/>
            </a:pPr>
            <a:r>
              <a:rPr lang="en-US" sz="1600" b="0" dirty="0">
                <a:latin typeface="+mj-lt"/>
              </a:rPr>
              <a:t>RM Specialist</a:t>
            </a:r>
            <a:endParaRPr lang="en-US" sz="1600" b="0" dirty="0">
              <a:solidFill>
                <a:srgbClr val="C55852"/>
              </a:solidFill>
              <a:latin typeface="+mj-lt"/>
            </a:endParaRPr>
          </a:p>
          <a:p>
            <a:pPr>
              <a:lnSpc>
                <a:spcPct val="125000"/>
              </a:lnSpc>
              <a:spcBef>
                <a:spcPts val="0"/>
              </a:spcBef>
              <a:spcAft>
                <a:spcPts val="0"/>
              </a:spcAft>
              <a:buSzPts val="1600"/>
            </a:pPr>
            <a:r>
              <a:rPr lang="en-US" sz="1600" b="0" dirty="0">
                <a:latin typeface="+mj-lt"/>
              </a:rPr>
              <a:t>KYC</a:t>
            </a:r>
            <a:r>
              <a:rPr lang="en-US" sz="1600" b="0" dirty="0">
                <a:solidFill>
                  <a:srgbClr val="C55852"/>
                </a:solidFill>
                <a:latin typeface="+mj-lt"/>
              </a:rPr>
              <a:t>, </a:t>
            </a:r>
            <a:r>
              <a:rPr lang="en-US" sz="1600" b="0" dirty="0">
                <a:latin typeface="+mj-lt"/>
              </a:rPr>
              <a:t>AML procedures</a:t>
            </a:r>
            <a:endParaRPr lang="en-US" sz="1600" b="0" dirty="0">
              <a:solidFill>
                <a:schemeClr val="accent1"/>
              </a:solidFill>
              <a:latin typeface="+mj-lt"/>
            </a:endParaRPr>
          </a:p>
        </p:txBody>
      </p:sp>
      <p:sp>
        <p:nvSpPr>
          <p:cNvPr id="10" name="Google Shape;834;p145">
            <a:extLst>
              <a:ext uri="{FF2B5EF4-FFF2-40B4-BE49-F238E27FC236}">
                <a16:creationId xmlns:a16="http://schemas.microsoft.com/office/drawing/2014/main" id="{1137800D-ACAD-6CE3-8924-C6F2ED3DADF0}"/>
              </a:ext>
            </a:extLst>
          </p:cNvPr>
          <p:cNvSpPr txBox="1">
            <a:spLocks/>
          </p:cNvSpPr>
          <p:nvPr/>
        </p:nvSpPr>
        <p:spPr>
          <a:xfrm>
            <a:off x="7474768" y="4007713"/>
            <a:ext cx="2016000" cy="1885800"/>
          </a:xfrm>
          <a:prstGeom prst="rect">
            <a:avLst/>
          </a:prstGeom>
          <a:noFill/>
          <a:ln>
            <a:noFill/>
          </a:ln>
        </p:spPr>
        <p:txBody>
          <a:bodyPr spcFirstLastPara="1" vert="horz" wrap="square" lIns="0" tIns="0" rIns="0" bIns="0" rtlCol="0" anchor="t" anchorCtr="0">
            <a:noAutofit/>
          </a:bodyPr>
          <a:lstStyle>
            <a:lvl1pPr marL="0" indent="0" algn="l" defTabSz="914400" rtl="0" eaLnBrk="1" latinLnBrk="0" hangingPunct="1">
              <a:lnSpc>
                <a:spcPct val="100000"/>
              </a:lnSpc>
              <a:spcBef>
                <a:spcPts val="300"/>
              </a:spcBef>
              <a:spcAft>
                <a:spcPts val="1200"/>
              </a:spcAft>
              <a:buFont typeface="Arial" panose="020B0604020202020204" pitchFamily="34" charset="0"/>
              <a:buNone/>
              <a:defRPr sz="1500" b="1" kern="1200">
                <a:solidFill>
                  <a:schemeClr val="tx1"/>
                </a:solidFill>
                <a:latin typeface="+mn-lt"/>
                <a:ea typeface="+mn-ea"/>
                <a:cs typeface="+mn-cs"/>
              </a:defRPr>
            </a:lvl1pPr>
            <a:lvl2pPr marL="0" indent="0" algn="l" defTabSz="914400" rtl="0" eaLnBrk="1" latinLnBrk="0" hangingPunct="1">
              <a:lnSpc>
                <a:spcPct val="125000"/>
              </a:lnSpc>
              <a:spcBef>
                <a:spcPts val="600"/>
              </a:spcBef>
              <a:buFont typeface="Arial" panose="020B0604020202020204" pitchFamily="34" charset="0"/>
              <a:buNone/>
              <a:defRPr sz="1400" kern="1200">
                <a:solidFill>
                  <a:schemeClr val="tx1"/>
                </a:solidFill>
                <a:latin typeface="+mj-lt"/>
                <a:ea typeface="+mn-ea"/>
                <a:cs typeface="+mn-cs"/>
              </a:defRPr>
            </a:lvl2pPr>
            <a:lvl3pPr marL="171450" indent="-171450" algn="l" defTabSz="914400" rtl="0" eaLnBrk="1" latinLnBrk="0" hangingPunct="1">
              <a:lnSpc>
                <a:spcPct val="125000"/>
              </a:lnSpc>
              <a:spcBef>
                <a:spcPts val="600"/>
              </a:spcBef>
              <a:buFont typeface="Arial" panose="020B0604020202020204" pitchFamily="34" charset="0"/>
              <a:buChar char="•"/>
              <a:defRPr sz="1400" kern="1200">
                <a:solidFill>
                  <a:schemeClr val="tx1"/>
                </a:solidFill>
                <a:latin typeface="+mj-lt"/>
                <a:ea typeface="+mn-ea"/>
                <a:cs typeface="+mn-cs"/>
              </a:defRPr>
            </a:lvl3pPr>
            <a:lvl4pPr marL="344488" indent="-173038" algn="l" defTabSz="914400" rtl="0" eaLnBrk="1" latinLnBrk="0" hangingPunct="1">
              <a:lnSpc>
                <a:spcPct val="125000"/>
              </a:lnSpc>
              <a:spcBef>
                <a:spcPts val="600"/>
              </a:spcBef>
              <a:buFont typeface="Georgia" panose="02040502050405020303" pitchFamily="18" charset="0"/>
              <a:buChar char="–"/>
              <a:defRPr sz="1400" kern="1200">
                <a:solidFill>
                  <a:schemeClr val="tx1"/>
                </a:solidFill>
                <a:latin typeface="+mj-lt"/>
                <a:ea typeface="+mn-ea"/>
                <a:cs typeface="+mn-cs"/>
              </a:defRPr>
            </a:lvl4pPr>
            <a:lvl5pPr marL="515938" indent="-171450" algn="l" defTabSz="914400" rtl="0" eaLnBrk="1" latinLnBrk="0" hangingPunct="1">
              <a:lnSpc>
                <a:spcPct val="125000"/>
              </a:lnSpc>
              <a:spcBef>
                <a:spcPts val="600"/>
              </a:spcBef>
              <a:buFont typeface="Wingdings" panose="05000000000000000000" pitchFamily="2" charset="2"/>
              <a:buChar char="§"/>
              <a:defRPr sz="1400" kern="1200">
                <a:solidFill>
                  <a:schemeClr val="tx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5000"/>
              </a:lnSpc>
              <a:spcBef>
                <a:spcPts val="0"/>
              </a:spcBef>
              <a:buClr>
                <a:schemeClr val="dk1"/>
              </a:buClr>
              <a:buSzPts val="1800"/>
              <a:buFont typeface="Arial"/>
              <a:buNone/>
            </a:pPr>
            <a:r>
              <a:rPr lang="pl-PL" sz="1600" b="0" dirty="0">
                <a:latin typeface="+mj-lt"/>
              </a:rPr>
              <a:t>Main contact:</a:t>
            </a:r>
            <a:endParaRPr lang="pl-PL" sz="1600" b="0" dirty="0">
              <a:solidFill>
                <a:schemeClr val="accent1"/>
              </a:solidFill>
              <a:latin typeface="+mj-lt"/>
            </a:endParaRPr>
          </a:p>
          <a:p>
            <a:pPr>
              <a:lnSpc>
                <a:spcPct val="125000"/>
              </a:lnSpc>
              <a:spcBef>
                <a:spcPts val="0"/>
              </a:spcBef>
              <a:spcAft>
                <a:spcPts val="600"/>
              </a:spcAft>
              <a:buClr>
                <a:schemeClr val="dk1"/>
              </a:buClr>
              <a:buSzPts val="1600"/>
              <a:buFont typeface="Arial"/>
              <a:buNone/>
            </a:pPr>
            <a:r>
              <a:rPr lang="pl-PL" sz="1800" dirty="0"/>
              <a:t>Yerlan Zharassov</a:t>
            </a:r>
          </a:p>
          <a:p>
            <a:pPr>
              <a:lnSpc>
                <a:spcPct val="125000"/>
              </a:lnSpc>
              <a:spcBef>
                <a:spcPts val="0"/>
              </a:spcBef>
              <a:spcAft>
                <a:spcPts val="0"/>
              </a:spcAft>
              <a:buSzPts val="1600"/>
            </a:pPr>
            <a:r>
              <a:rPr lang="pl-PL" sz="1600" b="0" dirty="0">
                <a:latin typeface="+mj-lt"/>
              </a:rPr>
              <a:t>Senior Manager,</a:t>
            </a:r>
          </a:p>
          <a:p>
            <a:pPr>
              <a:lnSpc>
                <a:spcPct val="125000"/>
              </a:lnSpc>
              <a:spcBef>
                <a:spcPts val="0"/>
              </a:spcBef>
              <a:spcAft>
                <a:spcPts val="0"/>
              </a:spcAft>
              <a:buSzPts val="1600"/>
            </a:pPr>
            <a:r>
              <a:rPr lang="pl-PL" sz="1600" b="0" dirty="0">
                <a:latin typeface="+mj-lt"/>
              </a:rPr>
              <a:t>KYC</a:t>
            </a:r>
            <a:r>
              <a:rPr lang="pl-PL" sz="1600" b="0" dirty="0">
                <a:solidFill>
                  <a:srgbClr val="C55852"/>
                </a:solidFill>
                <a:latin typeface="+mj-lt"/>
              </a:rPr>
              <a:t>, </a:t>
            </a:r>
            <a:r>
              <a:rPr lang="pl-PL" sz="1600" b="0" dirty="0">
                <a:latin typeface="+mj-lt"/>
              </a:rPr>
              <a:t>AML SME </a:t>
            </a:r>
            <a:br>
              <a:rPr lang="pl-PL" sz="1600" b="0" dirty="0">
                <a:latin typeface="+mj-lt"/>
              </a:rPr>
            </a:br>
            <a:r>
              <a:rPr lang="pl-PL" sz="1600" b="0" dirty="0">
                <a:latin typeface="+mj-lt"/>
              </a:rPr>
              <a:t>(Subject Matter Expert)</a:t>
            </a:r>
            <a:endParaRPr lang="pl-PL" sz="1600" b="0" dirty="0">
              <a:solidFill>
                <a:schemeClr val="accent1"/>
              </a:solidFill>
              <a:latin typeface="+mj-lt"/>
            </a:endParaRPr>
          </a:p>
        </p:txBody>
      </p:sp>
      <p:pic>
        <p:nvPicPr>
          <p:cNvPr id="18" name="Picture 17">
            <a:extLst>
              <a:ext uri="{FF2B5EF4-FFF2-40B4-BE49-F238E27FC236}">
                <a16:creationId xmlns:a16="http://schemas.microsoft.com/office/drawing/2014/main" id="{CD8F3E3A-98C8-C01A-09D5-DAB997C06BA2}"/>
              </a:ext>
            </a:extLst>
          </p:cNvPr>
          <p:cNvPicPr>
            <a:picLocks noChangeAspect="1"/>
          </p:cNvPicPr>
          <p:nvPr/>
        </p:nvPicPr>
        <p:blipFill>
          <a:blip r:embed="rId7"/>
          <a:srcRect l="18561" t="4009" r="1616" b="37280"/>
          <a:stretch>
            <a:fillRect/>
          </a:stretch>
        </p:blipFill>
        <p:spPr>
          <a:xfrm>
            <a:off x="5163508" y="1828800"/>
            <a:ext cx="1919288" cy="1919288"/>
          </a:xfrm>
          <a:custGeom>
            <a:avLst/>
            <a:gdLst>
              <a:gd name="csX0" fmla="*/ 0 w 1919288"/>
              <a:gd name="csY0" fmla="*/ 0 h 1919288"/>
              <a:gd name="csX1" fmla="*/ 1919288 w 1919288"/>
              <a:gd name="csY1" fmla="*/ 0 h 1919288"/>
              <a:gd name="csX2" fmla="*/ 1919288 w 1919288"/>
              <a:gd name="csY2" fmla="*/ 1919288 h 1919288"/>
              <a:gd name="csX3" fmla="*/ 0 w 1919288"/>
              <a:gd name="csY3" fmla="*/ 1919288 h 1919288"/>
            </a:gdLst>
            <a:ahLst/>
            <a:cxnLst>
              <a:cxn ang="0">
                <a:pos x="csX0" y="csY0"/>
              </a:cxn>
              <a:cxn ang="0">
                <a:pos x="csX1" y="csY1"/>
              </a:cxn>
              <a:cxn ang="0">
                <a:pos x="csX2" y="csY2"/>
              </a:cxn>
              <a:cxn ang="0">
                <a:pos x="csX3" y="csY3"/>
              </a:cxn>
            </a:cxnLst>
            <a:rect l="l" t="t" r="r" b="b"/>
            <a:pathLst>
              <a:path w="1919288" h="1919288">
                <a:moveTo>
                  <a:pt x="0" y="0"/>
                </a:moveTo>
                <a:lnTo>
                  <a:pt x="1919288" y="0"/>
                </a:lnTo>
                <a:lnTo>
                  <a:pt x="1919288" y="1919288"/>
                </a:lnTo>
                <a:lnTo>
                  <a:pt x="0" y="1919288"/>
                </a:lnTo>
                <a:close/>
              </a:path>
            </a:pathLst>
          </a:custGeom>
        </p:spPr>
      </p:pic>
    </p:spTree>
    <p:extLst>
      <p:ext uri="{BB962C8B-B14F-4D97-AF65-F5344CB8AC3E}">
        <p14:creationId xmlns:p14="http://schemas.microsoft.com/office/powerpoint/2010/main" val="364963726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Picture 17">
            <a:extLst>
              <a:ext uri="{FF2B5EF4-FFF2-40B4-BE49-F238E27FC236}">
                <a16:creationId xmlns:a16="http://schemas.microsoft.com/office/drawing/2014/main" id="{3073655F-AB28-E7B5-EA67-7C4CC5D3344A}"/>
              </a:ext>
            </a:extLst>
          </p:cNvPr>
          <p:cNvPicPr preferRelativeResize="0"/>
          <p:nvPr/>
        </p:nvPicPr>
        <p:blipFill>
          <a:blip r:embed="rId3">
            <a:alphaModFix/>
          </a:blip>
          <a:srcRect l="10771" t="4156" r="14024" b="22794"/>
          <a:stretch>
            <a:fillRect/>
          </a:stretch>
        </p:blipFill>
        <p:spPr>
          <a:xfrm>
            <a:off x="4239419" y="1828800"/>
            <a:ext cx="1919288" cy="1919288"/>
          </a:xfrm>
          <a:custGeom>
            <a:avLst/>
            <a:gdLst>
              <a:gd name="csX0" fmla="*/ 0 w 1919288"/>
              <a:gd name="csY0" fmla="*/ 0 h 1919288"/>
              <a:gd name="csX1" fmla="*/ 1919288 w 1919288"/>
              <a:gd name="csY1" fmla="*/ 0 h 1919288"/>
              <a:gd name="csX2" fmla="*/ 1919288 w 1919288"/>
              <a:gd name="csY2" fmla="*/ 1919288 h 1919288"/>
              <a:gd name="csX3" fmla="*/ 0 w 1919288"/>
              <a:gd name="csY3" fmla="*/ 1919288 h 1919288"/>
            </a:gdLst>
            <a:ahLst/>
            <a:cxnLst>
              <a:cxn ang="0">
                <a:pos x="csX0" y="csY0"/>
              </a:cxn>
              <a:cxn ang="0">
                <a:pos x="csX1" y="csY1"/>
              </a:cxn>
              <a:cxn ang="0">
                <a:pos x="csX2" y="csY2"/>
              </a:cxn>
              <a:cxn ang="0">
                <a:pos x="csX3" y="csY3"/>
              </a:cxn>
            </a:cxnLst>
            <a:rect l="l" t="t" r="r" b="b"/>
            <a:pathLst>
              <a:path w="1919288" h="1919288">
                <a:moveTo>
                  <a:pt x="0" y="0"/>
                </a:moveTo>
                <a:lnTo>
                  <a:pt x="1919288" y="0"/>
                </a:lnTo>
                <a:lnTo>
                  <a:pt x="1919288" y="1919288"/>
                </a:lnTo>
                <a:lnTo>
                  <a:pt x="0" y="1919288"/>
                </a:lnTo>
                <a:close/>
              </a:path>
            </a:pathLst>
          </a:custGeom>
          <a:noFill/>
          <a:ln>
            <a:noFill/>
          </a:ln>
        </p:spPr>
      </p:pic>
      <p:pic>
        <p:nvPicPr>
          <p:cNvPr id="17" name="Picture 16">
            <a:extLst>
              <a:ext uri="{FF2B5EF4-FFF2-40B4-BE49-F238E27FC236}">
                <a16:creationId xmlns:a16="http://schemas.microsoft.com/office/drawing/2014/main" id="{FCFB1989-F80E-4813-5E98-CE6712B7C8A9}"/>
              </a:ext>
            </a:extLst>
          </p:cNvPr>
          <p:cNvPicPr preferRelativeResize="0"/>
          <p:nvPr/>
        </p:nvPicPr>
        <p:blipFill>
          <a:blip r:embed="rId4">
            <a:alphaModFix/>
          </a:blip>
          <a:srcRect l="1656" t="13448" r="2353" b="8389"/>
          <a:stretch>
            <a:fillRect/>
          </a:stretch>
        </p:blipFill>
        <p:spPr>
          <a:xfrm>
            <a:off x="400050" y="1828800"/>
            <a:ext cx="1919288" cy="1919288"/>
          </a:xfrm>
          <a:custGeom>
            <a:avLst/>
            <a:gdLst>
              <a:gd name="csX0" fmla="*/ 0 w 1919288"/>
              <a:gd name="csY0" fmla="*/ 0 h 1919288"/>
              <a:gd name="csX1" fmla="*/ 1919288 w 1919288"/>
              <a:gd name="csY1" fmla="*/ 0 h 1919288"/>
              <a:gd name="csX2" fmla="*/ 1919288 w 1919288"/>
              <a:gd name="csY2" fmla="*/ 1919288 h 1919288"/>
              <a:gd name="csX3" fmla="*/ 0 w 1919288"/>
              <a:gd name="csY3" fmla="*/ 1919288 h 1919288"/>
            </a:gdLst>
            <a:ahLst/>
            <a:cxnLst>
              <a:cxn ang="0">
                <a:pos x="csX0" y="csY0"/>
              </a:cxn>
              <a:cxn ang="0">
                <a:pos x="csX1" y="csY1"/>
              </a:cxn>
              <a:cxn ang="0">
                <a:pos x="csX2" y="csY2"/>
              </a:cxn>
              <a:cxn ang="0">
                <a:pos x="csX3" y="csY3"/>
              </a:cxn>
            </a:cxnLst>
            <a:rect l="l" t="t" r="r" b="b"/>
            <a:pathLst>
              <a:path w="1919288" h="1919288">
                <a:moveTo>
                  <a:pt x="0" y="0"/>
                </a:moveTo>
                <a:lnTo>
                  <a:pt x="1919288" y="0"/>
                </a:lnTo>
                <a:lnTo>
                  <a:pt x="1919288" y="1919288"/>
                </a:lnTo>
                <a:lnTo>
                  <a:pt x="0" y="1919288"/>
                </a:lnTo>
                <a:close/>
              </a:path>
            </a:pathLst>
          </a:custGeom>
          <a:noFill/>
          <a:ln>
            <a:noFill/>
          </a:ln>
        </p:spPr>
      </p:pic>
      <p:sp>
        <p:nvSpPr>
          <p:cNvPr id="2" name="Title 1">
            <a:extLst>
              <a:ext uri="{FF2B5EF4-FFF2-40B4-BE49-F238E27FC236}">
                <a16:creationId xmlns:a16="http://schemas.microsoft.com/office/drawing/2014/main" id="{98ECDD34-5265-1DD1-E949-B6E484E2830A}"/>
              </a:ext>
            </a:extLst>
          </p:cNvPr>
          <p:cNvSpPr>
            <a:spLocks noGrp="1"/>
          </p:cNvSpPr>
          <p:nvPr>
            <p:ph type="title"/>
          </p:nvPr>
        </p:nvSpPr>
        <p:spPr>
          <a:xfrm>
            <a:off x="402336" y="402336"/>
            <a:ext cx="11399691" cy="915289"/>
          </a:xfrm>
        </p:spPr>
        <p:txBody>
          <a:bodyPr/>
          <a:lstStyle/>
          <a:p>
            <a:r>
              <a:rPr lang="en-US" dirty="0"/>
              <a:t>Risk management team in PwC [Eurasia]</a:t>
            </a:r>
            <a:br>
              <a:rPr lang="en-US" dirty="0"/>
            </a:br>
            <a:r>
              <a:rPr lang="en-US" sz="2000" b="1" dirty="0">
                <a:latin typeface="+mn-lt"/>
              </a:rPr>
              <a:t>Advisory</a:t>
            </a:r>
            <a:endParaRPr lang="ru-RU" b="1" dirty="0">
              <a:latin typeface="+mn-lt"/>
            </a:endParaRPr>
          </a:p>
        </p:txBody>
      </p:sp>
      <p:sp>
        <p:nvSpPr>
          <p:cNvPr id="4" name="Footer Placeholder 3">
            <a:extLst>
              <a:ext uri="{FF2B5EF4-FFF2-40B4-BE49-F238E27FC236}">
                <a16:creationId xmlns:a16="http://schemas.microsoft.com/office/drawing/2014/main" id="{B824AD6F-B66A-E883-567D-B1D34E59252D}"/>
              </a:ext>
            </a:extLst>
          </p:cNvPr>
          <p:cNvSpPr>
            <a:spLocks noGrp="1"/>
          </p:cNvSpPr>
          <p:nvPr>
            <p:ph type="ftr" sz="quarter" idx="3"/>
          </p:nvPr>
        </p:nvSpPr>
        <p:spPr/>
        <p:txBody>
          <a:bodyPr/>
          <a:lstStyle/>
          <a:p>
            <a:r>
              <a:rPr lang="en-US" dirty="0"/>
              <a:t>PwC Risk Management</a:t>
            </a:r>
          </a:p>
        </p:txBody>
      </p:sp>
      <p:sp>
        <p:nvSpPr>
          <p:cNvPr id="5" name="Slide Number Placeholder 4">
            <a:extLst>
              <a:ext uri="{FF2B5EF4-FFF2-40B4-BE49-F238E27FC236}">
                <a16:creationId xmlns:a16="http://schemas.microsoft.com/office/drawing/2014/main" id="{07838974-B00C-D5D2-C15D-C8975E6EBC50}"/>
              </a:ext>
            </a:extLst>
          </p:cNvPr>
          <p:cNvSpPr>
            <a:spLocks noGrp="1"/>
          </p:cNvSpPr>
          <p:nvPr>
            <p:ph type="sldNum" sz="quarter" idx="4"/>
          </p:nvPr>
        </p:nvSpPr>
        <p:spPr/>
        <p:txBody>
          <a:bodyPr/>
          <a:lstStyle/>
          <a:p>
            <a:fld id="{3E6AC032-1535-134B-A583-D5E1DDD0D167}" type="slidenum">
              <a:rPr lang="en-US" smtClean="0"/>
              <a:pPr/>
              <a:t>4</a:t>
            </a:fld>
            <a:endParaRPr lang="en-US"/>
          </a:p>
        </p:txBody>
      </p:sp>
      <p:sp>
        <p:nvSpPr>
          <p:cNvPr id="11" name="Google Shape;822;p145">
            <a:extLst>
              <a:ext uri="{FF2B5EF4-FFF2-40B4-BE49-F238E27FC236}">
                <a16:creationId xmlns:a16="http://schemas.microsoft.com/office/drawing/2014/main" id="{6092F14E-33C4-05C6-545D-3C7675AC7083}"/>
              </a:ext>
            </a:extLst>
          </p:cNvPr>
          <p:cNvSpPr txBox="1">
            <a:spLocks/>
          </p:cNvSpPr>
          <p:nvPr/>
        </p:nvSpPr>
        <p:spPr>
          <a:xfrm>
            <a:off x="405180" y="4007713"/>
            <a:ext cx="2016000" cy="1885800"/>
          </a:xfrm>
          <a:prstGeom prst="rect">
            <a:avLst/>
          </a:prstGeom>
          <a:noFill/>
          <a:ln>
            <a:noFill/>
          </a:ln>
        </p:spPr>
        <p:txBody>
          <a:bodyPr spcFirstLastPara="1" vert="horz" wrap="square" lIns="0" tIns="0" rIns="0" bIns="0" rtlCol="0" anchor="t" anchorCtr="0">
            <a:noAutofit/>
          </a:bodyPr>
          <a:lstStyle>
            <a:lvl1pPr marL="0" indent="0" algn="l" defTabSz="914400" rtl="0" eaLnBrk="1" latinLnBrk="0" hangingPunct="1">
              <a:lnSpc>
                <a:spcPct val="100000"/>
              </a:lnSpc>
              <a:spcBef>
                <a:spcPts val="300"/>
              </a:spcBef>
              <a:spcAft>
                <a:spcPts val="1200"/>
              </a:spcAft>
              <a:buFont typeface="Arial" panose="020B0604020202020204" pitchFamily="34" charset="0"/>
              <a:buNone/>
              <a:defRPr sz="1500" b="1" kern="1200">
                <a:solidFill>
                  <a:schemeClr val="tx1"/>
                </a:solidFill>
                <a:latin typeface="+mn-lt"/>
                <a:ea typeface="+mn-ea"/>
                <a:cs typeface="+mn-cs"/>
              </a:defRPr>
            </a:lvl1pPr>
            <a:lvl2pPr marL="0" indent="0" algn="l" defTabSz="914400" rtl="0" eaLnBrk="1" latinLnBrk="0" hangingPunct="1">
              <a:lnSpc>
                <a:spcPct val="125000"/>
              </a:lnSpc>
              <a:spcBef>
                <a:spcPts val="600"/>
              </a:spcBef>
              <a:buFont typeface="Arial" panose="020B0604020202020204" pitchFamily="34" charset="0"/>
              <a:buNone/>
              <a:defRPr sz="1400" kern="1200">
                <a:solidFill>
                  <a:schemeClr val="tx1"/>
                </a:solidFill>
                <a:latin typeface="+mj-lt"/>
                <a:ea typeface="+mn-ea"/>
                <a:cs typeface="+mn-cs"/>
              </a:defRPr>
            </a:lvl2pPr>
            <a:lvl3pPr marL="171450" indent="-171450" algn="l" defTabSz="914400" rtl="0" eaLnBrk="1" latinLnBrk="0" hangingPunct="1">
              <a:lnSpc>
                <a:spcPct val="125000"/>
              </a:lnSpc>
              <a:spcBef>
                <a:spcPts val="600"/>
              </a:spcBef>
              <a:buFont typeface="Arial" panose="020B0604020202020204" pitchFamily="34" charset="0"/>
              <a:buChar char="•"/>
              <a:defRPr sz="1400" kern="1200">
                <a:solidFill>
                  <a:schemeClr val="tx1"/>
                </a:solidFill>
                <a:latin typeface="+mj-lt"/>
                <a:ea typeface="+mn-ea"/>
                <a:cs typeface="+mn-cs"/>
              </a:defRPr>
            </a:lvl3pPr>
            <a:lvl4pPr marL="344488" indent="-173038" algn="l" defTabSz="914400" rtl="0" eaLnBrk="1" latinLnBrk="0" hangingPunct="1">
              <a:lnSpc>
                <a:spcPct val="125000"/>
              </a:lnSpc>
              <a:spcBef>
                <a:spcPts val="600"/>
              </a:spcBef>
              <a:buFont typeface="Georgia" panose="02040502050405020303" pitchFamily="18" charset="0"/>
              <a:buChar char="–"/>
              <a:defRPr sz="1400" kern="1200">
                <a:solidFill>
                  <a:schemeClr val="tx1"/>
                </a:solidFill>
                <a:latin typeface="+mj-lt"/>
                <a:ea typeface="+mn-ea"/>
                <a:cs typeface="+mn-cs"/>
              </a:defRPr>
            </a:lvl4pPr>
            <a:lvl5pPr marL="515938" indent="-171450" algn="l" defTabSz="914400" rtl="0" eaLnBrk="1" latinLnBrk="0" hangingPunct="1">
              <a:lnSpc>
                <a:spcPct val="125000"/>
              </a:lnSpc>
              <a:spcBef>
                <a:spcPts val="600"/>
              </a:spcBef>
              <a:buFont typeface="Wingdings" panose="05000000000000000000" pitchFamily="2" charset="2"/>
              <a:buChar char="§"/>
              <a:defRPr sz="1400" kern="1200">
                <a:solidFill>
                  <a:schemeClr val="tx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5000"/>
              </a:lnSpc>
              <a:spcBef>
                <a:spcPts val="0"/>
              </a:spcBef>
              <a:buClr>
                <a:srgbClr val="000000"/>
              </a:buClr>
              <a:buSzPts val="1100"/>
              <a:buFont typeface="Arial"/>
              <a:buNone/>
            </a:pPr>
            <a:r>
              <a:rPr lang="en-US" sz="1600" b="0" dirty="0">
                <a:solidFill>
                  <a:srgbClr val="000000"/>
                </a:solidFill>
                <a:latin typeface="+mj-lt"/>
              </a:rPr>
              <a:t>Partner:</a:t>
            </a:r>
          </a:p>
          <a:p>
            <a:pPr>
              <a:lnSpc>
                <a:spcPct val="125000"/>
              </a:lnSpc>
              <a:spcBef>
                <a:spcPts val="0"/>
              </a:spcBef>
              <a:spcAft>
                <a:spcPts val="600"/>
              </a:spcAft>
              <a:buClr>
                <a:srgbClr val="000000"/>
              </a:buClr>
              <a:buSzPts val="1100"/>
              <a:buFont typeface="Arial"/>
              <a:buNone/>
            </a:pPr>
            <a:r>
              <a:rPr lang="en-US" sz="1800" dirty="0"/>
              <a:t>Paul Gleeson</a:t>
            </a:r>
          </a:p>
          <a:p>
            <a:pPr>
              <a:lnSpc>
                <a:spcPct val="125000"/>
              </a:lnSpc>
              <a:spcBef>
                <a:spcPts val="0"/>
              </a:spcBef>
              <a:spcAft>
                <a:spcPts val="0"/>
              </a:spcAft>
              <a:buClr>
                <a:srgbClr val="000000"/>
              </a:buClr>
              <a:buSzPts val="1100"/>
              <a:buFont typeface="Arial"/>
              <a:buNone/>
            </a:pPr>
            <a:r>
              <a:rPr lang="en-US" sz="1600" b="0" dirty="0">
                <a:solidFill>
                  <a:srgbClr val="000000"/>
                </a:solidFill>
                <a:latin typeface="+mj-lt"/>
              </a:rPr>
              <a:t>Partner, Chief Risk Officer, Central and Eastern Europe</a:t>
            </a:r>
            <a:endParaRPr lang="en-US" sz="1600" dirty="0">
              <a:solidFill>
                <a:srgbClr val="000000"/>
              </a:solidFill>
            </a:endParaRPr>
          </a:p>
          <a:p>
            <a:pPr lvl="1">
              <a:spcBef>
                <a:spcPts val="0"/>
              </a:spcBef>
              <a:spcAft>
                <a:spcPts val="600"/>
              </a:spcAft>
              <a:buClr>
                <a:schemeClr val="dk1"/>
              </a:buClr>
              <a:buSzPts val="1400"/>
              <a:buFont typeface="Arial"/>
              <a:buNone/>
            </a:pPr>
            <a:endParaRPr lang="en-US" sz="1600" dirty="0"/>
          </a:p>
        </p:txBody>
      </p:sp>
      <p:sp>
        <p:nvSpPr>
          <p:cNvPr id="12" name="Google Shape;823;p145">
            <a:extLst>
              <a:ext uri="{FF2B5EF4-FFF2-40B4-BE49-F238E27FC236}">
                <a16:creationId xmlns:a16="http://schemas.microsoft.com/office/drawing/2014/main" id="{747992C4-9B61-58F3-789A-376E1E0A3857}"/>
              </a:ext>
            </a:extLst>
          </p:cNvPr>
          <p:cNvSpPr txBox="1">
            <a:spLocks/>
          </p:cNvSpPr>
          <p:nvPr/>
        </p:nvSpPr>
        <p:spPr>
          <a:xfrm>
            <a:off x="4239419" y="4007713"/>
            <a:ext cx="2151808" cy="1885800"/>
          </a:xfrm>
          <a:prstGeom prst="rect">
            <a:avLst/>
          </a:prstGeom>
          <a:noFill/>
          <a:ln>
            <a:noFill/>
          </a:ln>
        </p:spPr>
        <p:txBody>
          <a:bodyPr spcFirstLastPara="1" vert="horz" wrap="square" lIns="0" tIns="0" rIns="0" bIns="0" rtlCol="0" anchor="t" anchorCtr="0">
            <a:noAutofit/>
          </a:bodyPr>
          <a:lstStyle>
            <a:lvl1pPr marL="0" indent="0" algn="l" defTabSz="914400" rtl="0" eaLnBrk="1" latinLnBrk="0" hangingPunct="1">
              <a:lnSpc>
                <a:spcPct val="100000"/>
              </a:lnSpc>
              <a:spcBef>
                <a:spcPts val="300"/>
              </a:spcBef>
              <a:spcAft>
                <a:spcPts val="1200"/>
              </a:spcAft>
              <a:buFont typeface="Arial" panose="020B0604020202020204" pitchFamily="34" charset="0"/>
              <a:buNone/>
              <a:defRPr sz="1500" b="1" kern="1200">
                <a:solidFill>
                  <a:schemeClr val="tx1"/>
                </a:solidFill>
                <a:latin typeface="+mn-lt"/>
                <a:ea typeface="+mn-ea"/>
                <a:cs typeface="+mn-cs"/>
              </a:defRPr>
            </a:lvl1pPr>
            <a:lvl2pPr marL="0" indent="0" algn="l" defTabSz="914400" rtl="0" eaLnBrk="1" latinLnBrk="0" hangingPunct="1">
              <a:lnSpc>
                <a:spcPct val="125000"/>
              </a:lnSpc>
              <a:spcBef>
                <a:spcPts val="600"/>
              </a:spcBef>
              <a:buFont typeface="Arial" panose="020B0604020202020204" pitchFamily="34" charset="0"/>
              <a:buNone/>
              <a:defRPr sz="1400" kern="1200">
                <a:solidFill>
                  <a:schemeClr val="tx1"/>
                </a:solidFill>
                <a:latin typeface="+mj-lt"/>
                <a:ea typeface="+mn-ea"/>
                <a:cs typeface="+mn-cs"/>
              </a:defRPr>
            </a:lvl2pPr>
            <a:lvl3pPr marL="171450" indent="-171450" algn="l" defTabSz="914400" rtl="0" eaLnBrk="1" latinLnBrk="0" hangingPunct="1">
              <a:lnSpc>
                <a:spcPct val="125000"/>
              </a:lnSpc>
              <a:spcBef>
                <a:spcPts val="600"/>
              </a:spcBef>
              <a:buFont typeface="Arial" panose="020B0604020202020204" pitchFamily="34" charset="0"/>
              <a:buChar char="•"/>
              <a:defRPr sz="1400" kern="1200">
                <a:solidFill>
                  <a:schemeClr val="tx1"/>
                </a:solidFill>
                <a:latin typeface="+mj-lt"/>
                <a:ea typeface="+mn-ea"/>
                <a:cs typeface="+mn-cs"/>
              </a:defRPr>
            </a:lvl3pPr>
            <a:lvl4pPr marL="344488" indent="-173038" algn="l" defTabSz="914400" rtl="0" eaLnBrk="1" latinLnBrk="0" hangingPunct="1">
              <a:lnSpc>
                <a:spcPct val="125000"/>
              </a:lnSpc>
              <a:spcBef>
                <a:spcPts val="600"/>
              </a:spcBef>
              <a:buFont typeface="Georgia" panose="02040502050405020303" pitchFamily="18" charset="0"/>
              <a:buChar char="–"/>
              <a:defRPr sz="1400" kern="1200">
                <a:solidFill>
                  <a:schemeClr val="tx1"/>
                </a:solidFill>
                <a:latin typeface="+mj-lt"/>
                <a:ea typeface="+mn-ea"/>
                <a:cs typeface="+mn-cs"/>
              </a:defRPr>
            </a:lvl4pPr>
            <a:lvl5pPr marL="515938" indent="-171450" algn="l" defTabSz="914400" rtl="0" eaLnBrk="1" latinLnBrk="0" hangingPunct="1">
              <a:lnSpc>
                <a:spcPct val="125000"/>
              </a:lnSpc>
              <a:spcBef>
                <a:spcPts val="600"/>
              </a:spcBef>
              <a:buFont typeface="Wingdings" panose="05000000000000000000" pitchFamily="2" charset="2"/>
              <a:buChar char="§"/>
              <a:defRPr sz="1400" kern="1200">
                <a:solidFill>
                  <a:schemeClr val="tx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5000"/>
              </a:lnSpc>
              <a:spcBef>
                <a:spcPts val="0"/>
              </a:spcBef>
              <a:buClr>
                <a:schemeClr val="dk1"/>
              </a:buClr>
              <a:buSzPts val="1800"/>
              <a:buFont typeface="Arial"/>
              <a:buNone/>
            </a:pPr>
            <a:r>
              <a:rPr lang="pl-PL" sz="1600" b="0" dirty="0">
                <a:latin typeface="+mj-lt"/>
              </a:rPr>
              <a:t>Main contact:</a:t>
            </a:r>
            <a:endParaRPr lang="pl-PL" sz="1600" b="0" dirty="0">
              <a:solidFill>
                <a:schemeClr val="accent1"/>
              </a:solidFill>
              <a:latin typeface="+mj-lt"/>
            </a:endParaRPr>
          </a:p>
          <a:p>
            <a:pPr>
              <a:lnSpc>
                <a:spcPct val="125000"/>
              </a:lnSpc>
              <a:spcBef>
                <a:spcPts val="0"/>
              </a:spcBef>
              <a:spcAft>
                <a:spcPts val="600"/>
              </a:spcAft>
              <a:buClr>
                <a:schemeClr val="dk1"/>
              </a:buClr>
              <a:buSzPts val="1600"/>
              <a:buFont typeface="Arial"/>
              <a:buNone/>
            </a:pPr>
            <a:r>
              <a:rPr lang="pl-PL" sz="1800" dirty="0"/>
              <a:t>Nargiz Saidullayeva</a:t>
            </a:r>
          </a:p>
          <a:p>
            <a:pPr>
              <a:lnSpc>
                <a:spcPct val="125000"/>
              </a:lnSpc>
              <a:spcBef>
                <a:spcPts val="0"/>
              </a:spcBef>
              <a:spcAft>
                <a:spcPts val="0"/>
              </a:spcAft>
              <a:buClr>
                <a:schemeClr val="dk1"/>
              </a:buClr>
              <a:buSzPts val="1600"/>
              <a:buFont typeface="Arial"/>
              <a:buNone/>
            </a:pPr>
            <a:r>
              <a:rPr lang="pt-BR" sz="1600" b="0" dirty="0">
                <a:latin typeface="+mj-lt"/>
              </a:rPr>
              <a:t>Senior Manager, Eurasia Advisory R&amp;Q</a:t>
            </a:r>
            <a:endParaRPr lang="pl-PL" sz="1600" b="0" dirty="0">
              <a:solidFill>
                <a:schemeClr val="accent1"/>
              </a:solidFill>
              <a:latin typeface="+mj-lt"/>
            </a:endParaRPr>
          </a:p>
        </p:txBody>
      </p:sp>
    </p:spTree>
    <p:extLst>
      <p:ext uri="{BB962C8B-B14F-4D97-AF65-F5344CB8AC3E}">
        <p14:creationId xmlns:p14="http://schemas.microsoft.com/office/powerpoint/2010/main" val="25697553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 name="Picture 27">
            <a:extLst>
              <a:ext uri="{FF2B5EF4-FFF2-40B4-BE49-F238E27FC236}">
                <a16:creationId xmlns:a16="http://schemas.microsoft.com/office/drawing/2014/main" id="{11E681DE-CD53-88CF-8C9E-FB436819808C}"/>
              </a:ext>
            </a:extLst>
          </p:cNvPr>
          <p:cNvPicPr>
            <a:picLocks noChangeAspect="1"/>
          </p:cNvPicPr>
          <p:nvPr/>
        </p:nvPicPr>
        <p:blipFill>
          <a:blip r:embed="rId3">
            <a:extLst>
              <a:ext uri="{28A0092B-C50C-407E-A947-70E740481C1C}">
                <a14:useLocalDpi xmlns:a14="http://schemas.microsoft.com/office/drawing/2010/main" val="0"/>
              </a:ext>
            </a:extLst>
          </a:blip>
          <a:srcRect l="6251" t="7883" r="1632"/>
          <a:stretch>
            <a:fillRect/>
          </a:stretch>
        </p:blipFill>
        <p:spPr>
          <a:xfrm>
            <a:off x="403421" y="1828800"/>
            <a:ext cx="1919288" cy="1919288"/>
          </a:xfrm>
          <a:custGeom>
            <a:avLst/>
            <a:gdLst>
              <a:gd name="csX0" fmla="*/ 0 w 1919288"/>
              <a:gd name="csY0" fmla="*/ 0 h 1919288"/>
              <a:gd name="csX1" fmla="*/ 1919288 w 1919288"/>
              <a:gd name="csY1" fmla="*/ 0 h 1919288"/>
              <a:gd name="csX2" fmla="*/ 1919288 w 1919288"/>
              <a:gd name="csY2" fmla="*/ 1919288 h 1919288"/>
              <a:gd name="csX3" fmla="*/ 0 w 1919288"/>
              <a:gd name="csY3" fmla="*/ 1919288 h 1919288"/>
            </a:gdLst>
            <a:ahLst/>
            <a:cxnLst>
              <a:cxn ang="0">
                <a:pos x="csX0" y="csY0"/>
              </a:cxn>
              <a:cxn ang="0">
                <a:pos x="csX1" y="csY1"/>
              </a:cxn>
              <a:cxn ang="0">
                <a:pos x="csX2" y="csY2"/>
              </a:cxn>
              <a:cxn ang="0">
                <a:pos x="csX3" y="csY3"/>
              </a:cxn>
            </a:cxnLst>
            <a:rect l="l" t="t" r="r" b="b"/>
            <a:pathLst>
              <a:path w="1919288" h="1919288">
                <a:moveTo>
                  <a:pt x="0" y="0"/>
                </a:moveTo>
                <a:lnTo>
                  <a:pt x="1919288" y="0"/>
                </a:lnTo>
                <a:lnTo>
                  <a:pt x="1919288" y="1919288"/>
                </a:lnTo>
                <a:lnTo>
                  <a:pt x="0" y="1919288"/>
                </a:lnTo>
                <a:close/>
              </a:path>
            </a:pathLst>
          </a:custGeom>
        </p:spPr>
      </p:pic>
      <p:pic>
        <p:nvPicPr>
          <p:cNvPr id="23" name="Picture 22">
            <a:extLst>
              <a:ext uri="{FF2B5EF4-FFF2-40B4-BE49-F238E27FC236}">
                <a16:creationId xmlns:a16="http://schemas.microsoft.com/office/drawing/2014/main" id="{209F4A79-EF49-3AB2-37C8-DDF243345C2A}"/>
              </a:ext>
            </a:extLst>
          </p:cNvPr>
          <p:cNvPicPr preferRelativeResize="0"/>
          <p:nvPr/>
        </p:nvPicPr>
        <p:blipFill>
          <a:blip r:embed="rId4">
            <a:alphaModFix/>
          </a:blip>
          <a:srcRect l="1331" t="2725" r="4733" b="14985"/>
          <a:stretch>
            <a:fillRect/>
          </a:stretch>
        </p:blipFill>
        <p:spPr>
          <a:xfrm>
            <a:off x="8075417" y="1828800"/>
            <a:ext cx="1919288" cy="1919288"/>
          </a:xfrm>
          <a:custGeom>
            <a:avLst/>
            <a:gdLst>
              <a:gd name="csX0" fmla="*/ 0 w 1919288"/>
              <a:gd name="csY0" fmla="*/ 0 h 1919288"/>
              <a:gd name="csX1" fmla="*/ 1919288 w 1919288"/>
              <a:gd name="csY1" fmla="*/ 0 h 1919288"/>
              <a:gd name="csX2" fmla="*/ 1919288 w 1919288"/>
              <a:gd name="csY2" fmla="*/ 1919288 h 1919288"/>
              <a:gd name="csX3" fmla="*/ 0 w 1919288"/>
              <a:gd name="csY3" fmla="*/ 1919288 h 1919288"/>
            </a:gdLst>
            <a:ahLst/>
            <a:cxnLst>
              <a:cxn ang="0">
                <a:pos x="csX0" y="csY0"/>
              </a:cxn>
              <a:cxn ang="0">
                <a:pos x="csX1" y="csY1"/>
              </a:cxn>
              <a:cxn ang="0">
                <a:pos x="csX2" y="csY2"/>
              </a:cxn>
              <a:cxn ang="0">
                <a:pos x="csX3" y="csY3"/>
              </a:cxn>
            </a:cxnLst>
            <a:rect l="l" t="t" r="r" b="b"/>
            <a:pathLst>
              <a:path w="1919288" h="1919288">
                <a:moveTo>
                  <a:pt x="0" y="0"/>
                </a:moveTo>
                <a:lnTo>
                  <a:pt x="1919288" y="0"/>
                </a:lnTo>
                <a:lnTo>
                  <a:pt x="1919288" y="1919288"/>
                </a:lnTo>
                <a:lnTo>
                  <a:pt x="0" y="1919288"/>
                </a:lnTo>
                <a:close/>
              </a:path>
            </a:pathLst>
          </a:custGeom>
          <a:noFill/>
          <a:ln>
            <a:noFill/>
          </a:ln>
        </p:spPr>
      </p:pic>
      <p:sp>
        <p:nvSpPr>
          <p:cNvPr id="2" name="Title 1">
            <a:extLst>
              <a:ext uri="{FF2B5EF4-FFF2-40B4-BE49-F238E27FC236}">
                <a16:creationId xmlns:a16="http://schemas.microsoft.com/office/drawing/2014/main" id="{76E40344-2DA8-BD0B-3186-C26ED115818B}"/>
              </a:ext>
            </a:extLst>
          </p:cNvPr>
          <p:cNvSpPr>
            <a:spLocks noGrp="1"/>
          </p:cNvSpPr>
          <p:nvPr>
            <p:ph type="title"/>
          </p:nvPr>
        </p:nvSpPr>
        <p:spPr>
          <a:xfrm>
            <a:off x="402336" y="402337"/>
            <a:ext cx="11399691" cy="822536"/>
          </a:xfrm>
        </p:spPr>
        <p:txBody>
          <a:bodyPr/>
          <a:lstStyle/>
          <a:p>
            <a:r>
              <a:rPr lang="en-US" dirty="0"/>
              <a:t>Risk management team in PwC [Eurasia]</a:t>
            </a:r>
            <a:br>
              <a:rPr lang="en-US" dirty="0"/>
            </a:br>
            <a:r>
              <a:rPr lang="en-US" sz="2000" b="1" dirty="0" err="1">
                <a:latin typeface="+mn-lt"/>
              </a:rPr>
              <a:t>Tax&amp;Legal</a:t>
            </a:r>
            <a:endParaRPr lang="ru-RU" b="1" dirty="0">
              <a:latin typeface="+mn-lt"/>
            </a:endParaRPr>
          </a:p>
        </p:txBody>
      </p:sp>
      <p:sp>
        <p:nvSpPr>
          <p:cNvPr id="4" name="Footer Placeholder 3">
            <a:extLst>
              <a:ext uri="{FF2B5EF4-FFF2-40B4-BE49-F238E27FC236}">
                <a16:creationId xmlns:a16="http://schemas.microsoft.com/office/drawing/2014/main" id="{2A6CED84-74A5-A9BA-10B6-94CD42B1A3C1}"/>
              </a:ext>
            </a:extLst>
          </p:cNvPr>
          <p:cNvSpPr>
            <a:spLocks noGrp="1"/>
          </p:cNvSpPr>
          <p:nvPr>
            <p:ph type="ftr" sz="quarter" idx="3"/>
          </p:nvPr>
        </p:nvSpPr>
        <p:spPr/>
        <p:txBody>
          <a:bodyPr/>
          <a:lstStyle/>
          <a:p>
            <a:r>
              <a:rPr lang="en-US"/>
              <a:t>PwC Risk Management</a:t>
            </a:r>
          </a:p>
        </p:txBody>
      </p:sp>
      <p:sp>
        <p:nvSpPr>
          <p:cNvPr id="5" name="Slide Number Placeholder 4">
            <a:extLst>
              <a:ext uri="{FF2B5EF4-FFF2-40B4-BE49-F238E27FC236}">
                <a16:creationId xmlns:a16="http://schemas.microsoft.com/office/drawing/2014/main" id="{4C6EE272-7EA1-B4A2-C380-DB63448552C8}"/>
              </a:ext>
            </a:extLst>
          </p:cNvPr>
          <p:cNvSpPr>
            <a:spLocks noGrp="1"/>
          </p:cNvSpPr>
          <p:nvPr>
            <p:ph type="sldNum" sz="quarter" idx="4"/>
          </p:nvPr>
        </p:nvSpPr>
        <p:spPr/>
        <p:txBody>
          <a:bodyPr/>
          <a:lstStyle/>
          <a:p>
            <a:fld id="{3E6AC032-1535-134B-A583-D5E1DDD0D167}" type="slidenum">
              <a:rPr lang="en-US" smtClean="0"/>
              <a:pPr/>
              <a:t>5</a:t>
            </a:fld>
            <a:endParaRPr lang="en-US"/>
          </a:p>
        </p:txBody>
      </p:sp>
      <p:sp>
        <p:nvSpPr>
          <p:cNvPr id="8" name="Google Shape;822;p145">
            <a:extLst>
              <a:ext uri="{FF2B5EF4-FFF2-40B4-BE49-F238E27FC236}">
                <a16:creationId xmlns:a16="http://schemas.microsoft.com/office/drawing/2014/main" id="{0995D66A-8BAA-C4D0-33BF-FBFACFA7E1AA}"/>
              </a:ext>
            </a:extLst>
          </p:cNvPr>
          <p:cNvSpPr txBox="1">
            <a:spLocks/>
          </p:cNvSpPr>
          <p:nvPr/>
        </p:nvSpPr>
        <p:spPr>
          <a:xfrm>
            <a:off x="405180" y="4007713"/>
            <a:ext cx="2016000" cy="1885800"/>
          </a:xfrm>
          <a:prstGeom prst="rect">
            <a:avLst/>
          </a:prstGeom>
          <a:noFill/>
          <a:ln>
            <a:noFill/>
          </a:ln>
        </p:spPr>
        <p:txBody>
          <a:bodyPr spcFirstLastPara="1" vert="horz" wrap="square" lIns="0" tIns="0" rIns="0" bIns="0" rtlCol="0" anchor="t" anchorCtr="0">
            <a:noAutofit/>
          </a:bodyPr>
          <a:lstStyle>
            <a:lvl1pPr marL="0" indent="0" algn="l" defTabSz="914400" rtl="0" eaLnBrk="1" latinLnBrk="0" hangingPunct="1">
              <a:lnSpc>
                <a:spcPct val="100000"/>
              </a:lnSpc>
              <a:spcBef>
                <a:spcPts val="300"/>
              </a:spcBef>
              <a:spcAft>
                <a:spcPts val="1200"/>
              </a:spcAft>
              <a:buFont typeface="Arial" panose="020B0604020202020204" pitchFamily="34" charset="0"/>
              <a:buNone/>
              <a:defRPr sz="1500" b="1" kern="1200">
                <a:solidFill>
                  <a:schemeClr val="tx1"/>
                </a:solidFill>
                <a:latin typeface="+mn-lt"/>
                <a:ea typeface="+mn-ea"/>
                <a:cs typeface="+mn-cs"/>
              </a:defRPr>
            </a:lvl1pPr>
            <a:lvl2pPr marL="0" indent="0" algn="l" defTabSz="914400" rtl="0" eaLnBrk="1" latinLnBrk="0" hangingPunct="1">
              <a:lnSpc>
                <a:spcPct val="125000"/>
              </a:lnSpc>
              <a:spcBef>
                <a:spcPts val="600"/>
              </a:spcBef>
              <a:buFont typeface="Arial" panose="020B0604020202020204" pitchFamily="34" charset="0"/>
              <a:buNone/>
              <a:defRPr sz="1400" kern="1200">
                <a:solidFill>
                  <a:schemeClr val="tx1"/>
                </a:solidFill>
                <a:latin typeface="+mj-lt"/>
                <a:ea typeface="+mn-ea"/>
                <a:cs typeface="+mn-cs"/>
              </a:defRPr>
            </a:lvl2pPr>
            <a:lvl3pPr marL="171450" indent="-171450" algn="l" defTabSz="914400" rtl="0" eaLnBrk="1" latinLnBrk="0" hangingPunct="1">
              <a:lnSpc>
                <a:spcPct val="125000"/>
              </a:lnSpc>
              <a:spcBef>
                <a:spcPts val="600"/>
              </a:spcBef>
              <a:buFont typeface="Arial" panose="020B0604020202020204" pitchFamily="34" charset="0"/>
              <a:buChar char="•"/>
              <a:defRPr sz="1400" kern="1200">
                <a:solidFill>
                  <a:schemeClr val="tx1"/>
                </a:solidFill>
                <a:latin typeface="+mj-lt"/>
                <a:ea typeface="+mn-ea"/>
                <a:cs typeface="+mn-cs"/>
              </a:defRPr>
            </a:lvl3pPr>
            <a:lvl4pPr marL="344488" indent="-173038" algn="l" defTabSz="914400" rtl="0" eaLnBrk="1" latinLnBrk="0" hangingPunct="1">
              <a:lnSpc>
                <a:spcPct val="125000"/>
              </a:lnSpc>
              <a:spcBef>
                <a:spcPts val="600"/>
              </a:spcBef>
              <a:buFont typeface="Georgia" panose="02040502050405020303" pitchFamily="18" charset="0"/>
              <a:buChar char="–"/>
              <a:defRPr sz="1400" kern="1200">
                <a:solidFill>
                  <a:schemeClr val="tx1"/>
                </a:solidFill>
                <a:latin typeface="+mj-lt"/>
                <a:ea typeface="+mn-ea"/>
                <a:cs typeface="+mn-cs"/>
              </a:defRPr>
            </a:lvl4pPr>
            <a:lvl5pPr marL="515938" indent="-171450" algn="l" defTabSz="914400" rtl="0" eaLnBrk="1" latinLnBrk="0" hangingPunct="1">
              <a:lnSpc>
                <a:spcPct val="125000"/>
              </a:lnSpc>
              <a:spcBef>
                <a:spcPts val="600"/>
              </a:spcBef>
              <a:buFont typeface="Wingdings" panose="05000000000000000000" pitchFamily="2" charset="2"/>
              <a:buChar char="§"/>
              <a:defRPr sz="1400" kern="1200">
                <a:solidFill>
                  <a:schemeClr val="tx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5000"/>
              </a:lnSpc>
              <a:spcBef>
                <a:spcPts val="0"/>
              </a:spcBef>
              <a:buClr>
                <a:srgbClr val="000000"/>
              </a:buClr>
              <a:buSzPts val="1100"/>
              <a:buFont typeface="Arial"/>
              <a:buNone/>
            </a:pPr>
            <a:r>
              <a:rPr lang="en-US" sz="1600" b="0" dirty="0">
                <a:solidFill>
                  <a:srgbClr val="000000"/>
                </a:solidFill>
                <a:latin typeface="+mj-lt"/>
              </a:rPr>
              <a:t>Partner:</a:t>
            </a:r>
          </a:p>
          <a:p>
            <a:pPr>
              <a:lnSpc>
                <a:spcPct val="125000"/>
              </a:lnSpc>
              <a:spcBef>
                <a:spcPts val="0"/>
              </a:spcBef>
              <a:spcAft>
                <a:spcPts val="600"/>
              </a:spcAft>
              <a:buClr>
                <a:srgbClr val="000000"/>
              </a:buClr>
              <a:buSzPts val="1100"/>
              <a:buFont typeface="Arial"/>
              <a:buNone/>
            </a:pPr>
            <a:r>
              <a:rPr lang="en-US" sz="1800" dirty="0"/>
              <a:t>Slawomir Krempa</a:t>
            </a:r>
          </a:p>
          <a:p>
            <a:pPr>
              <a:lnSpc>
                <a:spcPct val="125000"/>
              </a:lnSpc>
              <a:spcBef>
                <a:spcPts val="0"/>
              </a:spcBef>
              <a:spcAft>
                <a:spcPts val="0"/>
              </a:spcAft>
              <a:buClr>
                <a:srgbClr val="000000"/>
              </a:buClr>
              <a:buSzPts val="1100"/>
              <a:buFont typeface="Arial"/>
              <a:buNone/>
            </a:pPr>
            <a:r>
              <a:rPr lang="en-US" sz="1600" b="0" dirty="0">
                <a:solidFill>
                  <a:srgbClr val="000000"/>
                </a:solidFill>
                <a:latin typeface="+mj-lt"/>
              </a:rPr>
              <a:t>Territory TLS R&amp;Q, Eastern &amp; Northern Cluster</a:t>
            </a:r>
          </a:p>
          <a:p>
            <a:pPr>
              <a:lnSpc>
                <a:spcPct val="125000"/>
              </a:lnSpc>
              <a:spcBef>
                <a:spcPts val="0"/>
              </a:spcBef>
              <a:spcAft>
                <a:spcPts val="0"/>
              </a:spcAft>
              <a:buClr>
                <a:srgbClr val="000000"/>
              </a:buClr>
              <a:buSzPts val="1100"/>
              <a:buFont typeface="Arial"/>
              <a:buNone/>
            </a:pPr>
            <a:endParaRPr lang="en-US" sz="1600" b="0" dirty="0">
              <a:solidFill>
                <a:srgbClr val="000000"/>
              </a:solidFill>
              <a:latin typeface="+mj-lt"/>
            </a:endParaRPr>
          </a:p>
          <a:p>
            <a:pPr marL="0" lvl="2" indent="0">
              <a:spcBef>
                <a:spcPts val="0"/>
              </a:spcBef>
              <a:spcAft>
                <a:spcPts val="600"/>
              </a:spcAft>
              <a:buClr>
                <a:srgbClr val="000000"/>
              </a:buClr>
              <a:buSzPts val="1100"/>
              <a:buFont typeface="Arial"/>
              <a:buNone/>
            </a:pPr>
            <a:endParaRPr lang="en-US" sz="1600" dirty="0">
              <a:solidFill>
                <a:srgbClr val="000000"/>
              </a:solidFill>
            </a:endParaRPr>
          </a:p>
          <a:p>
            <a:pPr lvl="1">
              <a:spcBef>
                <a:spcPts val="0"/>
              </a:spcBef>
              <a:spcAft>
                <a:spcPts val="600"/>
              </a:spcAft>
              <a:buClr>
                <a:schemeClr val="dk1"/>
              </a:buClr>
              <a:buSzPts val="1400"/>
              <a:buFont typeface="Arial"/>
              <a:buNone/>
            </a:pPr>
            <a:endParaRPr lang="en-US" sz="1600" dirty="0"/>
          </a:p>
        </p:txBody>
      </p:sp>
      <p:sp>
        <p:nvSpPr>
          <p:cNvPr id="9" name="Google Shape;823;p145">
            <a:extLst>
              <a:ext uri="{FF2B5EF4-FFF2-40B4-BE49-F238E27FC236}">
                <a16:creationId xmlns:a16="http://schemas.microsoft.com/office/drawing/2014/main" id="{C95BAE4E-BF4A-D96A-93CF-EFF388CF55E3}"/>
              </a:ext>
            </a:extLst>
          </p:cNvPr>
          <p:cNvSpPr txBox="1">
            <a:spLocks/>
          </p:cNvSpPr>
          <p:nvPr/>
        </p:nvSpPr>
        <p:spPr>
          <a:xfrm>
            <a:off x="4239419" y="4007713"/>
            <a:ext cx="2151808" cy="1885800"/>
          </a:xfrm>
          <a:prstGeom prst="rect">
            <a:avLst/>
          </a:prstGeom>
          <a:noFill/>
          <a:ln>
            <a:noFill/>
          </a:ln>
        </p:spPr>
        <p:txBody>
          <a:bodyPr spcFirstLastPara="1" vert="horz" wrap="square" lIns="0" tIns="0" rIns="0" bIns="0" rtlCol="0" anchor="t" anchorCtr="0">
            <a:noAutofit/>
          </a:bodyPr>
          <a:lstStyle>
            <a:lvl1pPr marL="0" indent="0" algn="l" defTabSz="914400" rtl="0" eaLnBrk="1" latinLnBrk="0" hangingPunct="1">
              <a:lnSpc>
                <a:spcPct val="100000"/>
              </a:lnSpc>
              <a:spcBef>
                <a:spcPts val="300"/>
              </a:spcBef>
              <a:spcAft>
                <a:spcPts val="1200"/>
              </a:spcAft>
              <a:buFont typeface="Arial" panose="020B0604020202020204" pitchFamily="34" charset="0"/>
              <a:buNone/>
              <a:defRPr sz="1500" b="1" kern="1200">
                <a:solidFill>
                  <a:schemeClr val="tx1"/>
                </a:solidFill>
                <a:latin typeface="+mn-lt"/>
                <a:ea typeface="+mn-ea"/>
                <a:cs typeface="+mn-cs"/>
              </a:defRPr>
            </a:lvl1pPr>
            <a:lvl2pPr marL="0" indent="0" algn="l" defTabSz="914400" rtl="0" eaLnBrk="1" latinLnBrk="0" hangingPunct="1">
              <a:lnSpc>
                <a:spcPct val="125000"/>
              </a:lnSpc>
              <a:spcBef>
                <a:spcPts val="600"/>
              </a:spcBef>
              <a:buFont typeface="Arial" panose="020B0604020202020204" pitchFamily="34" charset="0"/>
              <a:buNone/>
              <a:defRPr sz="1400" kern="1200">
                <a:solidFill>
                  <a:schemeClr val="tx1"/>
                </a:solidFill>
                <a:latin typeface="+mj-lt"/>
                <a:ea typeface="+mn-ea"/>
                <a:cs typeface="+mn-cs"/>
              </a:defRPr>
            </a:lvl2pPr>
            <a:lvl3pPr marL="171450" indent="-171450" algn="l" defTabSz="914400" rtl="0" eaLnBrk="1" latinLnBrk="0" hangingPunct="1">
              <a:lnSpc>
                <a:spcPct val="125000"/>
              </a:lnSpc>
              <a:spcBef>
                <a:spcPts val="600"/>
              </a:spcBef>
              <a:buFont typeface="Arial" panose="020B0604020202020204" pitchFamily="34" charset="0"/>
              <a:buChar char="•"/>
              <a:defRPr sz="1400" kern="1200">
                <a:solidFill>
                  <a:schemeClr val="tx1"/>
                </a:solidFill>
                <a:latin typeface="+mj-lt"/>
                <a:ea typeface="+mn-ea"/>
                <a:cs typeface="+mn-cs"/>
              </a:defRPr>
            </a:lvl3pPr>
            <a:lvl4pPr marL="344488" indent="-173038" algn="l" defTabSz="914400" rtl="0" eaLnBrk="1" latinLnBrk="0" hangingPunct="1">
              <a:lnSpc>
                <a:spcPct val="125000"/>
              </a:lnSpc>
              <a:spcBef>
                <a:spcPts val="600"/>
              </a:spcBef>
              <a:buFont typeface="Georgia" panose="02040502050405020303" pitchFamily="18" charset="0"/>
              <a:buChar char="–"/>
              <a:defRPr sz="1400" kern="1200">
                <a:solidFill>
                  <a:schemeClr val="tx1"/>
                </a:solidFill>
                <a:latin typeface="+mj-lt"/>
                <a:ea typeface="+mn-ea"/>
                <a:cs typeface="+mn-cs"/>
              </a:defRPr>
            </a:lvl4pPr>
            <a:lvl5pPr marL="515938" indent="-171450" algn="l" defTabSz="914400" rtl="0" eaLnBrk="1" latinLnBrk="0" hangingPunct="1">
              <a:lnSpc>
                <a:spcPct val="125000"/>
              </a:lnSpc>
              <a:spcBef>
                <a:spcPts val="600"/>
              </a:spcBef>
              <a:buFont typeface="Wingdings" panose="05000000000000000000" pitchFamily="2" charset="2"/>
              <a:buChar char="§"/>
              <a:defRPr sz="1400" kern="1200">
                <a:solidFill>
                  <a:schemeClr val="tx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5000"/>
              </a:lnSpc>
              <a:spcBef>
                <a:spcPts val="0"/>
              </a:spcBef>
              <a:buClr>
                <a:schemeClr val="dk1"/>
              </a:buClr>
              <a:buSzPts val="1800"/>
              <a:buFont typeface="Arial"/>
              <a:buNone/>
            </a:pPr>
            <a:r>
              <a:rPr lang="pl-PL" sz="1600" b="0" dirty="0">
                <a:latin typeface="+mj-lt"/>
              </a:rPr>
              <a:t>Main contact:</a:t>
            </a:r>
            <a:endParaRPr lang="pl-PL" sz="1600" b="0" dirty="0">
              <a:solidFill>
                <a:schemeClr val="accent1"/>
              </a:solidFill>
              <a:latin typeface="+mj-lt"/>
            </a:endParaRPr>
          </a:p>
          <a:p>
            <a:pPr>
              <a:lnSpc>
                <a:spcPct val="125000"/>
              </a:lnSpc>
              <a:spcBef>
                <a:spcPts val="0"/>
              </a:spcBef>
              <a:spcAft>
                <a:spcPts val="600"/>
              </a:spcAft>
              <a:buClr>
                <a:schemeClr val="dk1"/>
              </a:buClr>
              <a:buSzPts val="1600"/>
              <a:buFont typeface="Arial"/>
              <a:buNone/>
            </a:pPr>
            <a:r>
              <a:rPr lang="pl-PL" sz="1800" dirty="0"/>
              <a:t>Yernar Bakyt</a:t>
            </a:r>
          </a:p>
          <a:p>
            <a:pPr>
              <a:lnSpc>
                <a:spcPct val="125000"/>
              </a:lnSpc>
              <a:spcBef>
                <a:spcPts val="0"/>
              </a:spcBef>
              <a:spcAft>
                <a:spcPts val="0"/>
              </a:spcAft>
              <a:buClr>
                <a:schemeClr val="dk1"/>
              </a:buClr>
              <a:buSzPts val="1600"/>
              <a:buFont typeface="Arial"/>
              <a:buNone/>
            </a:pPr>
            <a:r>
              <a:rPr lang="en-US" sz="1600" b="0" dirty="0">
                <a:latin typeface="+mj-lt"/>
              </a:rPr>
              <a:t>Associate, </a:t>
            </a:r>
          </a:p>
          <a:p>
            <a:pPr>
              <a:lnSpc>
                <a:spcPct val="125000"/>
              </a:lnSpc>
              <a:spcBef>
                <a:spcPts val="0"/>
              </a:spcBef>
              <a:spcAft>
                <a:spcPts val="0"/>
              </a:spcAft>
              <a:buClr>
                <a:schemeClr val="dk1"/>
              </a:buClr>
              <a:buSzPts val="1600"/>
              <a:buFont typeface="Arial"/>
              <a:buNone/>
            </a:pPr>
            <a:r>
              <a:rPr lang="en-US" sz="1600" b="0" dirty="0">
                <a:latin typeface="+mj-lt"/>
              </a:rPr>
              <a:t>RM SME for TLP Eurasia</a:t>
            </a:r>
          </a:p>
        </p:txBody>
      </p:sp>
      <p:sp>
        <p:nvSpPr>
          <p:cNvPr id="10" name="Google Shape;824;p145">
            <a:extLst>
              <a:ext uri="{FF2B5EF4-FFF2-40B4-BE49-F238E27FC236}">
                <a16:creationId xmlns:a16="http://schemas.microsoft.com/office/drawing/2014/main" id="{520DB053-0A15-07D8-BBEE-6BD8B85B9C36}"/>
              </a:ext>
            </a:extLst>
          </p:cNvPr>
          <p:cNvSpPr txBox="1">
            <a:spLocks/>
          </p:cNvSpPr>
          <p:nvPr/>
        </p:nvSpPr>
        <p:spPr>
          <a:xfrm>
            <a:off x="8075417" y="4007713"/>
            <a:ext cx="2016000" cy="1885800"/>
          </a:xfrm>
          <a:prstGeom prst="rect">
            <a:avLst/>
          </a:prstGeom>
          <a:noFill/>
          <a:ln>
            <a:noFill/>
          </a:ln>
        </p:spPr>
        <p:txBody>
          <a:bodyPr spcFirstLastPara="1" vert="horz" wrap="square" lIns="0" tIns="0" rIns="0" bIns="0" rtlCol="0" anchor="t" anchorCtr="0">
            <a:noAutofit/>
          </a:bodyPr>
          <a:lstStyle>
            <a:lvl1pPr marL="0" indent="0" algn="l" defTabSz="914400" rtl="0" eaLnBrk="1" latinLnBrk="0" hangingPunct="1">
              <a:lnSpc>
                <a:spcPct val="100000"/>
              </a:lnSpc>
              <a:spcBef>
                <a:spcPts val="300"/>
              </a:spcBef>
              <a:spcAft>
                <a:spcPts val="1200"/>
              </a:spcAft>
              <a:buFont typeface="Arial" panose="020B0604020202020204" pitchFamily="34" charset="0"/>
              <a:buNone/>
              <a:defRPr sz="1500" b="1" kern="1200">
                <a:solidFill>
                  <a:schemeClr val="tx1"/>
                </a:solidFill>
                <a:latin typeface="+mn-lt"/>
                <a:ea typeface="+mn-ea"/>
                <a:cs typeface="+mn-cs"/>
              </a:defRPr>
            </a:lvl1pPr>
            <a:lvl2pPr marL="0" indent="0" algn="l" defTabSz="914400" rtl="0" eaLnBrk="1" latinLnBrk="0" hangingPunct="1">
              <a:lnSpc>
                <a:spcPct val="125000"/>
              </a:lnSpc>
              <a:spcBef>
                <a:spcPts val="600"/>
              </a:spcBef>
              <a:buFont typeface="Arial" panose="020B0604020202020204" pitchFamily="34" charset="0"/>
              <a:buNone/>
              <a:defRPr sz="1400" kern="1200">
                <a:solidFill>
                  <a:schemeClr val="tx1"/>
                </a:solidFill>
                <a:latin typeface="+mj-lt"/>
                <a:ea typeface="+mn-ea"/>
                <a:cs typeface="+mn-cs"/>
              </a:defRPr>
            </a:lvl2pPr>
            <a:lvl3pPr marL="171450" indent="-171450" algn="l" defTabSz="914400" rtl="0" eaLnBrk="1" latinLnBrk="0" hangingPunct="1">
              <a:lnSpc>
                <a:spcPct val="125000"/>
              </a:lnSpc>
              <a:spcBef>
                <a:spcPts val="600"/>
              </a:spcBef>
              <a:buFont typeface="Arial" panose="020B0604020202020204" pitchFamily="34" charset="0"/>
              <a:buChar char="•"/>
              <a:defRPr sz="1400" kern="1200">
                <a:solidFill>
                  <a:schemeClr val="tx1"/>
                </a:solidFill>
                <a:latin typeface="+mj-lt"/>
                <a:ea typeface="+mn-ea"/>
                <a:cs typeface="+mn-cs"/>
              </a:defRPr>
            </a:lvl3pPr>
            <a:lvl4pPr marL="344488" indent="-173038" algn="l" defTabSz="914400" rtl="0" eaLnBrk="1" latinLnBrk="0" hangingPunct="1">
              <a:lnSpc>
                <a:spcPct val="125000"/>
              </a:lnSpc>
              <a:spcBef>
                <a:spcPts val="600"/>
              </a:spcBef>
              <a:buFont typeface="Georgia" panose="02040502050405020303" pitchFamily="18" charset="0"/>
              <a:buChar char="–"/>
              <a:defRPr sz="1400" kern="1200">
                <a:solidFill>
                  <a:schemeClr val="tx1"/>
                </a:solidFill>
                <a:latin typeface="+mj-lt"/>
                <a:ea typeface="+mn-ea"/>
                <a:cs typeface="+mn-cs"/>
              </a:defRPr>
            </a:lvl4pPr>
            <a:lvl5pPr marL="515938" indent="-171450" algn="l" defTabSz="914400" rtl="0" eaLnBrk="1" latinLnBrk="0" hangingPunct="1">
              <a:lnSpc>
                <a:spcPct val="125000"/>
              </a:lnSpc>
              <a:spcBef>
                <a:spcPts val="600"/>
              </a:spcBef>
              <a:buFont typeface="Wingdings" panose="05000000000000000000" pitchFamily="2" charset="2"/>
              <a:buChar char="§"/>
              <a:defRPr sz="1400" kern="1200">
                <a:solidFill>
                  <a:schemeClr val="tx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5000"/>
              </a:lnSpc>
              <a:spcBef>
                <a:spcPts val="0"/>
              </a:spcBef>
              <a:buClr>
                <a:schemeClr val="dk1"/>
              </a:buClr>
              <a:buSzPts val="1800"/>
              <a:buFont typeface="Arial"/>
              <a:buNone/>
            </a:pPr>
            <a:r>
              <a:rPr lang="pl-PL" sz="1600" b="0" dirty="0">
                <a:latin typeface="+mj-lt"/>
              </a:rPr>
              <a:t>Main contact:</a:t>
            </a:r>
            <a:endParaRPr lang="pl-PL" sz="1600" b="0" dirty="0">
              <a:solidFill>
                <a:schemeClr val="accent1"/>
              </a:solidFill>
              <a:latin typeface="+mj-lt"/>
            </a:endParaRPr>
          </a:p>
          <a:p>
            <a:pPr>
              <a:lnSpc>
                <a:spcPct val="125000"/>
              </a:lnSpc>
              <a:spcBef>
                <a:spcPts val="0"/>
              </a:spcBef>
              <a:spcAft>
                <a:spcPts val="600"/>
              </a:spcAft>
              <a:buClr>
                <a:schemeClr val="dk1"/>
              </a:buClr>
              <a:buSzPts val="1600"/>
              <a:buFont typeface="Arial"/>
              <a:buNone/>
            </a:pPr>
            <a:r>
              <a:rPr lang="pl-PL" sz="1800" dirty="0"/>
              <a:t>Dinara Karimova</a:t>
            </a:r>
          </a:p>
          <a:p>
            <a:pPr>
              <a:lnSpc>
                <a:spcPct val="125000"/>
              </a:lnSpc>
              <a:spcBef>
                <a:spcPts val="0"/>
              </a:spcBef>
              <a:spcAft>
                <a:spcPts val="0"/>
              </a:spcAft>
              <a:buSzPts val="1600"/>
            </a:pPr>
            <a:r>
              <a:rPr lang="pl-PL" sz="1600" b="0" dirty="0">
                <a:latin typeface="+mj-lt"/>
              </a:rPr>
              <a:t>Senior Associate,</a:t>
            </a:r>
          </a:p>
          <a:p>
            <a:pPr>
              <a:lnSpc>
                <a:spcPct val="125000"/>
              </a:lnSpc>
              <a:spcBef>
                <a:spcPts val="0"/>
              </a:spcBef>
              <a:spcAft>
                <a:spcPts val="0"/>
              </a:spcAft>
              <a:buSzPts val="1600"/>
            </a:pPr>
            <a:r>
              <a:rPr lang="pl-PL" sz="1600" b="0" dirty="0">
                <a:latin typeface="+mj-lt"/>
              </a:rPr>
              <a:t>RM SME for TLP Eurasia</a:t>
            </a:r>
          </a:p>
        </p:txBody>
      </p:sp>
      <p:pic>
        <p:nvPicPr>
          <p:cNvPr id="30" name="Picture 29">
            <a:extLst>
              <a:ext uri="{FF2B5EF4-FFF2-40B4-BE49-F238E27FC236}">
                <a16:creationId xmlns:a16="http://schemas.microsoft.com/office/drawing/2014/main" id="{1F7071CE-B620-7A76-F954-3EF29DD0765E}"/>
              </a:ext>
            </a:extLst>
          </p:cNvPr>
          <p:cNvPicPr preferRelativeResize="0"/>
          <p:nvPr/>
        </p:nvPicPr>
        <p:blipFill>
          <a:blip r:embed="rId5">
            <a:alphaModFix/>
          </a:blip>
          <a:srcRect l="13626" t="8374" r="13629" b="8374"/>
          <a:stretch>
            <a:fillRect/>
          </a:stretch>
        </p:blipFill>
        <p:spPr>
          <a:xfrm>
            <a:off x="4239419" y="1828800"/>
            <a:ext cx="1919288" cy="1919288"/>
          </a:xfrm>
          <a:custGeom>
            <a:avLst/>
            <a:gdLst>
              <a:gd name="csX0" fmla="*/ 0 w 1919288"/>
              <a:gd name="csY0" fmla="*/ 0 h 1919288"/>
              <a:gd name="csX1" fmla="*/ 1919288 w 1919288"/>
              <a:gd name="csY1" fmla="*/ 0 h 1919288"/>
              <a:gd name="csX2" fmla="*/ 1919288 w 1919288"/>
              <a:gd name="csY2" fmla="*/ 1919288 h 1919288"/>
              <a:gd name="csX3" fmla="*/ 0 w 1919288"/>
              <a:gd name="csY3" fmla="*/ 1919288 h 1919288"/>
            </a:gdLst>
            <a:ahLst/>
            <a:cxnLst>
              <a:cxn ang="0">
                <a:pos x="csX0" y="csY0"/>
              </a:cxn>
              <a:cxn ang="0">
                <a:pos x="csX1" y="csY1"/>
              </a:cxn>
              <a:cxn ang="0">
                <a:pos x="csX2" y="csY2"/>
              </a:cxn>
              <a:cxn ang="0">
                <a:pos x="csX3" y="csY3"/>
              </a:cxn>
            </a:cxnLst>
            <a:rect l="l" t="t" r="r" b="b"/>
            <a:pathLst>
              <a:path w="1919288" h="1919288">
                <a:moveTo>
                  <a:pt x="0" y="0"/>
                </a:moveTo>
                <a:lnTo>
                  <a:pt x="1919288" y="0"/>
                </a:lnTo>
                <a:lnTo>
                  <a:pt x="1919288" y="1919288"/>
                </a:lnTo>
                <a:lnTo>
                  <a:pt x="0" y="1919288"/>
                </a:lnTo>
                <a:close/>
              </a:path>
            </a:pathLst>
          </a:custGeom>
          <a:noFill/>
          <a:ln>
            <a:noFill/>
          </a:ln>
        </p:spPr>
      </p:pic>
    </p:spTree>
    <p:extLst>
      <p:ext uri="{BB962C8B-B14F-4D97-AF65-F5344CB8AC3E}">
        <p14:creationId xmlns:p14="http://schemas.microsoft.com/office/powerpoint/2010/main" val="261665790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85B3155D-5A82-B974-77B7-8BDEA41A9BAA}"/>
              </a:ext>
            </a:extLst>
          </p:cNvPr>
          <p:cNvSpPr/>
          <p:nvPr/>
        </p:nvSpPr>
        <p:spPr>
          <a:xfrm>
            <a:off x="6150276" y="5027613"/>
            <a:ext cx="5639388" cy="1025525"/>
          </a:xfrm>
          <a:prstGeom prst="rect">
            <a:avLst/>
          </a:prstGeom>
          <a:solidFill>
            <a:srgbClr val="FFE8D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 name="Content Placeholder 2">
            <a:extLst>
              <a:ext uri="{FF2B5EF4-FFF2-40B4-BE49-F238E27FC236}">
                <a16:creationId xmlns:a16="http://schemas.microsoft.com/office/drawing/2014/main" id="{40D5848A-ABB0-2C97-C066-22636BFF92AF}"/>
              </a:ext>
            </a:extLst>
          </p:cNvPr>
          <p:cNvSpPr>
            <a:spLocks noGrp="1"/>
          </p:cNvSpPr>
          <p:nvPr>
            <p:ph idx="1"/>
          </p:nvPr>
        </p:nvSpPr>
        <p:spPr/>
        <p:txBody>
          <a:bodyPr/>
          <a:lstStyle/>
          <a:p>
            <a:r>
              <a:rPr lang="en-US"/>
              <a:t>Who is responsible for Risk Management in PwC?</a:t>
            </a:r>
            <a:endParaRPr lang="ru-RU" dirty="0"/>
          </a:p>
        </p:txBody>
      </p:sp>
      <p:pic>
        <p:nvPicPr>
          <p:cNvPr id="9" name="Picture Placeholder 8">
            <a:extLst>
              <a:ext uri="{FF2B5EF4-FFF2-40B4-BE49-F238E27FC236}">
                <a16:creationId xmlns:a16="http://schemas.microsoft.com/office/drawing/2014/main" id="{F2EB0AE3-A81A-24C5-E432-7F35BD6FF0A8}"/>
              </a:ext>
            </a:extLst>
          </p:cNvPr>
          <p:cNvPicPr>
            <a:picLocks noGrp="1" noChangeAspect="1"/>
          </p:cNvPicPr>
          <p:nvPr>
            <p:ph type="pic" sz="quarter" idx="11"/>
          </p:nvPr>
        </p:nvPicPr>
        <p:blipFill>
          <a:blip r:embed="rId3">
            <a:extLst>
              <a:ext uri="{28A0092B-C50C-407E-A947-70E740481C1C}">
                <a14:useLocalDpi xmlns:a14="http://schemas.microsoft.com/office/drawing/2010/main" val="0"/>
              </a:ext>
            </a:extLst>
          </a:blip>
          <a:srcRect l="6243" r="10766"/>
          <a:stretch>
            <a:fillRect/>
          </a:stretch>
        </p:blipFill>
        <p:spPr>
          <a:xfrm>
            <a:off x="6150276" y="393871"/>
            <a:ext cx="5660724" cy="4544842"/>
          </a:xfrm>
        </p:spPr>
      </p:pic>
      <p:sp>
        <p:nvSpPr>
          <p:cNvPr id="5" name="Content Placeholder 4">
            <a:extLst>
              <a:ext uri="{FF2B5EF4-FFF2-40B4-BE49-F238E27FC236}">
                <a16:creationId xmlns:a16="http://schemas.microsoft.com/office/drawing/2014/main" id="{307DF439-379B-B4C5-C59D-1FB0D62E8212}"/>
              </a:ext>
            </a:extLst>
          </p:cNvPr>
          <p:cNvSpPr>
            <a:spLocks noGrp="1"/>
          </p:cNvSpPr>
          <p:nvPr>
            <p:ph idx="10"/>
          </p:nvPr>
        </p:nvSpPr>
        <p:spPr>
          <a:xfrm>
            <a:off x="7387590" y="5385719"/>
            <a:ext cx="2137410" cy="309311"/>
          </a:xfrm>
        </p:spPr>
        <p:txBody>
          <a:bodyPr/>
          <a:lstStyle/>
          <a:p>
            <a:r>
              <a:rPr lang="en-GB" sz="2400" dirty="0"/>
              <a:t>EACH OF US!</a:t>
            </a:r>
          </a:p>
        </p:txBody>
      </p:sp>
      <p:sp>
        <p:nvSpPr>
          <p:cNvPr id="6" name="Footer Placeholder 5">
            <a:extLst>
              <a:ext uri="{FF2B5EF4-FFF2-40B4-BE49-F238E27FC236}">
                <a16:creationId xmlns:a16="http://schemas.microsoft.com/office/drawing/2014/main" id="{578067F8-AD3F-4541-C151-3B93C3387021}"/>
              </a:ext>
            </a:extLst>
          </p:cNvPr>
          <p:cNvSpPr>
            <a:spLocks noGrp="1"/>
          </p:cNvSpPr>
          <p:nvPr>
            <p:ph type="ftr" sz="quarter" idx="3"/>
          </p:nvPr>
        </p:nvSpPr>
        <p:spPr/>
        <p:txBody>
          <a:bodyPr/>
          <a:lstStyle/>
          <a:p>
            <a:r>
              <a:rPr lang="en-US"/>
              <a:t>PwC Risk Management</a:t>
            </a:r>
          </a:p>
        </p:txBody>
      </p:sp>
      <p:sp>
        <p:nvSpPr>
          <p:cNvPr id="7" name="Slide Number Placeholder 6">
            <a:extLst>
              <a:ext uri="{FF2B5EF4-FFF2-40B4-BE49-F238E27FC236}">
                <a16:creationId xmlns:a16="http://schemas.microsoft.com/office/drawing/2014/main" id="{82704BBE-A285-57C7-4A85-BF4B534CC912}"/>
              </a:ext>
            </a:extLst>
          </p:cNvPr>
          <p:cNvSpPr>
            <a:spLocks noGrp="1"/>
          </p:cNvSpPr>
          <p:nvPr>
            <p:ph type="sldNum" sz="quarter" idx="4"/>
          </p:nvPr>
        </p:nvSpPr>
        <p:spPr/>
        <p:txBody>
          <a:bodyPr/>
          <a:lstStyle/>
          <a:p>
            <a:fld id="{3E6AC032-1535-134B-A583-D5E1DDD0D167}" type="slidenum">
              <a:rPr lang="en-US" smtClean="0"/>
              <a:pPr/>
              <a:t>6</a:t>
            </a:fld>
            <a:endParaRPr lang="en-US"/>
          </a:p>
        </p:txBody>
      </p:sp>
      <p:pic>
        <p:nvPicPr>
          <p:cNvPr id="12" name="Graphic 11">
            <a:extLst>
              <a:ext uri="{FF2B5EF4-FFF2-40B4-BE49-F238E27FC236}">
                <a16:creationId xmlns:a16="http://schemas.microsoft.com/office/drawing/2014/main" id="{AC044C94-86FE-D562-0019-943EFF455DC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298864" y="5146508"/>
            <a:ext cx="787734" cy="787734"/>
          </a:xfrm>
          <a:prstGeom prst="rect">
            <a:avLst/>
          </a:prstGeom>
        </p:spPr>
      </p:pic>
    </p:spTree>
    <p:extLst>
      <p:ext uri="{BB962C8B-B14F-4D97-AF65-F5344CB8AC3E}">
        <p14:creationId xmlns:p14="http://schemas.microsoft.com/office/powerpoint/2010/main" val="363303563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27A30-5363-5F7E-A51A-F21AA84B848F}"/>
              </a:ext>
            </a:extLst>
          </p:cNvPr>
          <p:cNvSpPr>
            <a:spLocks noGrp="1"/>
          </p:cNvSpPr>
          <p:nvPr>
            <p:ph type="title"/>
          </p:nvPr>
        </p:nvSpPr>
        <p:spPr>
          <a:xfrm>
            <a:off x="402336" y="402337"/>
            <a:ext cx="11399691" cy="740664"/>
          </a:xfrm>
        </p:spPr>
        <p:txBody>
          <a:bodyPr/>
          <a:lstStyle/>
          <a:p>
            <a:r>
              <a:rPr lang="en-US" dirty="0"/>
              <a:t>The types of risks we need to consider</a:t>
            </a:r>
            <a:endParaRPr lang="ru-RU" dirty="0"/>
          </a:p>
        </p:txBody>
      </p:sp>
      <p:sp>
        <p:nvSpPr>
          <p:cNvPr id="4" name="Footer Placeholder 3">
            <a:extLst>
              <a:ext uri="{FF2B5EF4-FFF2-40B4-BE49-F238E27FC236}">
                <a16:creationId xmlns:a16="http://schemas.microsoft.com/office/drawing/2014/main" id="{F1FFCBF4-47B4-4C17-60CB-8EEE1CC7B263}"/>
              </a:ext>
            </a:extLst>
          </p:cNvPr>
          <p:cNvSpPr>
            <a:spLocks noGrp="1"/>
          </p:cNvSpPr>
          <p:nvPr>
            <p:ph type="ftr" sz="quarter" idx="3"/>
          </p:nvPr>
        </p:nvSpPr>
        <p:spPr/>
        <p:txBody>
          <a:bodyPr/>
          <a:lstStyle/>
          <a:p>
            <a:r>
              <a:rPr lang="en-US"/>
              <a:t>PwC Risk Management</a:t>
            </a:r>
          </a:p>
        </p:txBody>
      </p:sp>
      <p:sp>
        <p:nvSpPr>
          <p:cNvPr id="5" name="Slide Number Placeholder 4">
            <a:extLst>
              <a:ext uri="{FF2B5EF4-FFF2-40B4-BE49-F238E27FC236}">
                <a16:creationId xmlns:a16="http://schemas.microsoft.com/office/drawing/2014/main" id="{AF4AC329-95B2-C88D-8928-C3ACBB37C6AA}"/>
              </a:ext>
            </a:extLst>
          </p:cNvPr>
          <p:cNvSpPr>
            <a:spLocks noGrp="1"/>
          </p:cNvSpPr>
          <p:nvPr>
            <p:ph type="sldNum" sz="quarter" idx="4"/>
          </p:nvPr>
        </p:nvSpPr>
        <p:spPr/>
        <p:txBody>
          <a:bodyPr/>
          <a:lstStyle/>
          <a:p>
            <a:fld id="{3E6AC032-1535-134B-A583-D5E1DDD0D167}" type="slidenum">
              <a:rPr lang="en-US" smtClean="0"/>
              <a:pPr/>
              <a:t>7</a:t>
            </a:fld>
            <a:endParaRPr lang="en-US"/>
          </a:p>
        </p:txBody>
      </p:sp>
      <p:sp>
        <p:nvSpPr>
          <p:cNvPr id="11" name="Rectangle 10">
            <a:extLst>
              <a:ext uri="{FF2B5EF4-FFF2-40B4-BE49-F238E27FC236}">
                <a16:creationId xmlns:a16="http://schemas.microsoft.com/office/drawing/2014/main" id="{BC36292C-F13C-D8D9-0026-A80A6C1F7B0B}"/>
              </a:ext>
            </a:extLst>
          </p:cNvPr>
          <p:cNvSpPr/>
          <p:nvPr/>
        </p:nvSpPr>
        <p:spPr>
          <a:xfrm>
            <a:off x="402336" y="3103180"/>
            <a:ext cx="2153546" cy="2591451"/>
          </a:xfrm>
          <a:prstGeom prst="rect">
            <a:avLst/>
          </a:prstGeom>
          <a:solidFill>
            <a:srgbClr val="FFF5ED"/>
          </a:solidFill>
          <a:ln>
            <a:noFill/>
          </a:ln>
        </p:spPr>
        <p:style>
          <a:lnRef idx="2">
            <a:schemeClr val="accent1">
              <a:shade val="15000"/>
            </a:schemeClr>
          </a:lnRef>
          <a:fillRef idx="1">
            <a:schemeClr val="accent1"/>
          </a:fillRef>
          <a:effectRef idx="0">
            <a:schemeClr val="accent1"/>
          </a:effectRef>
          <a:fontRef idx="minor">
            <a:schemeClr val="lt1"/>
          </a:fontRef>
        </p:style>
        <p:txBody>
          <a:bodyPr lIns="180000" tIns="180000" rIns="180000" bIns="180000" rtlCol="0" anchor="t" anchorCtr="0"/>
          <a:lstStyle/>
          <a:p>
            <a:pPr>
              <a:spcBef>
                <a:spcPts val="0"/>
              </a:spcBef>
              <a:spcAft>
                <a:spcPts val="1200"/>
              </a:spcAft>
            </a:pPr>
            <a:r>
              <a:rPr lang="en-GB" b="1" dirty="0">
                <a:solidFill>
                  <a:schemeClr val="tx1"/>
                </a:solidFill>
              </a:rPr>
              <a:t>CLIENT </a:t>
            </a:r>
            <a:br>
              <a:rPr lang="en-GB" b="1" dirty="0">
                <a:solidFill>
                  <a:schemeClr val="tx1"/>
                </a:solidFill>
              </a:rPr>
            </a:br>
            <a:r>
              <a:rPr lang="en-GB" b="1" dirty="0">
                <a:solidFill>
                  <a:schemeClr val="tx1"/>
                </a:solidFill>
              </a:rPr>
              <a:t>RISK</a:t>
            </a:r>
          </a:p>
          <a:p>
            <a:pPr marL="0" lvl="1">
              <a:lnSpc>
                <a:spcPct val="125000"/>
              </a:lnSpc>
              <a:spcAft>
                <a:spcPts val="600"/>
              </a:spcAft>
            </a:pPr>
            <a:r>
              <a:rPr lang="en-US" sz="1600" dirty="0">
                <a:solidFill>
                  <a:schemeClr val="tx1"/>
                </a:solidFill>
                <a:latin typeface="+mj-lt"/>
              </a:rPr>
              <a:t>risk related to acceptance of new client or work</a:t>
            </a:r>
          </a:p>
        </p:txBody>
      </p:sp>
      <p:sp>
        <p:nvSpPr>
          <p:cNvPr id="12" name="Rectangle 11">
            <a:extLst>
              <a:ext uri="{FF2B5EF4-FFF2-40B4-BE49-F238E27FC236}">
                <a16:creationId xmlns:a16="http://schemas.microsoft.com/office/drawing/2014/main" id="{9C0B52E6-CA5A-B59B-0433-7B4EA13CCE7A}"/>
              </a:ext>
            </a:extLst>
          </p:cNvPr>
          <p:cNvSpPr/>
          <p:nvPr/>
        </p:nvSpPr>
        <p:spPr>
          <a:xfrm>
            <a:off x="2713734" y="3103180"/>
            <a:ext cx="2153546" cy="2591451"/>
          </a:xfrm>
          <a:prstGeom prst="rect">
            <a:avLst/>
          </a:prstGeom>
          <a:solidFill>
            <a:srgbClr val="FFF5ED"/>
          </a:solidFill>
          <a:ln>
            <a:noFill/>
          </a:ln>
        </p:spPr>
        <p:style>
          <a:lnRef idx="2">
            <a:schemeClr val="accent1">
              <a:shade val="15000"/>
            </a:schemeClr>
          </a:lnRef>
          <a:fillRef idx="1">
            <a:schemeClr val="accent1"/>
          </a:fillRef>
          <a:effectRef idx="0">
            <a:schemeClr val="accent1"/>
          </a:effectRef>
          <a:fontRef idx="minor">
            <a:schemeClr val="lt1"/>
          </a:fontRef>
        </p:style>
        <p:txBody>
          <a:bodyPr lIns="180000" tIns="180000" rIns="180000" bIns="180000" rtlCol="0" anchor="t" anchorCtr="0"/>
          <a:lstStyle/>
          <a:p>
            <a:pPr>
              <a:spcBef>
                <a:spcPts val="0"/>
              </a:spcBef>
              <a:spcAft>
                <a:spcPts val="1200"/>
              </a:spcAft>
            </a:pPr>
            <a:r>
              <a:rPr lang="en-GB" b="1" dirty="0">
                <a:solidFill>
                  <a:schemeClr val="tx1"/>
                </a:solidFill>
              </a:rPr>
              <a:t>CONTRACT RISK </a:t>
            </a:r>
          </a:p>
          <a:p>
            <a:pPr marL="0" lvl="1">
              <a:lnSpc>
                <a:spcPct val="125000"/>
              </a:lnSpc>
              <a:spcAft>
                <a:spcPts val="600"/>
              </a:spcAft>
            </a:pPr>
            <a:r>
              <a:rPr lang="en-US" sz="1600" dirty="0">
                <a:solidFill>
                  <a:schemeClr val="tx1"/>
                </a:solidFill>
                <a:latin typeface="+mj-lt"/>
              </a:rPr>
              <a:t>risk of signing improper contract</a:t>
            </a:r>
          </a:p>
        </p:txBody>
      </p:sp>
      <p:sp>
        <p:nvSpPr>
          <p:cNvPr id="13" name="Rectangle 12">
            <a:extLst>
              <a:ext uri="{FF2B5EF4-FFF2-40B4-BE49-F238E27FC236}">
                <a16:creationId xmlns:a16="http://schemas.microsoft.com/office/drawing/2014/main" id="{FAFB8577-E1AE-373D-B519-7C733F124D2C}"/>
              </a:ext>
            </a:extLst>
          </p:cNvPr>
          <p:cNvSpPr/>
          <p:nvPr/>
        </p:nvSpPr>
        <p:spPr>
          <a:xfrm>
            <a:off x="5025132" y="3103180"/>
            <a:ext cx="2153546" cy="2591451"/>
          </a:xfrm>
          <a:prstGeom prst="rect">
            <a:avLst/>
          </a:prstGeom>
          <a:solidFill>
            <a:srgbClr val="FFF5ED"/>
          </a:solidFill>
          <a:ln>
            <a:noFill/>
          </a:ln>
        </p:spPr>
        <p:style>
          <a:lnRef idx="2">
            <a:schemeClr val="accent1">
              <a:shade val="15000"/>
            </a:schemeClr>
          </a:lnRef>
          <a:fillRef idx="1">
            <a:schemeClr val="accent1"/>
          </a:fillRef>
          <a:effectRef idx="0">
            <a:schemeClr val="accent1"/>
          </a:effectRef>
          <a:fontRef idx="minor">
            <a:schemeClr val="lt1"/>
          </a:fontRef>
        </p:style>
        <p:txBody>
          <a:bodyPr lIns="180000" tIns="180000" rIns="180000" bIns="180000" rtlCol="0" anchor="t" anchorCtr="0"/>
          <a:lstStyle/>
          <a:p>
            <a:pPr>
              <a:spcBef>
                <a:spcPts val="0"/>
              </a:spcBef>
              <a:spcAft>
                <a:spcPts val="1200"/>
              </a:spcAft>
            </a:pPr>
            <a:r>
              <a:rPr lang="en-GB" b="1" dirty="0">
                <a:solidFill>
                  <a:schemeClr val="tx1"/>
                </a:solidFill>
              </a:rPr>
              <a:t>PRODUCT </a:t>
            </a:r>
            <a:br>
              <a:rPr lang="en-GB" b="1" dirty="0">
                <a:solidFill>
                  <a:schemeClr val="tx1"/>
                </a:solidFill>
              </a:rPr>
            </a:br>
            <a:r>
              <a:rPr lang="en-GB" b="1" dirty="0">
                <a:solidFill>
                  <a:schemeClr val="tx1"/>
                </a:solidFill>
              </a:rPr>
              <a:t>RISK</a:t>
            </a:r>
          </a:p>
          <a:p>
            <a:pPr marL="0" lvl="1">
              <a:lnSpc>
                <a:spcPct val="125000"/>
              </a:lnSpc>
              <a:spcAft>
                <a:spcPts val="600"/>
              </a:spcAft>
            </a:pPr>
            <a:r>
              <a:rPr lang="en-US" sz="1600" dirty="0">
                <a:solidFill>
                  <a:schemeClr val="tx1"/>
                </a:solidFill>
                <a:latin typeface="+mj-lt"/>
              </a:rPr>
              <a:t>risks associated with the inadequacy of services to meet customer needs</a:t>
            </a:r>
          </a:p>
        </p:txBody>
      </p:sp>
      <p:sp>
        <p:nvSpPr>
          <p:cNvPr id="14" name="Rectangle 13">
            <a:extLst>
              <a:ext uri="{FF2B5EF4-FFF2-40B4-BE49-F238E27FC236}">
                <a16:creationId xmlns:a16="http://schemas.microsoft.com/office/drawing/2014/main" id="{025649AF-0042-365A-424C-A7A5B33ED050}"/>
              </a:ext>
            </a:extLst>
          </p:cNvPr>
          <p:cNvSpPr/>
          <p:nvPr/>
        </p:nvSpPr>
        <p:spPr>
          <a:xfrm>
            <a:off x="7336531" y="3103180"/>
            <a:ext cx="2153546" cy="2591451"/>
          </a:xfrm>
          <a:prstGeom prst="rect">
            <a:avLst/>
          </a:prstGeom>
          <a:solidFill>
            <a:srgbClr val="FFF5ED"/>
          </a:solidFill>
          <a:ln>
            <a:noFill/>
          </a:ln>
        </p:spPr>
        <p:style>
          <a:lnRef idx="2">
            <a:schemeClr val="accent1">
              <a:shade val="15000"/>
            </a:schemeClr>
          </a:lnRef>
          <a:fillRef idx="1">
            <a:schemeClr val="accent1"/>
          </a:fillRef>
          <a:effectRef idx="0">
            <a:schemeClr val="accent1"/>
          </a:effectRef>
          <a:fontRef idx="minor">
            <a:schemeClr val="lt1"/>
          </a:fontRef>
        </p:style>
        <p:txBody>
          <a:bodyPr lIns="180000" tIns="180000" rIns="180000" bIns="180000" rtlCol="0" anchor="t" anchorCtr="0"/>
          <a:lstStyle/>
          <a:p>
            <a:pPr>
              <a:spcBef>
                <a:spcPts val="0"/>
              </a:spcBef>
              <a:spcAft>
                <a:spcPts val="1200"/>
              </a:spcAft>
            </a:pPr>
            <a:r>
              <a:rPr lang="en-GB" b="1" dirty="0">
                <a:solidFill>
                  <a:schemeClr val="tx1"/>
                </a:solidFill>
              </a:rPr>
              <a:t>PERFORMANCE RISK </a:t>
            </a:r>
          </a:p>
          <a:p>
            <a:pPr marL="0" lvl="1">
              <a:lnSpc>
                <a:spcPct val="125000"/>
              </a:lnSpc>
              <a:spcAft>
                <a:spcPts val="600"/>
              </a:spcAft>
            </a:pPr>
            <a:r>
              <a:rPr lang="en-US" sz="1600" dirty="0">
                <a:solidFill>
                  <a:schemeClr val="tx1"/>
                </a:solidFill>
                <a:latin typeface="+mj-lt"/>
              </a:rPr>
              <a:t>risk related to service performance</a:t>
            </a:r>
          </a:p>
        </p:txBody>
      </p:sp>
      <p:sp>
        <p:nvSpPr>
          <p:cNvPr id="15" name="Rectangle 14">
            <a:extLst>
              <a:ext uri="{FF2B5EF4-FFF2-40B4-BE49-F238E27FC236}">
                <a16:creationId xmlns:a16="http://schemas.microsoft.com/office/drawing/2014/main" id="{1B4FC177-F7F6-8840-FC45-77DF1E25D05D}"/>
              </a:ext>
            </a:extLst>
          </p:cNvPr>
          <p:cNvSpPr/>
          <p:nvPr/>
        </p:nvSpPr>
        <p:spPr>
          <a:xfrm>
            <a:off x="9647929" y="3103180"/>
            <a:ext cx="2153546" cy="2591451"/>
          </a:xfrm>
          <a:prstGeom prst="rect">
            <a:avLst/>
          </a:prstGeom>
          <a:solidFill>
            <a:srgbClr val="FFF5ED"/>
          </a:solidFill>
          <a:ln>
            <a:noFill/>
          </a:ln>
        </p:spPr>
        <p:style>
          <a:lnRef idx="2">
            <a:schemeClr val="accent1">
              <a:shade val="15000"/>
            </a:schemeClr>
          </a:lnRef>
          <a:fillRef idx="1">
            <a:schemeClr val="accent1"/>
          </a:fillRef>
          <a:effectRef idx="0">
            <a:schemeClr val="accent1"/>
          </a:effectRef>
          <a:fontRef idx="minor">
            <a:schemeClr val="lt1"/>
          </a:fontRef>
        </p:style>
        <p:txBody>
          <a:bodyPr lIns="180000" tIns="180000" rIns="180000" bIns="180000" rtlCol="0" anchor="t" anchorCtr="0"/>
          <a:lstStyle/>
          <a:p>
            <a:pPr>
              <a:spcBef>
                <a:spcPts val="0"/>
              </a:spcBef>
              <a:spcAft>
                <a:spcPts val="1200"/>
              </a:spcAft>
            </a:pPr>
            <a:r>
              <a:rPr lang="en-GB" b="1" dirty="0">
                <a:solidFill>
                  <a:schemeClr val="tx1"/>
                </a:solidFill>
              </a:rPr>
              <a:t>LITIGATION RISK </a:t>
            </a:r>
          </a:p>
          <a:p>
            <a:pPr marL="0" lvl="1">
              <a:lnSpc>
                <a:spcPct val="125000"/>
              </a:lnSpc>
              <a:spcAft>
                <a:spcPts val="600"/>
              </a:spcAft>
            </a:pPr>
            <a:r>
              <a:rPr lang="en-US" sz="1600" dirty="0">
                <a:solidFill>
                  <a:schemeClr val="tx1"/>
                </a:solidFill>
                <a:latin typeface="+mj-lt"/>
              </a:rPr>
              <a:t>risk of claims</a:t>
            </a:r>
          </a:p>
        </p:txBody>
      </p:sp>
      <p:sp>
        <p:nvSpPr>
          <p:cNvPr id="21" name="Google Shape;876;p149">
            <a:extLst>
              <a:ext uri="{FF2B5EF4-FFF2-40B4-BE49-F238E27FC236}">
                <a16:creationId xmlns:a16="http://schemas.microsoft.com/office/drawing/2014/main" id="{B00D3E89-2316-DDAD-F354-F57BB9D065E5}"/>
              </a:ext>
            </a:extLst>
          </p:cNvPr>
          <p:cNvSpPr/>
          <p:nvPr/>
        </p:nvSpPr>
        <p:spPr>
          <a:xfrm>
            <a:off x="1633075" y="8654650"/>
            <a:ext cx="1532400" cy="2406900"/>
          </a:xfrm>
          <a:prstGeom prst="rect">
            <a:avLst/>
          </a:prstGeom>
          <a:solidFill>
            <a:srgbClr val="BF8800"/>
          </a:solidFill>
          <a:ln>
            <a:noFill/>
          </a:ln>
        </p:spPr>
        <p:txBody>
          <a:bodyPr spcFirstLastPara="1" wrap="square" lIns="67500" tIns="202500" rIns="67500" bIns="67500" anchor="t" anchorCtr="0">
            <a:noAutofit/>
          </a:bodyPr>
          <a:lstStyle/>
          <a:p>
            <a:pPr marL="0" marR="0" lvl="0" indent="0" algn="ctr" rtl="0">
              <a:lnSpc>
                <a:spcPct val="100000"/>
              </a:lnSpc>
              <a:spcBef>
                <a:spcPts val="400"/>
              </a:spcBef>
              <a:spcAft>
                <a:spcPts val="0"/>
              </a:spcAft>
              <a:buClr>
                <a:srgbClr val="000000"/>
              </a:buClr>
              <a:buSzPts val="1200"/>
              <a:buFont typeface="Arial"/>
              <a:buNone/>
            </a:pPr>
            <a:r>
              <a:rPr lang="pl-PL" sz="1200" b="1" i="0" u="none" strike="noStrike" cap="none" dirty="0">
                <a:solidFill>
                  <a:schemeClr val="lt1"/>
                </a:solidFill>
                <a:latin typeface="Arial"/>
                <a:ea typeface="Arial"/>
                <a:cs typeface="Arial"/>
                <a:sym typeface="Arial"/>
              </a:rPr>
              <a:t>CLIENT RISK</a:t>
            </a:r>
            <a:endParaRPr sz="1200" b="1" i="0" u="none" strike="noStrike" cap="none" dirty="0">
              <a:solidFill>
                <a:schemeClr val="lt1"/>
              </a:solidFill>
              <a:latin typeface="Arial"/>
              <a:ea typeface="Arial"/>
              <a:cs typeface="Arial"/>
              <a:sym typeface="Arial"/>
            </a:endParaRPr>
          </a:p>
          <a:p>
            <a:pPr marL="0" marR="0" lvl="0" indent="0" algn="ctr" rtl="0">
              <a:lnSpc>
                <a:spcPct val="100000"/>
              </a:lnSpc>
              <a:spcBef>
                <a:spcPts val="400"/>
              </a:spcBef>
              <a:spcAft>
                <a:spcPts val="0"/>
              </a:spcAft>
              <a:buClr>
                <a:srgbClr val="000000"/>
              </a:buClr>
              <a:buSzPts val="800"/>
              <a:buFont typeface="Arial"/>
              <a:buNone/>
            </a:pPr>
            <a:endParaRPr sz="800" b="1" i="0" u="none" strike="noStrike" cap="none" dirty="0">
              <a:solidFill>
                <a:schemeClr val="lt1"/>
              </a:solidFill>
              <a:latin typeface="Arial"/>
              <a:ea typeface="Arial"/>
              <a:cs typeface="Arial"/>
              <a:sym typeface="Arial"/>
            </a:endParaRPr>
          </a:p>
          <a:p>
            <a:pPr marL="0" marR="0" lvl="0" indent="0" algn="ctr" rtl="0">
              <a:lnSpc>
                <a:spcPct val="100000"/>
              </a:lnSpc>
              <a:spcBef>
                <a:spcPts val="400"/>
              </a:spcBef>
              <a:spcAft>
                <a:spcPts val="0"/>
              </a:spcAft>
              <a:buClr>
                <a:srgbClr val="000000"/>
              </a:buClr>
              <a:buSzPts val="800"/>
              <a:buFont typeface="Arial"/>
              <a:buNone/>
            </a:pPr>
            <a:endParaRPr sz="800" b="1" i="0" u="none" strike="noStrike" cap="none" dirty="0">
              <a:solidFill>
                <a:schemeClr val="lt1"/>
              </a:solidFill>
              <a:latin typeface="Arial"/>
              <a:ea typeface="Arial"/>
              <a:cs typeface="Arial"/>
              <a:sym typeface="Arial"/>
            </a:endParaRPr>
          </a:p>
          <a:p>
            <a:pPr marL="0" marR="0" lvl="0" indent="0" algn="ctr" rtl="0">
              <a:lnSpc>
                <a:spcPct val="100000"/>
              </a:lnSpc>
              <a:spcBef>
                <a:spcPts val="400"/>
              </a:spcBef>
              <a:spcAft>
                <a:spcPts val="0"/>
              </a:spcAft>
              <a:buClr>
                <a:srgbClr val="000000"/>
              </a:buClr>
              <a:buSzPts val="1100"/>
              <a:buFont typeface="Arial"/>
              <a:buNone/>
            </a:pPr>
            <a:r>
              <a:rPr lang="pl-PL" sz="1100" b="0" i="0" u="none" strike="noStrike" cap="none" dirty="0">
                <a:solidFill>
                  <a:schemeClr val="lt1"/>
                </a:solidFill>
                <a:latin typeface="Arial"/>
                <a:ea typeface="Arial"/>
                <a:cs typeface="Arial"/>
                <a:sym typeface="Arial"/>
              </a:rPr>
              <a:t>risk related to acceptance of new client or work</a:t>
            </a:r>
            <a:endParaRPr sz="1100" b="0" i="0" u="none" strike="noStrike" cap="none" dirty="0">
              <a:solidFill>
                <a:schemeClr val="lt1"/>
              </a:solidFill>
              <a:latin typeface="Arial"/>
              <a:ea typeface="Arial"/>
              <a:cs typeface="Arial"/>
              <a:sym typeface="Arial"/>
            </a:endParaRPr>
          </a:p>
          <a:p>
            <a:pPr marL="0" marR="0" lvl="0" indent="0" algn="ctr" rtl="0">
              <a:lnSpc>
                <a:spcPct val="100000"/>
              </a:lnSpc>
              <a:spcBef>
                <a:spcPts val="400"/>
              </a:spcBef>
              <a:spcAft>
                <a:spcPts val="0"/>
              </a:spcAft>
              <a:buClr>
                <a:srgbClr val="000000"/>
              </a:buClr>
              <a:buSzPts val="1200"/>
              <a:buFont typeface="Arial"/>
              <a:buNone/>
            </a:pPr>
            <a:endParaRPr sz="1200" b="1" i="0" u="none" strike="noStrike" cap="none" dirty="0">
              <a:solidFill>
                <a:schemeClr val="lt1"/>
              </a:solidFill>
              <a:latin typeface="Arial"/>
              <a:ea typeface="Arial"/>
              <a:cs typeface="Arial"/>
              <a:sym typeface="Arial"/>
            </a:endParaRPr>
          </a:p>
        </p:txBody>
      </p:sp>
      <p:grpSp>
        <p:nvGrpSpPr>
          <p:cNvPr id="22" name="Google Shape;877;p149">
            <a:extLst>
              <a:ext uri="{FF2B5EF4-FFF2-40B4-BE49-F238E27FC236}">
                <a16:creationId xmlns:a16="http://schemas.microsoft.com/office/drawing/2014/main" id="{DF73AFA0-5D01-C353-7DBB-9189C2AA319E}"/>
              </a:ext>
            </a:extLst>
          </p:cNvPr>
          <p:cNvGrpSpPr/>
          <p:nvPr/>
        </p:nvGrpSpPr>
        <p:grpSpPr>
          <a:xfrm>
            <a:off x="1633076" y="7714136"/>
            <a:ext cx="1532250" cy="1051438"/>
            <a:chOff x="540000" y="1298707"/>
            <a:chExt cx="2043000" cy="1522940"/>
          </a:xfrm>
        </p:grpSpPr>
        <p:grpSp>
          <p:nvGrpSpPr>
            <p:cNvPr id="23" name="Google Shape;878;p149">
              <a:extLst>
                <a:ext uri="{FF2B5EF4-FFF2-40B4-BE49-F238E27FC236}">
                  <a16:creationId xmlns:a16="http://schemas.microsoft.com/office/drawing/2014/main" id="{2331B4B4-DEBA-DE44-530A-251F4BD8729F}"/>
                </a:ext>
              </a:extLst>
            </p:cNvPr>
            <p:cNvGrpSpPr/>
            <p:nvPr/>
          </p:nvGrpSpPr>
          <p:grpSpPr>
            <a:xfrm>
              <a:off x="540000" y="1298707"/>
              <a:ext cx="2043000" cy="1522940"/>
              <a:chOff x="540000" y="1298707"/>
              <a:chExt cx="2043000" cy="1522940"/>
            </a:xfrm>
          </p:grpSpPr>
          <p:sp>
            <p:nvSpPr>
              <p:cNvPr id="25" name="Google Shape;879;p149">
                <a:extLst>
                  <a:ext uri="{FF2B5EF4-FFF2-40B4-BE49-F238E27FC236}">
                    <a16:creationId xmlns:a16="http://schemas.microsoft.com/office/drawing/2014/main" id="{5DE77792-B9CE-03F0-0A52-A1DDB61C57CB}"/>
                  </a:ext>
                </a:extLst>
              </p:cNvPr>
              <p:cNvSpPr/>
              <p:nvPr/>
            </p:nvSpPr>
            <p:spPr>
              <a:xfrm>
                <a:off x="540000" y="1298707"/>
                <a:ext cx="2043000" cy="1362000"/>
              </a:xfrm>
              <a:prstGeom prst="rect">
                <a:avLst/>
              </a:prstGeom>
              <a:solidFill>
                <a:schemeClr val="accent2"/>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chemeClr val="lt1"/>
                  </a:solidFill>
                  <a:latin typeface="Arial"/>
                  <a:ea typeface="Arial"/>
                  <a:cs typeface="Arial"/>
                  <a:sym typeface="Arial"/>
                </a:endParaRPr>
              </a:p>
            </p:txBody>
          </p:sp>
          <p:sp>
            <p:nvSpPr>
              <p:cNvPr id="26" name="Google Shape;880;p149">
                <a:extLst>
                  <a:ext uri="{FF2B5EF4-FFF2-40B4-BE49-F238E27FC236}">
                    <a16:creationId xmlns:a16="http://schemas.microsoft.com/office/drawing/2014/main" id="{B40E9F6A-9004-A7E0-1689-598E3499EFBE}"/>
                  </a:ext>
                </a:extLst>
              </p:cNvPr>
              <p:cNvSpPr/>
              <p:nvPr/>
            </p:nvSpPr>
            <p:spPr>
              <a:xfrm rot="10800000" flipH="1">
                <a:off x="1348141" y="2660847"/>
                <a:ext cx="426600" cy="160800"/>
              </a:xfrm>
              <a:prstGeom prst="triangle">
                <a:avLst>
                  <a:gd name="adj" fmla="val 50000"/>
                </a:avLst>
              </a:prstGeom>
              <a:solidFill>
                <a:schemeClr val="accent2"/>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chemeClr val="lt1"/>
                  </a:solidFill>
                  <a:latin typeface="Arial"/>
                  <a:ea typeface="Arial"/>
                  <a:cs typeface="Arial"/>
                  <a:sym typeface="Arial"/>
                </a:endParaRPr>
              </a:p>
            </p:txBody>
          </p:sp>
        </p:grpSp>
        <p:sp>
          <p:nvSpPr>
            <p:cNvPr id="24" name="Google Shape;881;p149">
              <a:extLst>
                <a:ext uri="{FF2B5EF4-FFF2-40B4-BE49-F238E27FC236}">
                  <a16:creationId xmlns:a16="http://schemas.microsoft.com/office/drawing/2014/main" id="{658CA8DB-40F6-A1DC-BA2F-DD6CE79291C6}"/>
                </a:ext>
              </a:extLst>
            </p:cNvPr>
            <p:cNvSpPr/>
            <p:nvPr/>
          </p:nvSpPr>
          <p:spPr>
            <a:xfrm>
              <a:off x="1201509" y="1598312"/>
              <a:ext cx="720000" cy="720000"/>
            </a:xfrm>
            <a:prstGeom prst="rect">
              <a:avLst/>
            </a:prstGeom>
            <a:solidFill>
              <a:schemeClr val="accent2"/>
            </a:solidFill>
            <a:ln w="50800" cap="flat" cmpd="sng">
              <a:solidFill>
                <a:schemeClr val="lt1"/>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3200"/>
                <a:buFont typeface="Arial"/>
                <a:buNone/>
              </a:pPr>
              <a:r>
                <a:rPr lang="pl-PL" sz="3200" b="0" i="0" u="none" strike="noStrike" cap="none">
                  <a:solidFill>
                    <a:schemeClr val="lt1"/>
                  </a:solidFill>
                  <a:latin typeface="Arial"/>
                  <a:ea typeface="Arial"/>
                  <a:cs typeface="Arial"/>
                  <a:sym typeface="Arial"/>
                </a:rPr>
                <a:t>1</a:t>
              </a:r>
              <a:endParaRPr sz="1100" b="0" i="0" u="none" strike="noStrike" cap="none">
                <a:solidFill>
                  <a:srgbClr val="000000"/>
                </a:solidFill>
                <a:latin typeface="Arial"/>
                <a:ea typeface="Arial"/>
                <a:cs typeface="Arial"/>
                <a:sym typeface="Arial"/>
              </a:endParaRPr>
            </a:p>
          </p:txBody>
        </p:sp>
      </p:grpSp>
      <p:grpSp>
        <p:nvGrpSpPr>
          <p:cNvPr id="27" name="Google Shape;882;p149">
            <a:extLst>
              <a:ext uri="{FF2B5EF4-FFF2-40B4-BE49-F238E27FC236}">
                <a16:creationId xmlns:a16="http://schemas.microsoft.com/office/drawing/2014/main" id="{95BD82A4-5EC6-9660-6EF2-6F68AA8E508A}"/>
              </a:ext>
            </a:extLst>
          </p:cNvPr>
          <p:cNvGrpSpPr/>
          <p:nvPr/>
        </p:nvGrpSpPr>
        <p:grpSpPr>
          <a:xfrm>
            <a:off x="1633076" y="10792406"/>
            <a:ext cx="1532250" cy="269030"/>
            <a:chOff x="540000" y="5010465"/>
            <a:chExt cx="2043000" cy="389673"/>
          </a:xfrm>
        </p:grpSpPr>
        <p:sp>
          <p:nvSpPr>
            <p:cNvPr id="28" name="Google Shape;883;p149">
              <a:extLst>
                <a:ext uri="{FF2B5EF4-FFF2-40B4-BE49-F238E27FC236}">
                  <a16:creationId xmlns:a16="http://schemas.microsoft.com/office/drawing/2014/main" id="{3AE63F63-FC6D-4A7E-9FB3-7EA1059EDCB0}"/>
                </a:ext>
              </a:extLst>
            </p:cNvPr>
            <p:cNvSpPr/>
            <p:nvPr/>
          </p:nvSpPr>
          <p:spPr>
            <a:xfrm>
              <a:off x="540000" y="5136138"/>
              <a:ext cx="2043000" cy="264000"/>
            </a:xfrm>
            <a:prstGeom prst="rect">
              <a:avLst/>
            </a:prstGeom>
            <a:solidFill>
              <a:srgbClr val="7F5B00"/>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chemeClr val="lt1"/>
                </a:solidFill>
                <a:latin typeface="Arial"/>
                <a:ea typeface="Arial"/>
                <a:cs typeface="Arial"/>
                <a:sym typeface="Arial"/>
              </a:endParaRPr>
            </a:p>
          </p:txBody>
        </p:sp>
        <p:sp>
          <p:nvSpPr>
            <p:cNvPr id="29" name="Google Shape;884;p149">
              <a:extLst>
                <a:ext uri="{FF2B5EF4-FFF2-40B4-BE49-F238E27FC236}">
                  <a16:creationId xmlns:a16="http://schemas.microsoft.com/office/drawing/2014/main" id="{28FA45B1-7CD7-CA5E-AE6C-59F2DAC1CB1A}"/>
                </a:ext>
              </a:extLst>
            </p:cNvPr>
            <p:cNvSpPr/>
            <p:nvPr/>
          </p:nvSpPr>
          <p:spPr>
            <a:xfrm>
              <a:off x="1348141" y="5010465"/>
              <a:ext cx="426600" cy="160800"/>
            </a:xfrm>
            <a:prstGeom prst="triangle">
              <a:avLst>
                <a:gd name="adj" fmla="val 50000"/>
              </a:avLst>
            </a:prstGeom>
            <a:solidFill>
              <a:srgbClr val="7F5B00"/>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chemeClr val="lt1"/>
                </a:solidFill>
                <a:latin typeface="Arial"/>
                <a:ea typeface="Arial"/>
                <a:cs typeface="Arial"/>
                <a:sym typeface="Arial"/>
              </a:endParaRPr>
            </a:p>
          </p:txBody>
        </p:sp>
      </p:grpSp>
      <p:sp>
        <p:nvSpPr>
          <p:cNvPr id="30" name="Google Shape;885;p149">
            <a:extLst>
              <a:ext uri="{FF2B5EF4-FFF2-40B4-BE49-F238E27FC236}">
                <a16:creationId xmlns:a16="http://schemas.microsoft.com/office/drawing/2014/main" id="{F21807E5-6D7C-E3AF-744B-BD67682296B1}"/>
              </a:ext>
            </a:extLst>
          </p:cNvPr>
          <p:cNvSpPr/>
          <p:nvPr/>
        </p:nvSpPr>
        <p:spPr>
          <a:xfrm>
            <a:off x="3333507" y="8654698"/>
            <a:ext cx="1532400" cy="2406900"/>
          </a:xfrm>
          <a:prstGeom prst="rect">
            <a:avLst/>
          </a:prstGeom>
          <a:solidFill>
            <a:srgbClr val="B06900"/>
          </a:solidFill>
          <a:ln>
            <a:noFill/>
          </a:ln>
        </p:spPr>
        <p:txBody>
          <a:bodyPr spcFirstLastPara="1" wrap="square" lIns="67500" tIns="202500" rIns="67500" bIns="67500" anchor="t" anchorCtr="0">
            <a:noAutofit/>
          </a:bodyPr>
          <a:lstStyle/>
          <a:p>
            <a:pPr marL="0" marR="0" lvl="0" indent="0" algn="ctr" rtl="0">
              <a:lnSpc>
                <a:spcPct val="100000"/>
              </a:lnSpc>
              <a:spcBef>
                <a:spcPts val="400"/>
              </a:spcBef>
              <a:spcAft>
                <a:spcPts val="0"/>
              </a:spcAft>
              <a:buClr>
                <a:srgbClr val="000000"/>
              </a:buClr>
              <a:buSzPts val="1200"/>
              <a:buFont typeface="Arial"/>
              <a:buNone/>
            </a:pPr>
            <a:r>
              <a:rPr lang="pl-PL" sz="1200" b="1" i="0" u="none" strike="noStrike" cap="none" dirty="0">
                <a:solidFill>
                  <a:schemeClr val="lt1"/>
                </a:solidFill>
                <a:latin typeface="Arial"/>
                <a:ea typeface="Arial"/>
                <a:cs typeface="Arial"/>
                <a:sym typeface="Arial"/>
              </a:rPr>
              <a:t>CONTRACT RISK</a:t>
            </a:r>
            <a:r>
              <a:rPr lang="pl-PL" sz="1200" b="0" i="0" u="none" strike="noStrike" cap="none" dirty="0">
                <a:solidFill>
                  <a:schemeClr val="lt1"/>
                </a:solidFill>
                <a:latin typeface="Arial"/>
                <a:ea typeface="Arial"/>
                <a:cs typeface="Arial"/>
                <a:sym typeface="Arial"/>
              </a:rPr>
              <a:t> </a:t>
            </a:r>
            <a:endParaRPr sz="1200" b="0" i="0" u="none" strike="noStrike" cap="none" dirty="0">
              <a:solidFill>
                <a:schemeClr val="lt1"/>
              </a:solidFill>
              <a:latin typeface="Arial"/>
              <a:ea typeface="Arial"/>
              <a:cs typeface="Arial"/>
              <a:sym typeface="Arial"/>
            </a:endParaRPr>
          </a:p>
          <a:p>
            <a:pPr marL="0" marR="0" lvl="0" indent="0" algn="ctr" rtl="0">
              <a:lnSpc>
                <a:spcPct val="100000"/>
              </a:lnSpc>
              <a:spcBef>
                <a:spcPts val="400"/>
              </a:spcBef>
              <a:spcAft>
                <a:spcPts val="0"/>
              </a:spcAft>
              <a:buClr>
                <a:srgbClr val="000000"/>
              </a:buClr>
              <a:buSzPts val="800"/>
              <a:buFont typeface="Arial"/>
              <a:buNone/>
            </a:pPr>
            <a:endParaRPr sz="800" b="0" i="0" u="none" strike="noStrike" cap="none" dirty="0">
              <a:solidFill>
                <a:schemeClr val="lt1"/>
              </a:solidFill>
              <a:latin typeface="Arial"/>
              <a:ea typeface="Arial"/>
              <a:cs typeface="Arial"/>
              <a:sym typeface="Arial"/>
            </a:endParaRPr>
          </a:p>
          <a:p>
            <a:pPr marL="0" marR="0" lvl="0" indent="0" algn="ctr" rtl="0">
              <a:lnSpc>
                <a:spcPct val="100000"/>
              </a:lnSpc>
              <a:spcBef>
                <a:spcPts val="400"/>
              </a:spcBef>
              <a:spcAft>
                <a:spcPts val="0"/>
              </a:spcAft>
              <a:buClr>
                <a:srgbClr val="000000"/>
              </a:buClr>
              <a:buSzPts val="800"/>
              <a:buFont typeface="Arial"/>
              <a:buNone/>
            </a:pPr>
            <a:endParaRPr sz="800" b="0" i="0" u="none" strike="noStrike" cap="none" dirty="0">
              <a:solidFill>
                <a:schemeClr val="lt1"/>
              </a:solidFill>
              <a:latin typeface="Arial"/>
              <a:ea typeface="Arial"/>
              <a:cs typeface="Arial"/>
              <a:sym typeface="Arial"/>
            </a:endParaRPr>
          </a:p>
          <a:p>
            <a:pPr marL="0" marR="0" lvl="0" indent="0" algn="ctr" rtl="0">
              <a:lnSpc>
                <a:spcPct val="100000"/>
              </a:lnSpc>
              <a:spcBef>
                <a:spcPts val="400"/>
              </a:spcBef>
              <a:spcAft>
                <a:spcPts val="0"/>
              </a:spcAft>
              <a:buClr>
                <a:srgbClr val="000000"/>
              </a:buClr>
              <a:buSzPts val="1100"/>
              <a:buFont typeface="Arial"/>
              <a:buNone/>
            </a:pPr>
            <a:r>
              <a:rPr lang="pl-PL" sz="1100" b="0" i="0" u="none" strike="noStrike" cap="none" dirty="0">
                <a:solidFill>
                  <a:schemeClr val="lt1"/>
                </a:solidFill>
                <a:latin typeface="Arial"/>
                <a:ea typeface="Arial"/>
                <a:cs typeface="Arial"/>
                <a:sym typeface="Arial"/>
              </a:rPr>
              <a:t>risk of signing improper contract</a:t>
            </a:r>
            <a:endParaRPr sz="1100" b="0" i="0" u="none" strike="noStrike" cap="none" dirty="0">
              <a:solidFill>
                <a:schemeClr val="lt1"/>
              </a:solidFill>
              <a:latin typeface="Arial"/>
              <a:ea typeface="Arial"/>
              <a:cs typeface="Arial"/>
              <a:sym typeface="Arial"/>
            </a:endParaRPr>
          </a:p>
          <a:p>
            <a:pPr marL="0" marR="0" lvl="0" indent="0" algn="ctr" rtl="0">
              <a:lnSpc>
                <a:spcPct val="100000"/>
              </a:lnSpc>
              <a:spcBef>
                <a:spcPts val="400"/>
              </a:spcBef>
              <a:spcAft>
                <a:spcPts val="0"/>
              </a:spcAft>
              <a:buClr>
                <a:srgbClr val="000000"/>
              </a:buClr>
              <a:buSzPts val="800"/>
              <a:buFont typeface="Arial"/>
              <a:buNone/>
            </a:pPr>
            <a:endParaRPr sz="800" b="0" i="0" u="none" strike="noStrike" cap="none" dirty="0">
              <a:solidFill>
                <a:schemeClr val="lt1"/>
              </a:solidFill>
              <a:latin typeface="Arial"/>
              <a:ea typeface="Arial"/>
              <a:cs typeface="Arial"/>
              <a:sym typeface="Arial"/>
            </a:endParaRPr>
          </a:p>
        </p:txBody>
      </p:sp>
      <p:grpSp>
        <p:nvGrpSpPr>
          <p:cNvPr id="31" name="Google Shape;886;p149">
            <a:extLst>
              <a:ext uri="{FF2B5EF4-FFF2-40B4-BE49-F238E27FC236}">
                <a16:creationId xmlns:a16="http://schemas.microsoft.com/office/drawing/2014/main" id="{F0AAF883-7201-8CCF-31CF-33ABD8AC028D}"/>
              </a:ext>
            </a:extLst>
          </p:cNvPr>
          <p:cNvGrpSpPr/>
          <p:nvPr/>
        </p:nvGrpSpPr>
        <p:grpSpPr>
          <a:xfrm>
            <a:off x="3333510" y="7714136"/>
            <a:ext cx="1532250" cy="1051438"/>
            <a:chOff x="2807246" y="1298707"/>
            <a:chExt cx="2043000" cy="1522940"/>
          </a:xfrm>
        </p:grpSpPr>
        <p:grpSp>
          <p:nvGrpSpPr>
            <p:cNvPr id="32" name="Google Shape;887;p149">
              <a:extLst>
                <a:ext uri="{FF2B5EF4-FFF2-40B4-BE49-F238E27FC236}">
                  <a16:creationId xmlns:a16="http://schemas.microsoft.com/office/drawing/2014/main" id="{CF559CD4-7E9C-135C-D8A1-E68BA50AB898}"/>
                </a:ext>
              </a:extLst>
            </p:cNvPr>
            <p:cNvGrpSpPr/>
            <p:nvPr/>
          </p:nvGrpSpPr>
          <p:grpSpPr>
            <a:xfrm>
              <a:off x="2807246" y="1298707"/>
              <a:ext cx="2043000" cy="1522940"/>
              <a:chOff x="2807246" y="1298707"/>
              <a:chExt cx="2043000" cy="1522940"/>
            </a:xfrm>
          </p:grpSpPr>
          <p:sp>
            <p:nvSpPr>
              <p:cNvPr id="34" name="Google Shape;888;p149">
                <a:extLst>
                  <a:ext uri="{FF2B5EF4-FFF2-40B4-BE49-F238E27FC236}">
                    <a16:creationId xmlns:a16="http://schemas.microsoft.com/office/drawing/2014/main" id="{0A466BF1-E353-136E-6B28-04B8CE6FBE53}"/>
                  </a:ext>
                </a:extLst>
              </p:cNvPr>
              <p:cNvSpPr/>
              <p:nvPr/>
            </p:nvSpPr>
            <p:spPr>
              <a:xfrm>
                <a:off x="2807246" y="1298707"/>
                <a:ext cx="2043000" cy="1362000"/>
              </a:xfrm>
              <a:prstGeom prst="rect">
                <a:avLst/>
              </a:prstGeom>
              <a:solidFill>
                <a:schemeClr val="accent4"/>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chemeClr val="lt1"/>
                  </a:solidFill>
                  <a:latin typeface="Arial"/>
                  <a:ea typeface="Arial"/>
                  <a:cs typeface="Arial"/>
                  <a:sym typeface="Arial"/>
                </a:endParaRPr>
              </a:p>
            </p:txBody>
          </p:sp>
          <p:sp>
            <p:nvSpPr>
              <p:cNvPr id="35" name="Google Shape;889;p149">
                <a:extLst>
                  <a:ext uri="{FF2B5EF4-FFF2-40B4-BE49-F238E27FC236}">
                    <a16:creationId xmlns:a16="http://schemas.microsoft.com/office/drawing/2014/main" id="{22934DFD-499C-DED5-2A41-78E16073D7E7}"/>
                  </a:ext>
                </a:extLst>
              </p:cNvPr>
              <p:cNvSpPr/>
              <p:nvPr/>
            </p:nvSpPr>
            <p:spPr>
              <a:xfrm rot="10800000" flipH="1">
                <a:off x="3615387" y="2660847"/>
                <a:ext cx="426600" cy="160800"/>
              </a:xfrm>
              <a:prstGeom prst="triangle">
                <a:avLst>
                  <a:gd name="adj" fmla="val 50000"/>
                </a:avLst>
              </a:prstGeom>
              <a:solidFill>
                <a:schemeClr val="accent4"/>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chemeClr val="lt1"/>
                  </a:solidFill>
                  <a:latin typeface="Arial"/>
                  <a:ea typeface="Arial"/>
                  <a:cs typeface="Arial"/>
                  <a:sym typeface="Arial"/>
                </a:endParaRPr>
              </a:p>
            </p:txBody>
          </p:sp>
        </p:grpSp>
        <p:sp>
          <p:nvSpPr>
            <p:cNvPr id="33" name="Google Shape;890;p149">
              <a:extLst>
                <a:ext uri="{FF2B5EF4-FFF2-40B4-BE49-F238E27FC236}">
                  <a16:creationId xmlns:a16="http://schemas.microsoft.com/office/drawing/2014/main" id="{E32AF4B7-B282-AEF3-0FCB-DF9C18EAE508}"/>
                </a:ext>
              </a:extLst>
            </p:cNvPr>
            <p:cNvSpPr/>
            <p:nvPr/>
          </p:nvSpPr>
          <p:spPr>
            <a:xfrm>
              <a:off x="3468755" y="1598312"/>
              <a:ext cx="720000" cy="720000"/>
            </a:xfrm>
            <a:prstGeom prst="rect">
              <a:avLst/>
            </a:prstGeom>
            <a:solidFill>
              <a:schemeClr val="accent4"/>
            </a:solidFill>
            <a:ln w="50800" cap="flat" cmpd="sng">
              <a:solidFill>
                <a:schemeClr val="lt1"/>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3200"/>
                <a:buFont typeface="Arial"/>
                <a:buNone/>
              </a:pPr>
              <a:r>
                <a:rPr lang="pl-PL" sz="3200" b="0" i="0" u="none" strike="noStrike" cap="none">
                  <a:solidFill>
                    <a:schemeClr val="lt1"/>
                  </a:solidFill>
                  <a:latin typeface="Arial"/>
                  <a:ea typeface="Arial"/>
                  <a:cs typeface="Arial"/>
                  <a:sym typeface="Arial"/>
                </a:rPr>
                <a:t>2</a:t>
              </a:r>
              <a:endParaRPr sz="1100" b="0" i="0" u="none" strike="noStrike" cap="none">
                <a:solidFill>
                  <a:srgbClr val="000000"/>
                </a:solidFill>
                <a:latin typeface="Arial"/>
                <a:ea typeface="Arial"/>
                <a:cs typeface="Arial"/>
                <a:sym typeface="Arial"/>
              </a:endParaRPr>
            </a:p>
          </p:txBody>
        </p:sp>
      </p:grpSp>
      <p:grpSp>
        <p:nvGrpSpPr>
          <p:cNvPr id="36" name="Google Shape;891;p149">
            <a:extLst>
              <a:ext uri="{FF2B5EF4-FFF2-40B4-BE49-F238E27FC236}">
                <a16:creationId xmlns:a16="http://schemas.microsoft.com/office/drawing/2014/main" id="{357B8D34-8F75-5156-787B-4A8E113088E5}"/>
              </a:ext>
            </a:extLst>
          </p:cNvPr>
          <p:cNvGrpSpPr/>
          <p:nvPr/>
        </p:nvGrpSpPr>
        <p:grpSpPr>
          <a:xfrm>
            <a:off x="3333510" y="10792406"/>
            <a:ext cx="1532250" cy="269030"/>
            <a:chOff x="2807246" y="5010465"/>
            <a:chExt cx="2043000" cy="389673"/>
          </a:xfrm>
        </p:grpSpPr>
        <p:sp>
          <p:nvSpPr>
            <p:cNvPr id="37" name="Google Shape;892;p149">
              <a:extLst>
                <a:ext uri="{FF2B5EF4-FFF2-40B4-BE49-F238E27FC236}">
                  <a16:creationId xmlns:a16="http://schemas.microsoft.com/office/drawing/2014/main" id="{6DFEF54D-515A-6933-435C-6ABC3B7A3543}"/>
                </a:ext>
              </a:extLst>
            </p:cNvPr>
            <p:cNvSpPr/>
            <p:nvPr/>
          </p:nvSpPr>
          <p:spPr>
            <a:xfrm>
              <a:off x="2807246" y="5136138"/>
              <a:ext cx="2043000" cy="264000"/>
            </a:xfrm>
            <a:prstGeom prst="rect">
              <a:avLst/>
            </a:prstGeom>
            <a:solidFill>
              <a:srgbClr val="754600"/>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chemeClr val="lt1"/>
                </a:solidFill>
                <a:latin typeface="Arial"/>
                <a:ea typeface="Arial"/>
                <a:cs typeface="Arial"/>
                <a:sym typeface="Arial"/>
              </a:endParaRPr>
            </a:p>
          </p:txBody>
        </p:sp>
        <p:sp>
          <p:nvSpPr>
            <p:cNvPr id="38" name="Google Shape;893;p149">
              <a:extLst>
                <a:ext uri="{FF2B5EF4-FFF2-40B4-BE49-F238E27FC236}">
                  <a16:creationId xmlns:a16="http://schemas.microsoft.com/office/drawing/2014/main" id="{0EDC8574-4D28-E5B8-7C88-6B15E1C9275A}"/>
                </a:ext>
              </a:extLst>
            </p:cNvPr>
            <p:cNvSpPr/>
            <p:nvPr/>
          </p:nvSpPr>
          <p:spPr>
            <a:xfrm>
              <a:off x="3615387" y="5010465"/>
              <a:ext cx="426600" cy="160800"/>
            </a:xfrm>
            <a:prstGeom prst="triangle">
              <a:avLst>
                <a:gd name="adj" fmla="val 50000"/>
              </a:avLst>
            </a:prstGeom>
            <a:solidFill>
              <a:srgbClr val="754600"/>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chemeClr val="lt1"/>
                </a:solidFill>
                <a:latin typeface="Arial"/>
                <a:ea typeface="Arial"/>
                <a:cs typeface="Arial"/>
                <a:sym typeface="Arial"/>
              </a:endParaRPr>
            </a:p>
          </p:txBody>
        </p:sp>
      </p:grpSp>
      <p:sp>
        <p:nvSpPr>
          <p:cNvPr id="39" name="Google Shape;894;p149">
            <a:extLst>
              <a:ext uri="{FF2B5EF4-FFF2-40B4-BE49-F238E27FC236}">
                <a16:creationId xmlns:a16="http://schemas.microsoft.com/office/drawing/2014/main" id="{AFD59ABF-83D1-4BDC-B0EB-AABC1EC7B49C}"/>
              </a:ext>
            </a:extLst>
          </p:cNvPr>
          <p:cNvSpPr/>
          <p:nvPr/>
        </p:nvSpPr>
        <p:spPr>
          <a:xfrm>
            <a:off x="5033939" y="8654698"/>
            <a:ext cx="1532400" cy="2406900"/>
          </a:xfrm>
          <a:prstGeom prst="rect">
            <a:avLst/>
          </a:prstGeom>
          <a:solidFill>
            <a:srgbClr val="9C3701"/>
          </a:solidFill>
          <a:ln>
            <a:noFill/>
          </a:ln>
        </p:spPr>
        <p:txBody>
          <a:bodyPr spcFirstLastPara="1" wrap="square" lIns="67500" tIns="202500" rIns="67500" bIns="67500" anchor="t" anchorCtr="0">
            <a:noAutofit/>
          </a:bodyPr>
          <a:lstStyle/>
          <a:p>
            <a:pPr marL="0" marR="0" lvl="0" indent="0" algn="ctr" rtl="0">
              <a:lnSpc>
                <a:spcPct val="100000"/>
              </a:lnSpc>
              <a:spcBef>
                <a:spcPts val="400"/>
              </a:spcBef>
              <a:spcAft>
                <a:spcPts val="0"/>
              </a:spcAft>
              <a:buClr>
                <a:srgbClr val="000000"/>
              </a:buClr>
              <a:buSzPts val="1200"/>
              <a:buFont typeface="Arial"/>
              <a:buNone/>
            </a:pPr>
            <a:r>
              <a:rPr lang="pl-PL" sz="1200" b="1" i="0" u="none" strike="noStrike" cap="none" dirty="0">
                <a:solidFill>
                  <a:schemeClr val="lt1"/>
                </a:solidFill>
                <a:latin typeface="Arial"/>
                <a:ea typeface="Arial"/>
                <a:cs typeface="Arial"/>
                <a:sym typeface="Arial"/>
              </a:rPr>
              <a:t>PRODUCT RISK</a:t>
            </a:r>
            <a:endParaRPr sz="1200" b="1" i="0" u="none" strike="noStrike" cap="none" dirty="0">
              <a:solidFill>
                <a:schemeClr val="lt1"/>
              </a:solidFill>
              <a:latin typeface="Arial"/>
              <a:ea typeface="Arial"/>
              <a:cs typeface="Arial"/>
              <a:sym typeface="Arial"/>
            </a:endParaRPr>
          </a:p>
          <a:p>
            <a:pPr marL="0" marR="0" lvl="0" indent="0" algn="ctr" rtl="0">
              <a:lnSpc>
                <a:spcPct val="100000"/>
              </a:lnSpc>
              <a:spcBef>
                <a:spcPts val="400"/>
              </a:spcBef>
              <a:spcAft>
                <a:spcPts val="0"/>
              </a:spcAft>
              <a:buClr>
                <a:srgbClr val="000000"/>
              </a:buClr>
              <a:buSzPts val="800"/>
              <a:buFont typeface="Arial"/>
              <a:buNone/>
            </a:pPr>
            <a:endParaRPr sz="800" b="0" i="0" u="none" strike="noStrike" cap="none" dirty="0">
              <a:solidFill>
                <a:schemeClr val="lt1"/>
              </a:solidFill>
              <a:latin typeface="Arial"/>
              <a:ea typeface="Arial"/>
              <a:cs typeface="Arial"/>
              <a:sym typeface="Arial"/>
            </a:endParaRPr>
          </a:p>
          <a:p>
            <a:pPr marL="0" marR="0" lvl="0" indent="0" algn="ctr" rtl="0">
              <a:lnSpc>
                <a:spcPct val="100000"/>
              </a:lnSpc>
              <a:spcBef>
                <a:spcPts val="400"/>
              </a:spcBef>
              <a:spcAft>
                <a:spcPts val="0"/>
              </a:spcAft>
              <a:buClr>
                <a:srgbClr val="000000"/>
              </a:buClr>
              <a:buSzPts val="800"/>
              <a:buFont typeface="Arial"/>
              <a:buNone/>
            </a:pPr>
            <a:endParaRPr sz="800" b="0" i="0" u="none" strike="noStrike" cap="none" dirty="0">
              <a:solidFill>
                <a:schemeClr val="lt1"/>
              </a:solidFill>
              <a:latin typeface="Arial"/>
              <a:ea typeface="Arial"/>
              <a:cs typeface="Arial"/>
              <a:sym typeface="Arial"/>
            </a:endParaRPr>
          </a:p>
          <a:p>
            <a:pPr marL="0" marR="0" lvl="0" indent="0" algn="ctr" rtl="0">
              <a:lnSpc>
                <a:spcPct val="100000"/>
              </a:lnSpc>
              <a:spcBef>
                <a:spcPts val="400"/>
              </a:spcBef>
              <a:spcAft>
                <a:spcPts val="0"/>
              </a:spcAft>
              <a:buClr>
                <a:srgbClr val="000000"/>
              </a:buClr>
              <a:buSzPts val="1100"/>
              <a:buFont typeface="Arial"/>
              <a:buNone/>
            </a:pPr>
            <a:r>
              <a:rPr lang="pl-PL" sz="1100" b="0" i="0" u="none" strike="noStrike" cap="none" dirty="0">
                <a:solidFill>
                  <a:schemeClr val="lt1"/>
                </a:solidFill>
                <a:latin typeface="Arial"/>
                <a:ea typeface="Arial"/>
                <a:cs typeface="Arial"/>
                <a:sym typeface="Arial"/>
              </a:rPr>
              <a:t>risks associated with the inadequacy of services to meet customer needs</a:t>
            </a:r>
            <a:endParaRPr sz="1100" b="0" i="0" u="none" strike="noStrike" cap="none" dirty="0">
              <a:solidFill>
                <a:schemeClr val="lt1"/>
              </a:solidFill>
              <a:latin typeface="Arial"/>
              <a:ea typeface="Arial"/>
              <a:cs typeface="Arial"/>
              <a:sym typeface="Arial"/>
            </a:endParaRPr>
          </a:p>
          <a:p>
            <a:pPr marL="0" marR="0" lvl="0" indent="0" algn="ctr" rtl="0">
              <a:lnSpc>
                <a:spcPct val="100000"/>
              </a:lnSpc>
              <a:spcBef>
                <a:spcPts val="400"/>
              </a:spcBef>
              <a:spcAft>
                <a:spcPts val="0"/>
              </a:spcAft>
              <a:buClr>
                <a:srgbClr val="000000"/>
              </a:buClr>
              <a:buSzPts val="800"/>
              <a:buFont typeface="Arial"/>
              <a:buNone/>
            </a:pPr>
            <a:endParaRPr sz="800" b="0" i="0" u="none" strike="noStrike" cap="none" dirty="0">
              <a:solidFill>
                <a:schemeClr val="lt1"/>
              </a:solidFill>
              <a:latin typeface="Arial"/>
              <a:ea typeface="Arial"/>
              <a:cs typeface="Arial"/>
              <a:sym typeface="Arial"/>
            </a:endParaRPr>
          </a:p>
        </p:txBody>
      </p:sp>
      <p:grpSp>
        <p:nvGrpSpPr>
          <p:cNvPr id="40" name="Google Shape;895;p149">
            <a:extLst>
              <a:ext uri="{FF2B5EF4-FFF2-40B4-BE49-F238E27FC236}">
                <a16:creationId xmlns:a16="http://schemas.microsoft.com/office/drawing/2014/main" id="{87DE1C9F-3AD5-8F35-314B-0CB276C529AB}"/>
              </a:ext>
            </a:extLst>
          </p:cNvPr>
          <p:cNvGrpSpPr/>
          <p:nvPr/>
        </p:nvGrpSpPr>
        <p:grpSpPr>
          <a:xfrm>
            <a:off x="5033945" y="7714136"/>
            <a:ext cx="1532250" cy="1051438"/>
            <a:chOff x="5074492" y="1298707"/>
            <a:chExt cx="2043000" cy="1522940"/>
          </a:xfrm>
        </p:grpSpPr>
        <p:sp>
          <p:nvSpPr>
            <p:cNvPr id="41" name="Google Shape;896;p149">
              <a:extLst>
                <a:ext uri="{FF2B5EF4-FFF2-40B4-BE49-F238E27FC236}">
                  <a16:creationId xmlns:a16="http://schemas.microsoft.com/office/drawing/2014/main" id="{584A1E59-DB10-09FF-C639-BCD803100F4E}"/>
                </a:ext>
              </a:extLst>
            </p:cNvPr>
            <p:cNvSpPr/>
            <p:nvPr/>
          </p:nvSpPr>
          <p:spPr>
            <a:xfrm>
              <a:off x="5074492" y="1298707"/>
              <a:ext cx="2043000" cy="1362000"/>
            </a:xfrm>
            <a:prstGeom prst="rect">
              <a:avLst/>
            </a:prstGeom>
            <a:solidFill>
              <a:schemeClr val="accent1"/>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chemeClr val="lt1"/>
                </a:solidFill>
                <a:latin typeface="Arial"/>
                <a:ea typeface="Arial"/>
                <a:cs typeface="Arial"/>
                <a:sym typeface="Arial"/>
              </a:endParaRPr>
            </a:p>
          </p:txBody>
        </p:sp>
        <p:sp>
          <p:nvSpPr>
            <p:cNvPr id="42" name="Google Shape;897;p149">
              <a:extLst>
                <a:ext uri="{FF2B5EF4-FFF2-40B4-BE49-F238E27FC236}">
                  <a16:creationId xmlns:a16="http://schemas.microsoft.com/office/drawing/2014/main" id="{66DE7642-DD20-F71F-D11F-EF2D6B342811}"/>
                </a:ext>
              </a:extLst>
            </p:cNvPr>
            <p:cNvSpPr/>
            <p:nvPr/>
          </p:nvSpPr>
          <p:spPr>
            <a:xfrm rot="10800000" flipH="1">
              <a:off x="5882633" y="2660847"/>
              <a:ext cx="426600" cy="160800"/>
            </a:xfrm>
            <a:prstGeom prst="triangle">
              <a:avLst>
                <a:gd name="adj" fmla="val 50000"/>
              </a:avLst>
            </a:prstGeom>
            <a:solidFill>
              <a:schemeClr val="accent1"/>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chemeClr val="lt1"/>
                </a:solidFill>
                <a:latin typeface="Arial"/>
                <a:ea typeface="Arial"/>
                <a:cs typeface="Arial"/>
                <a:sym typeface="Arial"/>
              </a:endParaRPr>
            </a:p>
          </p:txBody>
        </p:sp>
        <p:sp>
          <p:nvSpPr>
            <p:cNvPr id="43" name="Google Shape;898;p149">
              <a:extLst>
                <a:ext uri="{FF2B5EF4-FFF2-40B4-BE49-F238E27FC236}">
                  <a16:creationId xmlns:a16="http://schemas.microsoft.com/office/drawing/2014/main" id="{15064590-A28D-9DCA-EB5C-0C92199BF8D6}"/>
                </a:ext>
              </a:extLst>
            </p:cNvPr>
            <p:cNvSpPr/>
            <p:nvPr/>
          </p:nvSpPr>
          <p:spPr>
            <a:xfrm>
              <a:off x="5736001" y="1598312"/>
              <a:ext cx="720000" cy="720000"/>
            </a:xfrm>
            <a:prstGeom prst="rect">
              <a:avLst/>
            </a:prstGeom>
            <a:solidFill>
              <a:schemeClr val="accent1"/>
            </a:solidFill>
            <a:ln w="50800" cap="flat" cmpd="sng">
              <a:solidFill>
                <a:schemeClr val="lt1"/>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3200"/>
                <a:buFont typeface="Arial"/>
                <a:buNone/>
              </a:pPr>
              <a:r>
                <a:rPr lang="pl-PL" sz="3200" b="0" i="0" u="none" strike="noStrike" cap="none">
                  <a:solidFill>
                    <a:schemeClr val="lt1"/>
                  </a:solidFill>
                  <a:latin typeface="Arial"/>
                  <a:ea typeface="Arial"/>
                  <a:cs typeface="Arial"/>
                  <a:sym typeface="Arial"/>
                </a:rPr>
                <a:t>3</a:t>
              </a:r>
              <a:endParaRPr sz="1100" b="0" i="0" u="none" strike="noStrike" cap="none">
                <a:solidFill>
                  <a:srgbClr val="000000"/>
                </a:solidFill>
                <a:latin typeface="Arial"/>
                <a:ea typeface="Arial"/>
                <a:cs typeface="Arial"/>
                <a:sym typeface="Arial"/>
              </a:endParaRPr>
            </a:p>
          </p:txBody>
        </p:sp>
      </p:grpSp>
      <p:grpSp>
        <p:nvGrpSpPr>
          <p:cNvPr id="44" name="Google Shape;899;p149">
            <a:extLst>
              <a:ext uri="{FF2B5EF4-FFF2-40B4-BE49-F238E27FC236}">
                <a16:creationId xmlns:a16="http://schemas.microsoft.com/office/drawing/2014/main" id="{D4A78890-9E19-D4AC-B39F-93C438881AB1}"/>
              </a:ext>
            </a:extLst>
          </p:cNvPr>
          <p:cNvGrpSpPr/>
          <p:nvPr/>
        </p:nvGrpSpPr>
        <p:grpSpPr>
          <a:xfrm>
            <a:off x="5033945" y="10792406"/>
            <a:ext cx="1532250" cy="269030"/>
            <a:chOff x="5074492" y="5010465"/>
            <a:chExt cx="2043000" cy="389673"/>
          </a:xfrm>
        </p:grpSpPr>
        <p:sp>
          <p:nvSpPr>
            <p:cNvPr id="45" name="Google Shape;900;p149">
              <a:extLst>
                <a:ext uri="{FF2B5EF4-FFF2-40B4-BE49-F238E27FC236}">
                  <a16:creationId xmlns:a16="http://schemas.microsoft.com/office/drawing/2014/main" id="{E5F827E4-9748-74AA-0217-2BAD229B02E5}"/>
                </a:ext>
              </a:extLst>
            </p:cNvPr>
            <p:cNvSpPr/>
            <p:nvPr/>
          </p:nvSpPr>
          <p:spPr>
            <a:xfrm>
              <a:off x="5074492" y="5136138"/>
              <a:ext cx="2043000" cy="264000"/>
            </a:xfrm>
            <a:prstGeom prst="rect">
              <a:avLst/>
            </a:prstGeom>
            <a:solidFill>
              <a:srgbClr val="682500"/>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chemeClr val="lt1"/>
                </a:solidFill>
                <a:latin typeface="Arial"/>
                <a:ea typeface="Arial"/>
                <a:cs typeface="Arial"/>
                <a:sym typeface="Arial"/>
              </a:endParaRPr>
            </a:p>
          </p:txBody>
        </p:sp>
        <p:sp>
          <p:nvSpPr>
            <p:cNvPr id="46" name="Google Shape;901;p149">
              <a:extLst>
                <a:ext uri="{FF2B5EF4-FFF2-40B4-BE49-F238E27FC236}">
                  <a16:creationId xmlns:a16="http://schemas.microsoft.com/office/drawing/2014/main" id="{5B14DF16-D5FC-A5BB-477D-ACE0AE1DE55E}"/>
                </a:ext>
              </a:extLst>
            </p:cNvPr>
            <p:cNvSpPr/>
            <p:nvPr/>
          </p:nvSpPr>
          <p:spPr>
            <a:xfrm>
              <a:off x="5882633" y="5010465"/>
              <a:ext cx="426600" cy="160800"/>
            </a:xfrm>
            <a:prstGeom prst="triangle">
              <a:avLst>
                <a:gd name="adj" fmla="val 50000"/>
              </a:avLst>
            </a:prstGeom>
            <a:solidFill>
              <a:srgbClr val="682500"/>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chemeClr val="lt1"/>
                </a:solidFill>
                <a:latin typeface="Arial"/>
                <a:ea typeface="Arial"/>
                <a:cs typeface="Arial"/>
                <a:sym typeface="Arial"/>
              </a:endParaRPr>
            </a:p>
          </p:txBody>
        </p:sp>
      </p:grpSp>
      <p:sp>
        <p:nvSpPr>
          <p:cNvPr id="47" name="Google Shape;902;p149">
            <a:extLst>
              <a:ext uri="{FF2B5EF4-FFF2-40B4-BE49-F238E27FC236}">
                <a16:creationId xmlns:a16="http://schemas.microsoft.com/office/drawing/2014/main" id="{76A17B11-71A3-F0CE-3880-5A87F2CEC2A4}"/>
              </a:ext>
            </a:extLst>
          </p:cNvPr>
          <p:cNvSpPr/>
          <p:nvPr/>
        </p:nvSpPr>
        <p:spPr>
          <a:xfrm>
            <a:off x="6734370" y="8654698"/>
            <a:ext cx="1532400" cy="2406900"/>
          </a:xfrm>
          <a:prstGeom prst="rect">
            <a:avLst/>
          </a:prstGeom>
          <a:solidFill>
            <a:srgbClr val="A72416"/>
          </a:solidFill>
          <a:ln>
            <a:noFill/>
          </a:ln>
        </p:spPr>
        <p:txBody>
          <a:bodyPr spcFirstLastPara="1" wrap="square" lIns="67500" tIns="202500" rIns="67500" bIns="67500" anchor="t" anchorCtr="0">
            <a:noAutofit/>
          </a:bodyPr>
          <a:lstStyle/>
          <a:p>
            <a:pPr marL="0" marR="0" lvl="0" indent="0" algn="ctr" rtl="0">
              <a:lnSpc>
                <a:spcPct val="100000"/>
              </a:lnSpc>
              <a:spcBef>
                <a:spcPts val="400"/>
              </a:spcBef>
              <a:spcAft>
                <a:spcPts val="0"/>
              </a:spcAft>
              <a:buClr>
                <a:srgbClr val="000000"/>
              </a:buClr>
              <a:buSzPts val="1200"/>
              <a:buFont typeface="Arial"/>
              <a:buNone/>
            </a:pPr>
            <a:r>
              <a:rPr lang="pl-PL" sz="1200" b="1" i="0" u="none" strike="noStrike" cap="none" dirty="0">
                <a:solidFill>
                  <a:schemeClr val="lt1"/>
                </a:solidFill>
                <a:latin typeface="Arial"/>
                <a:ea typeface="Arial"/>
                <a:cs typeface="Arial"/>
                <a:sym typeface="Arial"/>
              </a:rPr>
              <a:t>PERFORMANCE RISK </a:t>
            </a:r>
            <a:endParaRPr sz="1200" b="1" i="0" u="none" strike="noStrike" cap="none" dirty="0">
              <a:solidFill>
                <a:schemeClr val="lt1"/>
              </a:solidFill>
              <a:latin typeface="Arial"/>
              <a:ea typeface="Arial"/>
              <a:cs typeface="Arial"/>
              <a:sym typeface="Arial"/>
            </a:endParaRPr>
          </a:p>
          <a:p>
            <a:pPr marL="0" marR="0" lvl="0" indent="0" algn="ctr" rtl="0">
              <a:lnSpc>
                <a:spcPct val="100000"/>
              </a:lnSpc>
              <a:spcBef>
                <a:spcPts val="400"/>
              </a:spcBef>
              <a:spcAft>
                <a:spcPts val="0"/>
              </a:spcAft>
              <a:buClr>
                <a:srgbClr val="000000"/>
              </a:buClr>
              <a:buSzPts val="800"/>
              <a:buFont typeface="Arial"/>
              <a:buNone/>
            </a:pPr>
            <a:endParaRPr sz="800" b="0" i="0" u="none" strike="noStrike" cap="none" dirty="0">
              <a:solidFill>
                <a:schemeClr val="lt1"/>
              </a:solidFill>
              <a:latin typeface="Arial"/>
              <a:ea typeface="Arial"/>
              <a:cs typeface="Arial"/>
              <a:sym typeface="Arial"/>
            </a:endParaRPr>
          </a:p>
          <a:p>
            <a:pPr marL="0" marR="0" lvl="0" indent="0" algn="ctr" rtl="0">
              <a:lnSpc>
                <a:spcPct val="100000"/>
              </a:lnSpc>
              <a:spcBef>
                <a:spcPts val="400"/>
              </a:spcBef>
              <a:spcAft>
                <a:spcPts val="0"/>
              </a:spcAft>
              <a:buClr>
                <a:srgbClr val="000000"/>
              </a:buClr>
              <a:buSzPts val="1100"/>
              <a:buFont typeface="Arial"/>
              <a:buNone/>
            </a:pPr>
            <a:r>
              <a:rPr lang="pl-PL" sz="1100" b="0" i="0" u="none" strike="noStrike" cap="none" dirty="0">
                <a:solidFill>
                  <a:schemeClr val="lt1"/>
                </a:solidFill>
                <a:latin typeface="Arial"/>
                <a:ea typeface="Arial"/>
                <a:cs typeface="Arial"/>
                <a:sym typeface="Arial"/>
              </a:rPr>
              <a:t>risk related to service performance</a:t>
            </a:r>
            <a:endParaRPr sz="1100" b="0" i="0" u="none" strike="noStrike" cap="none" dirty="0">
              <a:solidFill>
                <a:schemeClr val="lt1"/>
              </a:solidFill>
              <a:latin typeface="Arial"/>
              <a:ea typeface="Arial"/>
              <a:cs typeface="Arial"/>
              <a:sym typeface="Arial"/>
            </a:endParaRPr>
          </a:p>
        </p:txBody>
      </p:sp>
      <p:grpSp>
        <p:nvGrpSpPr>
          <p:cNvPr id="48" name="Google Shape;903;p149">
            <a:extLst>
              <a:ext uri="{FF2B5EF4-FFF2-40B4-BE49-F238E27FC236}">
                <a16:creationId xmlns:a16="http://schemas.microsoft.com/office/drawing/2014/main" id="{E8F671B5-1345-E089-88C4-BAADDEEBB09F}"/>
              </a:ext>
            </a:extLst>
          </p:cNvPr>
          <p:cNvGrpSpPr/>
          <p:nvPr/>
        </p:nvGrpSpPr>
        <p:grpSpPr>
          <a:xfrm>
            <a:off x="6734379" y="7714136"/>
            <a:ext cx="1532250" cy="1051438"/>
            <a:chOff x="7341738" y="1298707"/>
            <a:chExt cx="2043000" cy="1522940"/>
          </a:xfrm>
        </p:grpSpPr>
        <p:sp>
          <p:nvSpPr>
            <p:cNvPr id="49" name="Google Shape;904;p149">
              <a:extLst>
                <a:ext uri="{FF2B5EF4-FFF2-40B4-BE49-F238E27FC236}">
                  <a16:creationId xmlns:a16="http://schemas.microsoft.com/office/drawing/2014/main" id="{96885BCE-BE67-589E-FDE7-B408ACCBEA2B}"/>
                </a:ext>
              </a:extLst>
            </p:cNvPr>
            <p:cNvSpPr/>
            <p:nvPr/>
          </p:nvSpPr>
          <p:spPr>
            <a:xfrm>
              <a:off x="7341738" y="1298707"/>
              <a:ext cx="2043000" cy="1362000"/>
            </a:xfrm>
            <a:prstGeom prst="rect">
              <a:avLst/>
            </a:prstGeom>
            <a:solidFill>
              <a:schemeClr val="accent3"/>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chemeClr val="lt1"/>
                </a:solidFill>
                <a:latin typeface="Arial"/>
                <a:ea typeface="Arial"/>
                <a:cs typeface="Arial"/>
                <a:sym typeface="Arial"/>
              </a:endParaRPr>
            </a:p>
          </p:txBody>
        </p:sp>
        <p:sp>
          <p:nvSpPr>
            <p:cNvPr id="50" name="Google Shape;905;p149">
              <a:extLst>
                <a:ext uri="{FF2B5EF4-FFF2-40B4-BE49-F238E27FC236}">
                  <a16:creationId xmlns:a16="http://schemas.microsoft.com/office/drawing/2014/main" id="{3916DEF9-D82C-C664-8651-7D508C67EBBF}"/>
                </a:ext>
              </a:extLst>
            </p:cNvPr>
            <p:cNvSpPr/>
            <p:nvPr/>
          </p:nvSpPr>
          <p:spPr>
            <a:xfrm rot="10800000" flipH="1">
              <a:off x="8149879" y="2660847"/>
              <a:ext cx="426600" cy="160800"/>
            </a:xfrm>
            <a:prstGeom prst="triangle">
              <a:avLst>
                <a:gd name="adj" fmla="val 50000"/>
              </a:avLst>
            </a:prstGeom>
            <a:solidFill>
              <a:schemeClr val="accent3"/>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chemeClr val="lt1"/>
                </a:solidFill>
                <a:latin typeface="Arial"/>
                <a:ea typeface="Arial"/>
                <a:cs typeface="Arial"/>
                <a:sym typeface="Arial"/>
              </a:endParaRPr>
            </a:p>
          </p:txBody>
        </p:sp>
        <p:sp>
          <p:nvSpPr>
            <p:cNvPr id="51" name="Google Shape;906;p149">
              <a:extLst>
                <a:ext uri="{FF2B5EF4-FFF2-40B4-BE49-F238E27FC236}">
                  <a16:creationId xmlns:a16="http://schemas.microsoft.com/office/drawing/2014/main" id="{3AC1E113-A51C-5D63-2A28-B45DEA157B05}"/>
                </a:ext>
              </a:extLst>
            </p:cNvPr>
            <p:cNvSpPr/>
            <p:nvPr/>
          </p:nvSpPr>
          <p:spPr>
            <a:xfrm>
              <a:off x="8003247" y="1598312"/>
              <a:ext cx="720000" cy="720000"/>
            </a:xfrm>
            <a:prstGeom prst="rect">
              <a:avLst/>
            </a:prstGeom>
            <a:solidFill>
              <a:schemeClr val="accent3"/>
            </a:solidFill>
            <a:ln w="50800" cap="flat" cmpd="sng">
              <a:solidFill>
                <a:schemeClr val="lt1"/>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3200"/>
                <a:buFont typeface="Arial"/>
                <a:buNone/>
              </a:pPr>
              <a:r>
                <a:rPr lang="pl-PL" sz="3200" b="0" i="0" u="none" strike="noStrike" cap="none">
                  <a:solidFill>
                    <a:schemeClr val="lt1"/>
                  </a:solidFill>
                  <a:latin typeface="Arial"/>
                  <a:ea typeface="Arial"/>
                  <a:cs typeface="Arial"/>
                  <a:sym typeface="Arial"/>
                </a:rPr>
                <a:t>4</a:t>
              </a:r>
              <a:endParaRPr sz="1100" b="0" i="0" u="none" strike="noStrike" cap="none">
                <a:solidFill>
                  <a:srgbClr val="000000"/>
                </a:solidFill>
                <a:latin typeface="Arial"/>
                <a:ea typeface="Arial"/>
                <a:cs typeface="Arial"/>
                <a:sym typeface="Arial"/>
              </a:endParaRPr>
            </a:p>
          </p:txBody>
        </p:sp>
      </p:grpSp>
      <p:grpSp>
        <p:nvGrpSpPr>
          <p:cNvPr id="52" name="Google Shape;907;p149">
            <a:extLst>
              <a:ext uri="{FF2B5EF4-FFF2-40B4-BE49-F238E27FC236}">
                <a16:creationId xmlns:a16="http://schemas.microsoft.com/office/drawing/2014/main" id="{19F19BE4-C015-EF70-1EA1-F292FDC684BE}"/>
              </a:ext>
            </a:extLst>
          </p:cNvPr>
          <p:cNvGrpSpPr/>
          <p:nvPr/>
        </p:nvGrpSpPr>
        <p:grpSpPr>
          <a:xfrm>
            <a:off x="6734379" y="10792406"/>
            <a:ext cx="1532250" cy="269030"/>
            <a:chOff x="7341738" y="5010465"/>
            <a:chExt cx="2043000" cy="389673"/>
          </a:xfrm>
        </p:grpSpPr>
        <p:sp>
          <p:nvSpPr>
            <p:cNvPr id="53" name="Google Shape;908;p149">
              <a:extLst>
                <a:ext uri="{FF2B5EF4-FFF2-40B4-BE49-F238E27FC236}">
                  <a16:creationId xmlns:a16="http://schemas.microsoft.com/office/drawing/2014/main" id="{A197ABD0-C794-FD27-FE45-5C5C80BE973C}"/>
                </a:ext>
              </a:extLst>
            </p:cNvPr>
            <p:cNvSpPr/>
            <p:nvPr/>
          </p:nvSpPr>
          <p:spPr>
            <a:xfrm>
              <a:off x="7341738" y="5136138"/>
              <a:ext cx="2043000" cy="264000"/>
            </a:xfrm>
            <a:prstGeom prst="rect">
              <a:avLst/>
            </a:prstGeom>
            <a:solidFill>
              <a:srgbClr val="70170E"/>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chemeClr val="lt1"/>
                </a:solidFill>
                <a:latin typeface="Arial"/>
                <a:ea typeface="Arial"/>
                <a:cs typeface="Arial"/>
                <a:sym typeface="Arial"/>
              </a:endParaRPr>
            </a:p>
          </p:txBody>
        </p:sp>
        <p:sp>
          <p:nvSpPr>
            <p:cNvPr id="54" name="Google Shape;909;p149">
              <a:extLst>
                <a:ext uri="{FF2B5EF4-FFF2-40B4-BE49-F238E27FC236}">
                  <a16:creationId xmlns:a16="http://schemas.microsoft.com/office/drawing/2014/main" id="{90C75897-5CC5-29ED-990E-7DD25C68F2FC}"/>
                </a:ext>
              </a:extLst>
            </p:cNvPr>
            <p:cNvSpPr/>
            <p:nvPr/>
          </p:nvSpPr>
          <p:spPr>
            <a:xfrm>
              <a:off x="8149879" y="5010465"/>
              <a:ext cx="426600" cy="160800"/>
            </a:xfrm>
            <a:prstGeom prst="triangle">
              <a:avLst>
                <a:gd name="adj" fmla="val 50000"/>
              </a:avLst>
            </a:prstGeom>
            <a:solidFill>
              <a:srgbClr val="70170E"/>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chemeClr val="lt1"/>
                </a:solidFill>
                <a:latin typeface="Arial"/>
                <a:ea typeface="Arial"/>
                <a:cs typeface="Arial"/>
                <a:sym typeface="Arial"/>
              </a:endParaRPr>
            </a:p>
          </p:txBody>
        </p:sp>
      </p:grpSp>
      <p:sp>
        <p:nvSpPr>
          <p:cNvPr id="55" name="Google Shape;910;p149">
            <a:extLst>
              <a:ext uri="{FF2B5EF4-FFF2-40B4-BE49-F238E27FC236}">
                <a16:creationId xmlns:a16="http://schemas.microsoft.com/office/drawing/2014/main" id="{58478F24-AD47-5C69-C4CF-CF5E7EF96461}"/>
              </a:ext>
            </a:extLst>
          </p:cNvPr>
          <p:cNvSpPr/>
          <p:nvPr/>
        </p:nvSpPr>
        <p:spPr>
          <a:xfrm>
            <a:off x="8434800" y="8654698"/>
            <a:ext cx="1532400" cy="2406900"/>
          </a:xfrm>
          <a:prstGeom prst="rect">
            <a:avLst/>
          </a:prstGeom>
          <a:solidFill>
            <a:srgbClr val="BB2740"/>
          </a:solidFill>
          <a:ln>
            <a:noFill/>
          </a:ln>
        </p:spPr>
        <p:txBody>
          <a:bodyPr spcFirstLastPara="1" wrap="square" lIns="67500" tIns="202500" rIns="67500" bIns="67500" anchor="t" anchorCtr="0">
            <a:noAutofit/>
          </a:bodyPr>
          <a:lstStyle/>
          <a:p>
            <a:pPr marL="0" marR="0" lvl="0" indent="0" algn="ctr" rtl="0">
              <a:lnSpc>
                <a:spcPct val="100000"/>
              </a:lnSpc>
              <a:spcBef>
                <a:spcPts val="400"/>
              </a:spcBef>
              <a:spcAft>
                <a:spcPts val="0"/>
              </a:spcAft>
              <a:buClr>
                <a:srgbClr val="000000"/>
              </a:buClr>
              <a:buSzPts val="1200"/>
              <a:buFont typeface="Arial"/>
              <a:buNone/>
            </a:pPr>
            <a:r>
              <a:rPr lang="pl-PL" sz="1200" b="1" i="0" u="none" strike="noStrike" cap="none" dirty="0">
                <a:solidFill>
                  <a:schemeClr val="lt1"/>
                </a:solidFill>
                <a:latin typeface="Arial"/>
                <a:ea typeface="Arial"/>
                <a:cs typeface="Arial"/>
                <a:sym typeface="Arial"/>
              </a:rPr>
              <a:t>LITIGATION RISK</a:t>
            </a:r>
            <a:r>
              <a:rPr lang="pl-PL" sz="1000" b="1" i="0" u="none" strike="noStrike" cap="none" dirty="0">
                <a:solidFill>
                  <a:schemeClr val="lt1"/>
                </a:solidFill>
                <a:latin typeface="Arial"/>
                <a:ea typeface="Arial"/>
                <a:cs typeface="Arial"/>
                <a:sym typeface="Arial"/>
              </a:rPr>
              <a:t> </a:t>
            </a:r>
            <a:endParaRPr sz="1000" b="1" i="0" u="none" strike="noStrike" cap="none" dirty="0">
              <a:solidFill>
                <a:schemeClr val="lt1"/>
              </a:solidFill>
              <a:latin typeface="Arial"/>
              <a:ea typeface="Arial"/>
              <a:cs typeface="Arial"/>
              <a:sym typeface="Arial"/>
            </a:endParaRPr>
          </a:p>
          <a:p>
            <a:pPr marL="0" marR="0" lvl="0" indent="0" algn="ctr" rtl="0">
              <a:lnSpc>
                <a:spcPct val="100000"/>
              </a:lnSpc>
              <a:spcBef>
                <a:spcPts val="400"/>
              </a:spcBef>
              <a:spcAft>
                <a:spcPts val="0"/>
              </a:spcAft>
              <a:buClr>
                <a:srgbClr val="000000"/>
              </a:buClr>
              <a:buSzPts val="800"/>
              <a:buFont typeface="Arial"/>
              <a:buNone/>
            </a:pPr>
            <a:endParaRPr sz="800" b="0" i="0" u="none" strike="noStrike" cap="none" dirty="0">
              <a:solidFill>
                <a:schemeClr val="lt1"/>
              </a:solidFill>
              <a:latin typeface="Arial"/>
              <a:ea typeface="Arial"/>
              <a:cs typeface="Arial"/>
              <a:sym typeface="Arial"/>
            </a:endParaRPr>
          </a:p>
          <a:p>
            <a:pPr marL="0" marR="0" lvl="0" indent="0" algn="ctr" rtl="0">
              <a:lnSpc>
                <a:spcPct val="100000"/>
              </a:lnSpc>
              <a:spcBef>
                <a:spcPts val="400"/>
              </a:spcBef>
              <a:spcAft>
                <a:spcPts val="0"/>
              </a:spcAft>
              <a:buClr>
                <a:srgbClr val="000000"/>
              </a:buClr>
              <a:buSzPts val="800"/>
              <a:buFont typeface="Arial"/>
              <a:buNone/>
            </a:pPr>
            <a:endParaRPr sz="800" b="0" i="0" u="none" strike="noStrike" cap="none" dirty="0">
              <a:solidFill>
                <a:schemeClr val="lt1"/>
              </a:solidFill>
              <a:latin typeface="Arial"/>
              <a:ea typeface="Arial"/>
              <a:cs typeface="Arial"/>
              <a:sym typeface="Arial"/>
            </a:endParaRPr>
          </a:p>
          <a:p>
            <a:pPr marL="0" marR="0" lvl="0" indent="0" algn="ctr" rtl="0">
              <a:lnSpc>
                <a:spcPct val="100000"/>
              </a:lnSpc>
              <a:spcBef>
                <a:spcPts val="400"/>
              </a:spcBef>
              <a:spcAft>
                <a:spcPts val="0"/>
              </a:spcAft>
              <a:buClr>
                <a:srgbClr val="000000"/>
              </a:buClr>
              <a:buSzPts val="1100"/>
              <a:buFont typeface="Arial"/>
              <a:buNone/>
            </a:pPr>
            <a:r>
              <a:rPr lang="pl-PL" sz="1100" b="0" i="0" u="none" strike="noStrike" cap="none" dirty="0">
                <a:solidFill>
                  <a:schemeClr val="lt1"/>
                </a:solidFill>
                <a:latin typeface="Arial"/>
                <a:ea typeface="Arial"/>
                <a:cs typeface="Arial"/>
                <a:sym typeface="Arial"/>
              </a:rPr>
              <a:t>risk of claims</a:t>
            </a:r>
            <a:endParaRPr sz="1100" b="0" i="0" u="none" strike="noStrike" cap="none" dirty="0">
              <a:solidFill>
                <a:schemeClr val="lt1"/>
              </a:solidFill>
              <a:latin typeface="Arial"/>
              <a:ea typeface="Arial"/>
              <a:cs typeface="Arial"/>
              <a:sym typeface="Arial"/>
            </a:endParaRPr>
          </a:p>
          <a:p>
            <a:pPr marL="0" marR="0" lvl="0" indent="0" algn="ctr" rtl="0">
              <a:lnSpc>
                <a:spcPct val="100000"/>
              </a:lnSpc>
              <a:spcBef>
                <a:spcPts val="400"/>
              </a:spcBef>
              <a:spcAft>
                <a:spcPts val="0"/>
              </a:spcAft>
              <a:buClr>
                <a:srgbClr val="000000"/>
              </a:buClr>
              <a:buSzPts val="800"/>
              <a:buFont typeface="Arial"/>
              <a:buNone/>
            </a:pPr>
            <a:endParaRPr sz="800" b="0" i="0" u="none" strike="noStrike" cap="none" dirty="0">
              <a:solidFill>
                <a:schemeClr val="lt1"/>
              </a:solidFill>
              <a:latin typeface="Arial"/>
              <a:ea typeface="Arial"/>
              <a:cs typeface="Arial"/>
              <a:sym typeface="Arial"/>
            </a:endParaRPr>
          </a:p>
        </p:txBody>
      </p:sp>
      <p:grpSp>
        <p:nvGrpSpPr>
          <p:cNvPr id="56" name="Google Shape;911;p149">
            <a:extLst>
              <a:ext uri="{FF2B5EF4-FFF2-40B4-BE49-F238E27FC236}">
                <a16:creationId xmlns:a16="http://schemas.microsoft.com/office/drawing/2014/main" id="{905ADEA5-BDA3-2B2D-DC44-3FCF26F4EB8A}"/>
              </a:ext>
            </a:extLst>
          </p:cNvPr>
          <p:cNvGrpSpPr/>
          <p:nvPr/>
        </p:nvGrpSpPr>
        <p:grpSpPr>
          <a:xfrm>
            <a:off x="8434812" y="7714136"/>
            <a:ext cx="1532250" cy="1051438"/>
            <a:chOff x="9608982" y="1298707"/>
            <a:chExt cx="2043000" cy="1522940"/>
          </a:xfrm>
        </p:grpSpPr>
        <p:sp>
          <p:nvSpPr>
            <p:cNvPr id="57" name="Google Shape;912;p149">
              <a:extLst>
                <a:ext uri="{FF2B5EF4-FFF2-40B4-BE49-F238E27FC236}">
                  <a16:creationId xmlns:a16="http://schemas.microsoft.com/office/drawing/2014/main" id="{D0B72B38-0A40-4DFD-46C7-B1592DEA6F6F}"/>
                </a:ext>
              </a:extLst>
            </p:cNvPr>
            <p:cNvSpPr/>
            <p:nvPr/>
          </p:nvSpPr>
          <p:spPr>
            <a:xfrm>
              <a:off x="9608982" y="1298707"/>
              <a:ext cx="2043000" cy="1362000"/>
            </a:xfrm>
            <a:prstGeom prst="rect">
              <a:avLst/>
            </a:prstGeom>
            <a:solidFill>
              <a:schemeClr val="accent5"/>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chemeClr val="lt1"/>
                </a:solidFill>
                <a:latin typeface="Arial"/>
                <a:ea typeface="Arial"/>
                <a:cs typeface="Arial"/>
                <a:sym typeface="Arial"/>
              </a:endParaRPr>
            </a:p>
          </p:txBody>
        </p:sp>
        <p:sp>
          <p:nvSpPr>
            <p:cNvPr id="58" name="Google Shape;913;p149">
              <a:extLst>
                <a:ext uri="{FF2B5EF4-FFF2-40B4-BE49-F238E27FC236}">
                  <a16:creationId xmlns:a16="http://schemas.microsoft.com/office/drawing/2014/main" id="{6B33FEC7-65A4-E993-F08C-EB58D8AAC883}"/>
                </a:ext>
              </a:extLst>
            </p:cNvPr>
            <p:cNvSpPr/>
            <p:nvPr/>
          </p:nvSpPr>
          <p:spPr>
            <a:xfrm rot="10800000" flipH="1">
              <a:off x="10417123" y="2660847"/>
              <a:ext cx="426600" cy="160800"/>
            </a:xfrm>
            <a:prstGeom prst="triangle">
              <a:avLst>
                <a:gd name="adj" fmla="val 50000"/>
              </a:avLst>
            </a:prstGeom>
            <a:solidFill>
              <a:schemeClr val="accent5"/>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chemeClr val="lt1"/>
                </a:solidFill>
                <a:latin typeface="Arial"/>
                <a:ea typeface="Arial"/>
                <a:cs typeface="Arial"/>
                <a:sym typeface="Arial"/>
              </a:endParaRPr>
            </a:p>
          </p:txBody>
        </p:sp>
        <p:sp>
          <p:nvSpPr>
            <p:cNvPr id="59" name="Google Shape;914;p149">
              <a:extLst>
                <a:ext uri="{FF2B5EF4-FFF2-40B4-BE49-F238E27FC236}">
                  <a16:creationId xmlns:a16="http://schemas.microsoft.com/office/drawing/2014/main" id="{BA63C2CC-9E6B-1013-1BBB-06E02A6B0603}"/>
                </a:ext>
              </a:extLst>
            </p:cNvPr>
            <p:cNvSpPr/>
            <p:nvPr/>
          </p:nvSpPr>
          <p:spPr>
            <a:xfrm>
              <a:off x="10270491" y="1598312"/>
              <a:ext cx="720000" cy="720000"/>
            </a:xfrm>
            <a:prstGeom prst="rect">
              <a:avLst/>
            </a:prstGeom>
            <a:solidFill>
              <a:schemeClr val="accent5"/>
            </a:solidFill>
            <a:ln w="50800" cap="flat" cmpd="sng">
              <a:solidFill>
                <a:schemeClr val="lt1"/>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3200"/>
                <a:buFont typeface="Arial"/>
                <a:buNone/>
              </a:pPr>
              <a:r>
                <a:rPr lang="pl-PL" sz="3200" b="0" i="0" u="none" strike="noStrike" cap="none">
                  <a:solidFill>
                    <a:schemeClr val="lt1"/>
                  </a:solidFill>
                  <a:latin typeface="Arial"/>
                  <a:ea typeface="Arial"/>
                  <a:cs typeface="Arial"/>
                  <a:sym typeface="Arial"/>
                </a:rPr>
                <a:t>5</a:t>
              </a:r>
              <a:endParaRPr sz="1100" b="0" i="0" u="none" strike="noStrike" cap="none">
                <a:solidFill>
                  <a:srgbClr val="000000"/>
                </a:solidFill>
                <a:latin typeface="Arial"/>
                <a:ea typeface="Arial"/>
                <a:cs typeface="Arial"/>
                <a:sym typeface="Arial"/>
              </a:endParaRPr>
            </a:p>
          </p:txBody>
        </p:sp>
      </p:grpSp>
      <p:grpSp>
        <p:nvGrpSpPr>
          <p:cNvPr id="60" name="Google Shape;915;p149">
            <a:extLst>
              <a:ext uri="{FF2B5EF4-FFF2-40B4-BE49-F238E27FC236}">
                <a16:creationId xmlns:a16="http://schemas.microsoft.com/office/drawing/2014/main" id="{300F6A5B-2D6E-2EFB-CBBE-FDDBF2AF782E}"/>
              </a:ext>
            </a:extLst>
          </p:cNvPr>
          <p:cNvGrpSpPr/>
          <p:nvPr/>
        </p:nvGrpSpPr>
        <p:grpSpPr>
          <a:xfrm>
            <a:off x="8434812" y="10792406"/>
            <a:ext cx="1532250" cy="269030"/>
            <a:chOff x="9608982" y="5010465"/>
            <a:chExt cx="2043000" cy="389673"/>
          </a:xfrm>
        </p:grpSpPr>
        <p:sp>
          <p:nvSpPr>
            <p:cNvPr id="61" name="Google Shape;916;p149">
              <a:extLst>
                <a:ext uri="{FF2B5EF4-FFF2-40B4-BE49-F238E27FC236}">
                  <a16:creationId xmlns:a16="http://schemas.microsoft.com/office/drawing/2014/main" id="{B26E74D1-CA73-3A97-A7F9-AA158D3D5BDC}"/>
                </a:ext>
              </a:extLst>
            </p:cNvPr>
            <p:cNvSpPr/>
            <p:nvPr/>
          </p:nvSpPr>
          <p:spPr>
            <a:xfrm>
              <a:off x="9608982" y="5136138"/>
              <a:ext cx="2043000" cy="264000"/>
            </a:xfrm>
            <a:prstGeom prst="rect">
              <a:avLst/>
            </a:prstGeom>
            <a:solidFill>
              <a:srgbClr val="7C1A2A"/>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chemeClr val="lt1"/>
                </a:solidFill>
                <a:latin typeface="Arial"/>
                <a:ea typeface="Arial"/>
                <a:cs typeface="Arial"/>
                <a:sym typeface="Arial"/>
              </a:endParaRPr>
            </a:p>
          </p:txBody>
        </p:sp>
        <p:sp>
          <p:nvSpPr>
            <p:cNvPr id="62" name="Google Shape;917;p149">
              <a:extLst>
                <a:ext uri="{FF2B5EF4-FFF2-40B4-BE49-F238E27FC236}">
                  <a16:creationId xmlns:a16="http://schemas.microsoft.com/office/drawing/2014/main" id="{935B29BF-DD10-52A5-C7A7-AE3E53C8A2D0}"/>
                </a:ext>
              </a:extLst>
            </p:cNvPr>
            <p:cNvSpPr/>
            <p:nvPr/>
          </p:nvSpPr>
          <p:spPr>
            <a:xfrm>
              <a:off x="10417123" y="5010465"/>
              <a:ext cx="426600" cy="160800"/>
            </a:xfrm>
            <a:prstGeom prst="triangle">
              <a:avLst>
                <a:gd name="adj" fmla="val 50000"/>
              </a:avLst>
            </a:prstGeom>
            <a:solidFill>
              <a:srgbClr val="7C1A2A"/>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chemeClr val="lt1"/>
                </a:solidFill>
                <a:latin typeface="Arial"/>
                <a:ea typeface="Arial"/>
                <a:cs typeface="Arial"/>
                <a:sym typeface="Arial"/>
              </a:endParaRPr>
            </a:p>
          </p:txBody>
        </p:sp>
      </p:grpSp>
      <p:sp>
        <p:nvSpPr>
          <p:cNvPr id="63" name="Google Shape;918;p149">
            <a:extLst>
              <a:ext uri="{FF2B5EF4-FFF2-40B4-BE49-F238E27FC236}">
                <a16:creationId xmlns:a16="http://schemas.microsoft.com/office/drawing/2014/main" id="{0BC4D259-3BAC-159C-7195-92E2A459D4E7}"/>
              </a:ext>
            </a:extLst>
          </p:cNvPr>
          <p:cNvSpPr/>
          <p:nvPr/>
        </p:nvSpPr>
        <p:spPr>
          <a:xfrm>
            <a:off x="7281134" y="10223766"/>
            <a:ext cx="438737" cy="476918"/>
          </a:xfrm>
          <a:custGeom>
            <a:avLst/>
            <a:gdLst/>
            <a:ahLst/>
            <a:cxnLst/>
            <a:rect l="l" t="t" r="r" b="b"/>
            <a:pathLst>
              <a:path w="1707" h="2010" extrusionOk="0">
                <a:moveTo>
                  <a:pt x="857" y="1632"/>
                </a:moveTo>
                <a:lnTo>
                  <a:pt x="1210" y="1632"/>
                </a:lnTo>
                <a:lnTo>
                  <a:pt x="1414" y="1835"/>
                </a:lnTo>
                <a:lnTo>
                  <a:pt x="1414" y="1632"/>
                </a:lnTo>
                <a:lnTo>
                  <a:pt x="1635" y="1632"/>
                </a:lnTo>
                <a:lnTo>
                  <a:pt x="1635" y="737"/>
                </a:lnTo>
                <a:lnTo>
                  <a:pt x="857" y="737"/>
                </a:lnTo>
                <a:lnTo>
                  <a:pt x="857" y="1632"/>
                </a:lnTo>
                <a:close/>
                <a:moveTo>
                  <a:pt x="784" y="665"/>
                </a:moveTo>
                <a:lnTo>
                  <a:pt x="1707" y="665"/>
                </a:lnTo>
                <a:lnTo>
                  <a:pt x="1707" y="1705"/>
                </a:lnTo>
                <a:lnTo>
                  <a:pt x="1486" y="1705"/>
                </a:lnTo>
                <a:lnTo>
                  <a:pt x="1486" y="2010"/>
                </a:lnTo>
                <a:lnTo>
                  <a:pt x="1180" y="1705"/>
                </a:lnTo>
                <a:lnTo>
                  <a:pt x="784" y="1705"/>
                </a:lnTo>
                <a:lnTo>
                  <a:pt x="784" y="665"/>
                </a:lnTo>
                <a:close/>
                <a:moveTo>
                  <a:pt x="1435" y="1276"/>
                </a:moveTo>
                <a:lnTo>
                  <a:pt x="1044" y="1276"/>
                </a:lnTo>
                <a:lnTo>
                  <a:pt x="1044" y="1349"/>
                </a:lnTo>
                <a:lnTo>
                  <a:pt x="1435" y="1349"/>
                </a:lnTo>
                <a:lnTo>
                  <a:pt x="1435" y="1276"/>
                </a:lnTo>
                <a:close/>
                <a:moveTo>
                  <a:pt x="1435" y="970"/>
                </a:moveTo>
                <a:lnTo>
                  <a:pt x="1044" y="970"/>
                </a:lnTo>
                <a:lnTo>
                  <a:pt x="1044" y="1042"/>
                </a:lnTo>
                <a:lnTo>
                  <a:pt x="1435" y="1042"/>
                </a:lnTo>
                <a:lnTo>
                  <a:pt x="1435" y="970"/>
                </a:lnTo>
                <a:close/>
                <a:moveTo>
                  <a:pt x="316" y="1349"/>
                </a:moveTo>
                <a:lnTo>
                  <a:pt x="620" y="1349"/>
                </a:lnTo>
                <a:lnTo>
                  <a:pt x="620" y="1276"/>
                </a:lnTo>
                <a:lnTo>
                  <a:pt x="316" y="1276"/>
                </a:lnTo>
                <a:lnTo>
                  <a:pt x="316" y="1349"/>
                </a:lnTo>
                <a:close/>
                <a:moveTo>
                  <a:pt x="316" y="1042"/>
                </a:moveTo>
                <a:lnTo>
                  <a:pt x="620" y="1042"/>
                </a:lnTo>
                <a:lnTo>
                  <a:pt x="620" y="970"/>
                </a:lnTo>
                <a:lnTo>
                  <a:pt x="316" y="970"/>
                </a:lnTo>
                <a:lnTo>
                  <a:pt x="316" y="1042"/>
                </a:lnTo>
                <a:close/>
                <a:moveTo>
                  <a:pt x="316" y="736"/>
                </a:moveTo>
                <a:lnTo>
                  <a:pt x="620" y="736"/>
                </a:lnTo>
                <a:lnTo>
                  <a:pt x="620" y="663"/>
                </a:lnTo>
                <a:lnTo>
                  <a:pt x="316" y="663"/>
                </a:lnTo>
                <a:lnTo>
                  <a:pt x="316" y="736"/>
                </a:lnTo>
                <a:close/>
                <a:moveTo>
                  <a:pt x="1386" y="356"/>
                </a:moveTo>
                <a:lnTo>
                  <a:pt x="316" y="356"/>
                </a:lnTo>
                <a:lnTo>
                  <a:pt x="316" y="430"/>
                </a:lnTo>
                <a:lnTo>
                  <a:pt x="1386" y="430"/>
                </a:lnTo>
                <a:lnTo>
                  <a:pt x="1386" y="356"/>
                </a:lnTo>
                <a:close/>
                <a:moveTo>
                  <a:pt x="1707" y="0"/>
                </a:moveTo>
                <a:lnTo>
                  <a:pt x="1707" y="545"/>
                </a:lnTo>
                <a:lnTo>
                  <a:pt x="1635" y="545"/>
                </a:lnTo>
                <a:lnTo>
                  <a:pt x="1635" y="72"/>
                </a:lnTo>
                <a:lnTo>
                  <a:pt x="73" y="72"/>
                </a:lnTo>
                <a:lnTo>
                  <a:pt x="73" y="1632"/>
                </a:lnTo>
                <a:lnTo>
                  <a:pt x="307" y="1632"/>
                </a:lnTo>
                <a:lnTo>
                  <a:pt x="307" y="1835"/>
                </a:lnTo>
                <a:lnTo>
                  <a:pt x="511" y="1632"/>
                </a:lnTo>
                <a:lnTo>
                  <a:pt x="620" y="1632"/>
                </a:lnTo>
                <a:lnTo>
                  <a:pt x="620" y="1705"/>
                </a:lnTo>
                <a:lnTo>
                  <a:pt x="540" y="1705"/>
                </a:lnTo>
                <a:lnTo>
                  <a:pt x="234" y="2010"/>
                </a:lnTo>
                <a:lnTo>
                  <a:pt x="234" y="1705"/>
                </a:lnTo>
                <a:lnTo>
                  <a:pt x="0" y="1705"/>
                </a:lnTo>
                <a:lnTo>
                  <a:pt x="0" y="0"/>
                </a:lnTo>
                <a:lnTo>
                  <a:pt x="1707" y="0"/>
                </a:lnTo>
                <a:close/>
              </a:path>
            </a:pathLst>
          </a:custGeom>
          <a:solidFill>
            <a:schemeClr val="lt1"/>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64" name="Google Shape;919;p149">
            <a:extLst>
              <a:ext uri="{FF2B5EF4-FFF2-40B4-BE49-F238E27FC236}">
                <a16:creationId xmlns:a16="http://schemas.microsoft.com/office/drawing/2014/main" id="{53A797A7-D2FD-7036-AC4C-1547F7759148}"/>
              </a:ext>
            </a:extLst>
          </p:cNvPr>
          <p:cNvSpPr/>
          <p:nvPr/>
        </p:nvSpPr>
        <p:spPr>
          <a:xfrm>
            <a:off x="3879755" y="10238462"/>
            <a:ext cx="439764" cy="447522"/>
          </a:xfrm>
          <a:custGeom>
            <a:avLst/>
            <a:gdLst/>
            <a:ahLst/>
            <a:cxnLst/>
            <a:rect l="l" t="t" r="r" b="b"/>
            <a:pathLst>
              <a:path w="1706" h="1888" extrusionOk="0">
                <a:moveTo>
                  <a:pt x="1085" y="642"/>
                </a:moveTo>
                <a:lnTo>
                  <a:pt x="1140" y="690"/>
                </a:lnTo>
                <a:lnTo>
                  <a:pt x="809" y="1052"/>
                </a:lnTo>
                <a:lnTo>
                  <a:pt x="614" y="870"/>
                </a:lnTo>
                <a:lnTo>
                  <a:pt x="664" y="817"/>
                </a:lnTo>
                <a:lnTo>
                  <a:pt x="805" y="948"/>
                </a:lnTo>
                <a:lnTo>
                  <a:pt x="1085" y="642"/>
                </a:lnTo>
                <a:close/>
                <a:moveTo>
                  <a:pt x="346" y="1159"/>
                </a:moveTo>
                <a:lnTo>
                  <a:pt x="346" y="322"/>
                </a:lnTo>
                <a:lnTo>
                  <a:pt x="1338" y="322"/>
                </a:lnTo>
                <a:lnTo>
                  <a:pt x="1338" y="1160"/>
                </a:lnTo>
                <a:lnTo>
                  <a:pt x="852" y="1456"/>
                </a:lnTo>
                <a:lnTo>
                  <a:pt x="346" y="1159"/>
                </a:lnTo>
                <a:close/>
                <a:moveTo>
                  <a:pt x="1412" y="1201"/>
                </a:moveTo>
                <a:lnTo>
                  <a:pt x="1412" y="250"/>
                </a:lnTo>
                <a:lnTo>
                  <a:pt x="274" y="250"/>
                </a:lnTo>
                <a:lnTo>
                  <a:pt x="274" y="1201"/>
                </a:lnTo>
                <a:lnTo>
                  <a:pt x="853" y="1541"/>
                </a:lnTo>
                <a:lnTo>
                  <a:pt x="1412" y="1201"/>
                </a:lnTo>
                <a:close/>
                <a:moveTo>
                  <a:pt x="1633" y="1314"/>
                </a:moveTo>
                <a:lnTo>
                  <a:pt x="853" y="1803"/>
                </a:lnTo>
                <a:lnTo>
                  <a:pt x="72" y="1314"/>
                </a:lnTo>
                <a:lnTo>
                  <a:pt x="72" y="72"/>
                </a:lnTo>
                <a:lnTo>
                  <a:pt x="1633" y="72"/>
                </a:lnTo>
                <a:lnTo>
                  <a:pt x="1633" y="1314"/>
                </a:lnTo>
                <a:close/>
                <a:moveTo>
                  <a:pt x="0" y="0"/>
                </a:moveTo>
                <a:lnTo>
                  <a:pt x="0" y="1353"/>
                </a:lnTo>
                <a:lnTo>
                  <a:pt x="853" y="1888"/>
                </a:lnTo>
                <a:lnTo>
                  <a:pt x="1706" y="1353"/>
                </a:lnTo>
                <a:lnTo>
                  <a:pt x="1706" y="0"/>
                </a:lnTo>
                <a:lnTo>
                  <a:pt x="0" y="0"/>
                </a:lnTo>
                <a:close/>
              </a:path>
            </a:pathLst>
          </a:custGeom>
          <a:solidFill>
            <a:schemeClr val="lt1"/>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65" name="Google Shape;920;p149">
            <a:extLst>
              <a:ext uri="{FF2B5EF4-FFF2-40B4-BE49-F238E27FC236}">
                <a16:creationId xmlns:a16="http://schemas.microsoft.com/office/drawing/2014/main" id="{0D3B05E0-1CB9-4370-63B7-5894C8423114}"/>
              </a:ext>
            </a:extLst>
          </p:cNvPr>
          <p:cNvSpPr/>
          <p:nvPr/>
        </p:nvSpPr>
        <p:spPr>
          <a:xfrm>
            <a:off x="5580186" y="10227559"/>
            <a:ext cx="439766" cy="469329"/>
          </a:xfrm>
          <a:custGeom>
            <a:avLst/>
            <a:gdLst/>
            <a:ahLst/>
            <a:cxnLst/>
            <a:rect l="l" t="t" r="r" b="b"/>
            <a:pathLst>
              <a:path w="1707" h="1980" extrusionOk="0">
                <a:moveTo>
                  <a:pt x="1634" y="1907"/>
                </a:moveTo>
                <a:lnTo>
                  <a:pt x="1378" y="1907"/>
                </a:lnTo>
                <a:lnTo>
                  <a:pt x="1378" y="952"/>
                </a:lnTo>
                <a:lnTo>
                  <a:pt x="1147" y="952"/>
                </a:lnTo>
                <a:lnTo>
                  <a:pt x="1145" y="938"/>
                </a:lnTo>
                <a:lnTo>
                  <a:pt x="1142" y="924"/>
                </a:lnTo>
                <a:lnTo>
                  <a:pt x="1139" y="910"/>
                </a:lnTo>
                <a:lnTo>
                  <a:pt x="1135" y="897"/>
                </a:lnTo>
                <a:lnTo>
                  <a:pt x="1130" y="883"/>
                </a:lnTo>
                <a:lnTo>
                  <a:pt x="1125" y="870"/>
                </a:lnTo>
                <a:lnTo>
                  <a:pt x="1120" y="857"/>
                </a:lnTo>
                <a:lnTo>
                  <a:pt x="1114" y="845"/>
                </a:lnTo>
                <a:lnTo>
                  <a:pt x="1100" y="820"/>
                </a:lnTo>
                <a:lnTo>
                  <a:pt x="1083" y="798"/>
                </a:lnTo>
                <a:lnTo>
                  <a:pt x="1065" y="776"/>
                </a:lnTo>
                <a:lnTo>
                  <a:pt x="1045" y="757"/>
                </a:lnTo>
                <a:lnTo>
                  <a:pt x="1023" y="739"/>
                </a:lnTo>
                <a:lnTo>
                  <a:pt x="1001" y="724"/>
                </a:lnTo>
                <a:lnTo>
                  <a:pt x="988" y="716"/>
                </a:lnTo>
                <a:lnTo>
                  <a:pt x="976" y="710"/>
                </a:lnTo>
                <a:lnTo>
                  <a:pt x="962" y="704"/>
                </a:lnTo>
                <a:lnTo>
                  <a:pt x="950" y="699"/>
                </a:lnTo>
                <a:lnTo>
                  <a:pt x="937" y="694"/>
                </a:lnTo>
                <a:lnTo>
                  <a:pt x="923" y="690"/>
                </a:lnTo>
                <a:lnTo>
                  <a:pt x="909" y="686"/>
                </a:lnTo>
                <a:lnTo>
                  <a:pt x="895" y="682"/>
                </a:lnTo>
                <a:lnTo>
                  <a:pt x="881" y="681"/>
                </a:lnTo>
                <a:lnTo>
                  <a:pt x="866" y="678"/>
                </a:lnTo>
                <a:lnTo>
                  <a:pt x="852" y="677"/>
                </a:lnTo>
                <a:lnTo>
                  <a:pt x="837" y="677"/>
                </a:lnTo>
                <a:lnTo>
                  <a:pt x="541" y="677"/>
                </a:lnTo>
                <a:lnTo>
                  <a:pt x="526" y="677"/>
                </a:lnTo>
                <a:lnTo>
                  <a:pt x="512" y="678"/>
                </a:lnTo>
                <a:lnTo>
                  <a:pt x="496" y="681"/>
                </a:lnTo>
                <a:lnTo>
                  <a:pt x="482" y="682"/>
                </a:lnTo>
                <a:lnTo>
                  <a:pt x="468" y="686"/>
                </a:lnTo>
                <a:lnTo>
                  <a:pt x="454" y="690"/>
                </a:lnTo>
                <a:lnTo>
                  <a:pt x="441" y="694"/>
                </a:lnTo>
                <a:lnTo>
                  <a:pt x="428" y="699"/>
                </a:lnTo>
                <a:lnTo>
                  <a:pt x="415" y="704"/>
                </a:lnTo>
                <a:lnTo>
                  <a:pt x="402" y="710"/>
                </a:lnTo>
                <a:lnTo>
                  <a:pt x="390" y="716"/>
                </a:lnTo>
                <a:lnTo>
                  <a:pt x="377" y="724"/>
                </a:lnTo>
                <a:lnTo>
                  <a:pt x="354" y="739"/>
                </a:lnTo>
                <a:lnTo>
                  <a:pt x="333" y="757"/>
                </a:lnTo>
                <a:lnTo>
                  <a:pt x="312" y="776"/>
                </a:lnTo>
                <a:lnTo>
                  <a:pt x="294" y="798"/>
                </a:lnTo>
                <a:lnTo>
                  <a:pt x="278" y="820"/>
                </a:lnTo>
                <a:lnTo>
                  <a:pt x="264" y="845"/>
                </a:lnTo>
                <a:lnTo>
                  <a:pt x="258" y="857"/>
                </a:lnTo>
                <a:lnTo>
                  <a:pt x="253" y="870"/>
                </a:lnTo>
                <a:lnTo>
                  <a:pt x="247" y="883"/>
                </a:lnTo>
                <a:lnTo>
                  <a:pt x="242" y="897"/>
                </a:lnTo>
                <a:lnTo>
                  <a:pt x="239" y="910"/>
                </a:lnTo>
                <a:lnTo>
                  <a:pt x="236" y="924"/>
                </a:lnTo>
                <a:lnTo>
                  <a:pt x="232" y="938"/>
                </a:lnTo>
                <a:lnTo>
                  <a:pt x="231" y="952"/>
                </a:lnTo>
                <a:lnTo>
                  <a:pt x="73" y="952"/>
                </a:lnTo>
                <a:lnTo>
                  <a:pt x="73" y="349"/>
                </a:lnTo>
                <a:lnTo>
                  <a:pt x="394" y="349"/>
                </a:lnTo>
                <a:lnTo>
                  <a:pt x="1314" y="349"/>
                </a:lnTo>
                <a:lnTo>
                  <a:pt x="1634" y="349"/>
                </a:lnTo>
                <a:lnTo>
                  <a:pt x="1634" y="1907"/>
                </a:lnTo>
                <a:close/>
                <a:moveTo>
                  <a:pt x="305" y="952"/>
                </a:moveTo>
                <a:lnTo>
                  <a:pt x="308" y="932"/>
                </a:lnTo>
                <a:lnTo>
                  <a:pt x="315" y="912"/>
                </a:lnTo>
                <a:lnTo>
                  <a:pt x="322" y="891"/>
                </a:lnTo>
                <a:lnTo>
                  <a:pt x="331" y="872"/>
                </a:lnTo>
                <a:lnTo>
                  <a:pt x="343" y="855"/>
                </a:lnTo>
                <a:lnTo>
                  <a:pt x="355" y="838"/>
                </a:lnTo>
                <a:lnTo>
                  <a:pt x="369" y="823"/>
                </a:lnTo>
                <a:lnTo>
                  <a:pt x="385" y="808"/>
                </a:lnTo>
                <a:lnTo>
                  <a:pt x="401" y="795"/>
                </a:lnTo>
                <a:lnTo>
                  <a:pt x="418" y="784"/>
                </a:lnTo>
                <a:lnTo>
                  <a:pt x="437" y="773"/>
                </a:lnTo>
                <a:lnTo>
                  <a:pt x="456" y="766"/>
                </a:lnTo>
                <a:lnTo>
                  <a:pt x="476" y="758"/>
                </a:lnTo>
                <a:lnTo>
                  <a:pt x="498" y="754"/>
                </a:lnTo>
                <a:lnTo>
                  <a:pt x="519" y="751"/>
                </a:lnTo>
                <a:lnTo>
                  <a:pt x="541" y="749"/>
                </a:lnTo>
                <a:lnTo>
                  <a:pt x="837" y="749"/>
                </a:lnTo>
                <a:lnTo>
                  <a:pt x="858" y="751"/>
                </a:lnTo>
                <a:lnTo>
                  <a:pt x="880" y="754"/>
                </a:lnTo>
                <a:lnTo>
                  <a:pt x="902" y="758"/>
                </a:lnTo>
                <a:lnTo>
                  <a:pt x="922" y="766"/>
                </a:lnTo>
                <a:lnTo>
                  <a:pt x="941" y="773"/>
                </a:lnTo>
                <a:lnTo>
                  <a:pt x="960" y="784"/>
                </a:lnTo>
                <a:lnTo>
                  <a:pt x="978" y="795"/>
                </a:lnTo>
                <a:lnTo>
                  <a:pt x="993" y="808"/>
                </a:lnTo>
                <a:lnTo>
                  <a:pt x="1008" y="823"/>
                </a:lnTo>
                <a:lnTo>
                  <a:pt x="1022" y="838"/>
                </a:lnTo>
                <a:lnTo>
                  <a:pt x="1035" y="855"/>
                </a:lnTo>
                <a:lnTo>
                  <a:pt x="1046" y="872"/>
                </a:lnTo>
                <a:lnTo>
                  <a:pt x="1055" y="891"/>
                </a:lnTo>
                <a:lnTo>
                  <a:pt x="1063" y="912"/>
                </a:lnTo>
                <a:lnTo>
                  <a:pt x="1069" y="932"/>
                </a:lnTo>
                <a:lnTo>
                  <a:pt x="1074" y="952"/>
                </a:lnTo>
                <a:lnTo>
                  <a:pt x="305" y="952"/>
                </a:lnTo>
                <a:close/>
                <a:moveTo>
                  <a:pt x="73" y="1907"/>
                </a:moveTo>
                <a:lnTo>
                  <a:pt x="73" y="1026"/>
                </a:lnTo>
                <a:lnTo>
                  <a:pt x="228" y="1026"/>
                </a:lnTo>
                <a:lnTo>
                  <a:pt x="1149" y="1026"/>
                </a:lnTo>
                <a:lnTo>
                  <a:pt x="1304" y="1026"/>
                </a:lnTo>
                <a:lnTo>
                  <a:pt x="1304" y="1907"/>
                </a:lnTo>
                <a:lnTo>
                  <a:pt x="73" y="1907"/>
                </a:lnTo>
                <a:close/>
                <a:moveTo>
                  <a:pt x="466" y="72"/>
                </a:moveTo>
                <a:lnTo>
                  <a:pt x="1242" y="72"/>
                </a:lnTo>
                <a:lnTo>
                  <a:pt x="1242" y="275"/>
                </a:lnTo>
                <a:lnTo>
                  <a:pt x="466" y="275"/>
                </a:lnTo>
                <a:lnTo>
                  <a:pt x="466" y="72"/>
                </a:lnTo>
                <a:close/>
                <a:moveTo>
                  <a:pt x="1314" y="275"/>
                </a:moveTo>
                <a:lnTo>
                  <a:pt x="1314" y="0"/>
                </a:lnTo>
                <a:lnTo>
                  <a:pt x="394" y="0"/>
                </a:lnTo>
                <a:lnTo>
                  <a:pt x="394" y="275"/>
                </a:lnTo>
                <a:lnTo>
                  <a:pt x="0" y="275"/>
                </a:lnTo>
                <a:lnTo>
                  <a:pt x="0" y="952"/>
                </a:lnTo>
                <a:lnTo>
                  <a:pt x="0" y="1980"/>
                </a:lnTo>
                <a:lnTo>
                  <a:pt x="1378" y="1980"/>
                </a:lnTo>
                <a:lnTo>
                  <a:pt x="1707" y="1980"/>
                </a:lnTo>
                <a:lnTo>
                  <a:pt x="1707" y="275"/>
                </a:lnTo>
                <a:lnTo>
                  <a:pt x="1314" y="275"/>
                </a:lnTo>
                <a:close/>
              </a:path>
            </a:pathLst>
          </a:custGeom>
          <a:solidFill>
            <a:schemeClr val="lt1"/>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66" name="Google Shape;921;p149">
            <a:extLst>
              <a:ext uri="{FF2B5EF4-FFF2-40B4-BE49-F238E27FC236}">
                <a16:creationId xmlns:a16="http://schemas.microsoft.com/office/drawing/2014/main" id="{793EB690-0027-FBAB-97C8-1120A0473FB6}"/>
              </a:ext>
            </a:extLst>
          </p:cNvPr>
          <p:cNvSpPr/>
          <p:nvPr/>
        </p:nvSpPr>
        <p:spPr>
          <a:xfrm>
            <a:off x="8981049" y="10234196"/>
            <a:ext cx="439766" cy="456057"/>
          </a:xfrm>
          <a:custGeom>
            <a:avLst/>
            <a:gdLst/>
            <a:ahLst/>
            <a:cxnLst/>
            <a:rect l="l" t="t" r="r" b="b"/>
            <a:pathLst>
              <a:path w="1707" h="1922" extrusionOk="0">
                <a:moveTo>
                  <a:pt x="1635" y="1849"/>
                </a:moveTo>
                <a:lnTo>
                  <a:pt x="73" y="1849"/>
                </a:lnTo>
                <a:lnTo>
                  <a:pt x="73" y="291"/>
                </a:lnTo>
                <a:lnTo>
                  <a:pt x="667" y="291"/>
                </a:lnTo>
                <a:lnTo>
                  <a:pt x="667" y="627"/>
                </a:lnTo>
                <a:lnTo>
                  <a:pt x="995" y="335"/>
                </a:lnTo>
                <a:lnTo>
                  <a:pt x="995" y="889"/>
                </a:lnTo>
                <a:lnTo>
                  <a:pt x="1354" y="889"/>
                </a:lnTo>
                <a:lnTo>
                  <a:pt x="1354" y="275"/>
                </a:lnTo>
                <a:lnTo>
                  <a:pt x="1489" y="275"/>
                </a:lnTo>
                <a:lnTo>
                  <a:pt x="1489" y="889"/>
                </a:lnTo>
                <a:lnTo>
                  <a:pt x="1635" y="889"/>
                </a:lnTo>
                <a:lnTo>
                  <a:pt x="1635" y="1849"/>
                </a:lnTo>
                <a:close/>
                <a:moveTo>
                  <a:pt x="1288" y="72"/>
                </a:moveTo>
                <a:lnTo>
                  <a:pt x="1576" y="72"/>
                </a:lnTo>
                <a:lnTo>
                  <a:pt x="1576" y="203"/>
                </a:lnTo>
                <a:lnTo>
                  <a:pt x="1561" y="203"/>
                </a:lnTo>
                <a:lnTo>
                  <a:pt x="1288" y="203"/>
                </a:lnTo>
                <a:lnTo>
                  <a:pt x="1288" y="72"/>
                </a:lnTo>
                <a:close/>
                <a:moveTo>
                  <a:pt x="1561" y="817"/>
                </a:moveTo>
                <a:lnTo>
                  <a:pt x="1561" y="275"/>
                </a:lnTo>
                <a:lnTo>
                  <a:pt x="1650" y="275"/>
                </a:lnTo>
                <a:lnTo>
                  <a:pt x="1650" y="0"/>
                </a:lnTo>
                <a:lnTo>
                  <a:pt x="1216" y="0"/>
                </a:lnTo>
                <a:lnTo>
                  <a:pt x="1216" y="275"/>
                </a:lnTo>
                <a:lnTo>
                  <a:pt x="1280" y="275"/>
                </a:lnTo>
                <a:lnTo>
                  <a:pt x="1280" y="817"/>
                </a:lnTo>
                <a:lnTo>
                  <a:pt x="1067" y="817"/>
                </a:lnTo>
                <a:lnTo>
                  <a:pt x="1067" y="173"/>
                </a:lnTo>
                <a:lnTo>
                  <a:pt x="741" y="464"/>
                </a:lnTo>
                <a:lnTo>
                  <a:pt x="741" y="217"/>
                </a:lnTo>
                <a:lnTo>
                  <a:pt x="0" y="217"/>
                </a:lnTo>
                <a:lnTo>
                  <a:pt x="0" y="1922"/>
                </a:lnTo>
                <a:lnTo>
                  <a:pt x="1707" y="1922"/>
                </a:lnTo>
                <a:lnTo>
                  <a:pt x="1707" y="817"/>
                </a:lnTo>
                <a:lnTo>
                  <a:pt x="1561" y="817"/>
                </a:lnTo>
                <a:close/>
                <a:moveTo>
                  <a:pt x="1270" y="1197"/>
                </a:moveTo>
                <a:lnTo>
                  <a:pt x="1419" y="1197"/>
                </a:lnTo>
                <a:lnTo>
                  <a:pt x="1419" y="1346"/>
                </a:lnTo>
                <a:lnTo>
                  <a:pt x="1270" y="1346"/>
                </a:lnTo>
                <a:lnTo>
                  <a:pt x="1270" y="1197"/>
                </a:lnTo>
                <a:close/>
                <a:moveTo>
                  <a:pt x="1198" y="1419"/>
                </a:moveTo>
                <a:lnTo>
                  <a:pt x="1491" y="1419"/>
                </a:lnTo>
                <a:lnTo>
                  <a:pt x="1491" y="1125"/>
                </a:lnTo>
                <a:lnTo>
                  <a:pt x="1198" y="1125"/>
                </a:lnTo>
                <a:lnTo>
                  <a:pt x="1198" y="1419"/>
                </a:lnTo>
                <a:close/>
                <a:moveTo>
                  <a:pt x="772" y="1197"/>
                </a:moveTo>
                <a:lnTo>
                  <a:pt x="921" y="1197"/>
                </a:lnTo>
                <a:lnTo>
                  <a:pt x="921" y="1346"/>
                </a:lnTo>
                <a:lnTo>
                  <a:pt x="772" y="1346"/>
                </a:lnTo>
                <a:lnTo>
                  <a:pt x="772" y="1197"/>
                </a:lnTo>
                <a:close/>
                <a:moveTo>
                  <a:pt x="700" y="1419"/>
                </a:moveTo>
                <a:lnTo>
                  <a:pt x="995" y="1419"/>
                </a:lnTo>
                <a:lnTo>
                  <a:pt x="995" y="1125"/>
                </a:lnTo>
                <a:lnTo>
                  <a:pt x="700" y="1125"/>
                </a:lnTo>
                <a:lnTo>
                  <a:pt x="700" y="1419"/>
                </a:lnTo>
                <a:close/>
                <a:moveTo>
                  <a:pt x="276" y="1197"/>
                </a:moveTo>
                <a:lnTo>
                  <a:pt x="424" y="1197"/>
                </a:lnTo>
                <a:lnTo>
                  <a:pt x="424" y="1346"/>
                </a:lnTo>
                <a:lnTo>
                  <a:pt x="276" y="1346"/>
                </a:lnTo>
                <a:lnTo>
                  <a:pt x="276" y="1197"/>
                </a:lnTo>
                <a:close/>
                <a:moveTo>
                  <a:pt x="202" y="1419"/>
                </a:moveTo>
                <a:lnTo>
                  <a:pt x="497" y="1419"/>
                </a:lnTo>
                <a:lnTo>
                  <a:pt x="497" y="1125"/>
                </a:lnTo>
                <a:lnTo>
                  <a:pt x="202" y="1125"/>
                </a:lnTo>
                <a:lnTo>
                  <a:pt x="202" y="1419"/>
                </a:lnTo>
                <a:close/>
              </a:path>
            </a:pathLst>
          </a:custGeom>
          <a:solidFill>
            <a:schemeClr val="lt1"/>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67" name="Google Shape;922;p149">
            <a:extLst>
              <a:ext uri="{FF2B5EF4-FFF2-40B4-BE49-F238E27FC236}">
                <a16:creationId xmlns:a16="http://schemas.microsoft.com/office/drawing/2014/main" id="{0091EF1B-5E7D-7328-1D2F-6DC386DA9E6B}"/>
              </a:ext>
            </a:extLst>
          </p:cNvPr>
          <p:cNvSpPr/>
          <p:nvPr/>
        </p:nvSpPr>
        <p:spPr>
          <a:xfrm>
            <a:off x="2180614" y="10260270"/>
            <a:ext cx="439766" cy="403915"/>
          </a:xfrm>
          <a:custGeom>
            <a:avLst/>
            <a:gdLst/>
            <a:ahLst/>
            <a:cxnLst/>
            <a:rect l="l" t="t" r="r" b="b"/>
            <a:pathLst>
              <a:path w="1707" h="1705" extrusionOk="0">
                <a:moveTo>
                  <a:pt x="853" y="404"/>
                </a:moveTo>
                <a:lnTo>
                  <a:pt x="876" y="405"/>
                </a:lnTo>
                <a:lnTo>
                  <a:pt x="899" y="406"/>
                </a:lnTo>
                <a:lnTo>
                  <a:pt x="922" y="410"/>
                </a:lnTo>
                <a:lnTo>
                  <a:pt x="944" y="414"/>
                </a:lnTo>
                <a:lnTo>
                  <a:pt x="965" y="419"/>
                </a:lnTo>
                <a:lnTo>
                  <a:pt x="987" y="424"/>
                </a:lnTo>
                <a:lnTo>
                  <a:pt x="1008" y="432"/>
                </a:lnTo>
                <a:lnTo>
                  <a:pt x="1029" y="439"/>
                </a:lnTo>
                <a:lnTo>
                  <a:pt x="1048" y="448"/>
                </a:lnTo>
                <a:lnTo>
                  <a:pt x="1067" y="458"/>
                </a:lnTo>
                <a:lnTo>
                  <a:pt x="1086" y="470"/>
                </a:lnTo>
                <a:lnTo>
                  <a:pt x="1105" y="481"/>
                </a:lnTo>
                <a:lnTo>
                  <a:pt x="1121" y="494"/>
                </a:lnTo>
                <a:lnTo>
                  <a:pt x="1139" y="507"/>
                </a:lnTo>
                <a:lnTo>
                  <a:pt x="1156" y="520"/>
                </a:lnTo>
                <a:lnTo>
                  <a:pt x="1171" y="536"/>
                </a:lnTo>
                <a:lnTo>
                  <a:pt x="1186" y="551"/>
                </a:lnTo>
                <a:lnTo>
                  <a:pt x="1200" y="567"/>
                </a:lnTo>
                <a:lnTo>
                  <a:pt x="1213" y="585"/>
                </a:lnTo>
                <a:lnTo>
                  <a:pt x="1226" y="602"/>
                </a:lnTo>
                <a:lnTo>
                  <a:pt x="1237" y="621"/>
                </a:lnTo>
                <a:lnTo>
                  <a:pt x="1248" y="640"/>
                </a:lnTo>
                <a:lnTo>
                  <a:pt x="1259" y="659"/>
                </a:lnTo>
                <a:lnTo>
                  <a:pt x="1267" y="678"/>
                </a:lnTo>
                <a:lnTo>
                  <a:pt x="1275" y="699"/>
                </a:lnTo>
                <a:lnTo>
                  <a:pt x="1283" y="720"/>
                </a:lnTo>
                <a:lnTo>
                  <a:pt x="1288" y="741"/>
                </a:lnTo>
                <a:lnTo>
                  <a:pt x="1293" y="763"/>
                </a:lnTo>
                <a:lnTo>
                  <a:pt x="1297" y="784"/>
                </a:lnTo>
                <a:lnTo>
                  <a:pt x="1300" y="807"/>
                </a:lnTo>
                <a:lnTo>
                  <a:pt x="1302" y="830"/>
                </a:lnTo>
                <a:lnTo>
                  <a:pt x="1303" y="853"/>
                </a:lnTo>
                <a:lnTo>
                  <a:pt x="1302" y="876"/>
                </a:lnTo>
                <a:lnTo>
                  <a:pt x="1300" y="898"/>
                </a:lnTo>
                <a:lnTo>
                  <a:pt x="1297" y="921"/>
                </a:lnTo>
                <a:lnTo>
                  <a:pt x="1293" y="943"/>
                </a:lnTo>
                <a:lnTo>
                  <a:pt x="1288" y="964"/>
                </a:lnTo>
                <a:lnTo>
                  <a:pt x="1283" y="986"/>
                </a:lnTo>
                <a:lnTo>
                  <a:pt x="1275" y="1006"/>
                </a:lnTo>
                <a:lnTo>
                  <a:pt x="1267" y="1026"/>
                </a:lnTo>
                <a:lnTo>
                  <a:pt x="1259" y="1047"/>
                </a:lnTo>
                <a:lnTo>
                  <a:pt x="1248" y="1066"/>
                </a:lnTo>
                <a:lnTo>
                  <a:pt x="1237" y="1085"/>
                </a:lnTo>
                <a:lnTo>
                  <a:pt x="1226" y="1103"/>
                </a:lnTo>
                <a:lnTo>
                  <a:pt x="1213" y="1120"/>
                </a:lnTo>
                <a:lnTo>
                  <a:pt x="1200" y="1138"/>
                </a:lnTo>
                <a:lnTo>
                  <a:pt x="1186" y="1153"/>
                </a:lnTo>
                <a:lnTo>
                  <a:pt x="1171" y="1170"/>
                </a:lnTo>
                <a:lnTo>
                  <a:pt x="1156" y="1184"/>
                </a:lnTo>
                <a:lnTo>
                  <a:pt x="1139" y="1199"/>
                </a:lnTo>
                <a:lnTo>
                  <a:pt x="1121" y="1212"/>
                </a:lnTo>
                <a:lnTo>
                  <a:pt x="1105" y="1224"/>
                </a:lnTo>
                <a:lnTo>
                  <a:pt x="1086" y="1236"/>
                </a:lnTo>
                <a:lnTo>
                  <a:pt x="1067" y="1247"/>
                </a:lnTo>
                <a:lnTo>
                  <a:pt x="1048" y="1256"/>
                </a:lnTo>
                <a:lnTo>
                  <a:pt x="1029" y="1266"/>
                </a:lnTo>
                <a:lnTo>
                  <a:pt x="1008" y="1274"/>
                </a:lnTo>
                <a:lnTo>
                  <a:pt x="987" y="1280"/>
                </a:lnTo>
                <a:lnTo>
                  <a:pt x="965" y="1286"/>
                </a:lnTo>
                <a:lnTo>
                  <a:pt x="944" y="1292"/>
                </a:lnTo>
                <a:lnTo>
                  <a:pt x="922" y="1295"/>
                </a:lnTo>
                <a:lnTo>
                  <a:pt x="899" y="1299"/>
                </a:lnTo>
                <a:lnTo>
                  <a:pt x="876" y="1300"/>
                </a:lnTo>
                <a:lnTo>
                  <a:pt x="853" y="1300"/>
                </a:lnTo>
                <a:lnTo>
                  <a:pt x="831" y="1300"/>
                </a:lnTo>
                <a:lnTo>
                  <a:pt x="808" y="1299"/>
                </a:lnTo>
                <a:lnTo>
                  <a:pt x="785" y="1295"/>
                </a:lnTo>
                <a:lnTo>
                  <a:pt x="763" y="1292"/>
                </a:lnTo>
                <a:lnTo>
                  <a:pt x="742" y="1286"/>
                </a:lnTo>
                <a:lnTo>
                  <a:pt x="720" y="1280"/>
                </a:lnTo>
                <a:lnTo>
                  <a:pt x="700" y="1274"/>
                </a:lnTo>
                <a:lnTo>
                  <a:pt x="679" y="1266"/>
                </a:lnTo>
                <a:lnTo>
                  <a:pt x="659" y="1256"/>
                </a:lnTo>
                <a:lnTo>
                  <a:pt x="640" y="1247"/>
                </a:lnTo>
                <a:lnTo>
                  <a:pt x="621" y="1236"/>
                </a:lnTo>
                <a:lnTo>
                  <a:pt x="603" y="1224"/>
                </a:lnTo>
                <a:lnTo>
                  <a:pt x="585" y="1212"/>
                </a:lnTo>
                <a:lnTo>
                  <a:pt x="568" y="1199"/>
                </a:lnTo>
                <a:lnTo>
                  <a:pt x="552" y="1184"/>
                </a:lnTo>
                <a:lnTo>
                  <a:pt x="536" y="1170"/>
                </a:lnTo>
                <a:lnTo>
                  <a:pt x="522" y="1153"/>
                </a:lnTo>
                <a:lnTo>
                  <a:pt x="507" y="1138"/>
                </a:lnTo>
                <a:lnTo>
                  <a:pt x="494" y="1120"/>
                </a:lnTo>
                <a:lnTo>
                  <a:pt x="481" y="1103"/>
                </a:lnTo>
                <a:lnTo>
                  <a:pt x="470" y="1085"/>
                </a:lnTo>
                <a:lnTo>
                  <a:pt x="458" y="1066"/>
                </a:lnTo>
                <a:lnTo>
                  <a:pt x="450" y="1047"/>
                </a:lnTo>
                <a:lnTo>
                  <a:pt x="439" y="1026"/>
                </a:lnTo>
                <a:lnTo>
                  <a:pt x="432" y="1006"/>
                </a:lnTo>
                <a:lnTo>
                  <a:pt x="425" y="986"/>
                </a:lnTo>
                <a:lnTo>
                  <a:pt x="419" y="964"/>
                </a:lnTo>
                <a:lnTo>
                  <a:pt x="414" y="943"/>
                </a:lnTo>
                <a:lnTo>
                  <a:pt x="410" y="921"/>
                </a:lnTo>
                <a:lnTo>
                  <a:pt x="406" y="898"/>
                </a:lnTo>
                <a:lnTo>
                  <a:pt x="405" y="876"/>
                </a:lnTo>
                <a:lnTo>
                  <a:pt x="405" y="853"/>
                </a:lnTo>
                <a:lnTo>
                  <a:pt x="405" y="830"/>
                </a:lnTo>
                <a:lnTo>
                  <a:pt x="406" y="807"/>
                </a:lnTo>
                <a:lnTo>
                  <a:pt x="410" y="784"/>
                </a:lnTo>
                <a:lnTo>
                  <a:pt x="414" y="763"/>
                </a:lnTo>
                <a:lnTo>
                  <a:pt x="419" y="741"/>
                </a:lnTo>
                <a:lnTo>
                  <a:pt x="425" y="720"/>
                </a:lnTo>
                <a:lnTo>
                  <a:pt x="432" y="699"/>
                </a:lnTo>
                <a:lnTo>
                  <a:pt x="439" y="678"/>
                </a:lnTo>
                <a:lnTo>
                  <a:pt x="450" y="659"/>
                </a:lnTo>
                <a:lnTo>
                  <a:pt x="458" y="640"/>
                </a:lnTo>
                <a:lnTo>
                  <a:pt x="470" y="621"/>
                </a:lnTo>
                <a:lnTo>
                  <a:pt x="481" y="602"/>
                </a:lnTo>
                <a:lnTo>
                  <a:pt x="494" y="585"/>
                </a:lnTo>
                <a:lnTo>
                  <a:pt x="507" y="567"/>
                </a:lnTo>
                <a:lnTo>
                  <a:pt x="522" y="551"/>
                </a:lnTo>
                <a:lnTo>
                  <a:pt x="536" y="536"/>
                </a:lnTo>
                <a:lnTo>
                  <a:pt x="552" y="520"/>
                </a:lnTo>
                <a:lnTo>
                  <a:pt x="568" y="507"/>
                </a:lnTo>
                <a:lnTo>
                  <a:pt x="585" y="494"/>
                </a:lnTo>
                <a:lnTo>
                  <a:pt x="603" y="481"/>
                </a:lnTo>
                <a:lnTo>
                  <a:pt x="621" y="470"/>
                </a:lnTo>
                <a:lnTo>
                  <a:pt x="640" y="458"/>
                </a:lnTo>
                <a:lnTo>
                  <a:pt x="659" y="448"/>
                </a:lnTo>
                <a:lnTo>
                  <a:pt x="679" y="439"/>
                </a:lnTo>
                <a:lnTo>
                  <a:pt x="700" y="432"/>
                </a:lnTo>
                <a:lnTo>
                  <a:pt x="720" y="424"/>
                </a:lnTo>
                <a:lnTo>
                  <a:pt x="742" y="419"/>
                </a:lnTo>
                <a:lnTo>
                  <a:pt x="763" y="414"/>
                </a:lnTo>
                <a:lnTo>
                  <a:pt x="785" y="410"/>
                </a:lnTo>
                <a:lnTo>
                  <a:pt x="808" y="406"/>
                </a:lnTo>
                <a:lnTo>
                  <a:pt x="831" y="405"/>
                </a:lnTo>
                <a:lnTo>
                  <a:pt x="853" y="404"/>
                </a:lnTo>
                <a:close/>
                <a:moveTo>
                  <a:pt x="853" y="1374"/>
                </a:moveTo>
                <a:lnTo>
                  <a:pt x="880" y="1373"/>
                </a:lnTo>
                <a:lnTo>
                  <a:pt x="907" y="1371"/>
                </a:lnTo>
                <a:lnTo>
                  <a:pt x="933" y="1368"/>
                </a:lnTo>
                <a:lnTo>
                  <a:pt x="959" y="1363"/>
                </a:lnTo>
                <a:lnTo>
                  <a:pt x="984" y="1358"/>
                </a:lnTo>
                <a:lnTo>
                  <a:pt x="1008" y="1350"/>
                </a:lnTo>
                <a:lnTo>
                  <a:pt x="1033" y="1342"/>
                </a:lnTo>
                <a:lnTo>
                  <a:pt x="1057" y="1332"/>
                </a:lnTo>
                <a:lnTo>
                  <a:pt x="1080" y="1322"/>
                </a:lnTo>
                <a:lnTo>
                  <a:pt x="1102" y="1311"/>
                </a:lnTo>
                <a:lnTo>
                  <a:pt x="1124" y="1298"/>
                </a:lnTo>
                <a:lnTo>
                  <a:pt x="1146" y="1284"/>
                </a:lnTo>
                <a:lnTo>
                  <a:pt x="1166" y="1270"/>
                </a:lnTo>
                <a:lnTo>
                  <a:pt x="1185" y="1255"/>
                </a:lnTo>
                <a:lnTo>
                  <a:pt x="1204" y="1238"/>
                </a:lnTo>
                <a:lnTo>
                  <a:pt x="1222" y="1221"/>
                </a:lnTo>
                <a:lnTo>
                  <a:pt x="1240" y="1203"/>
                </a:lnTo>
                <a:lnTo>
                  <a:pt x="1256" y="1184"/>
                </a:lnTo>
                <a:lnTo>
                  <a:pt x="1271" y="1165"/>
                </a:lnTo>
                <a:lnTo>
                  <a:pt x="1287" y="1143"/>
                </a:lnTo>
                <a:lnTo>
                  <a:pt x="1299" y="1123"/>
                </a:lnTo>
                <a:lnTo>
                  <a:pt x="1312" y="1101"/>
                </a:lnTo>
                <a:lnTo>
                  <a:pt x="1323" y="1078"/>
                </a:lnTo>
                <a:lnTo>
                  <a:pt x="1335" y="1056"/>
                </a:lnTo>
                <a:lnTo>
                  <a:pt x="1344" y="1032"/>
                </a:lnTo>
                <a:lnTo>
                  <a:pt x="1351" y="1007"/>
                </a:lnTo>
                <a:lnTo>
                  <a:pt x="1359" y="982"/>
                </a:lnTo>
                <a:lnTo>
                  <a:pt x="1365" y="958"/>
                </a:lnTo>
                <a:lnTo>
                  <a:pt x="1369" y="931"/>
                </a:lnTo>
                <a:lnTo>
                  <a:pt x="1373" y="906"/>
                </a:lnTo>
                <a:lnTo>
                  <a:pt x="1374" y="879"/>
                </a:lnTo>
                <a:lnTo>
                  <a:pt x="1375" y="853"/>
                </a:lnTo>
                <a:lnTo>
                  <a:pt x="1374" y="826"/>
                </a:lnTo>
                <a:lnTo>
                  <a:pt x="1373" y="799"/>
                </a:lnTo>
                <a:lnTo>
                  <a:pt x="1369" y="773"/>
                </a:lnTo>
                <a:lnTo>
                  <a:pt x="1365" y="747"/>
                </a:lnTo>
                <a:lnTo>
                  <a:pt x="1359" y="722"/>
                </a:lnTo>
                <a:lnTo>
                  <a:pt x="1351" y="698"/>
                </a:lnTo>
                <a:lnTo>
                  <a:pt x="1344" y="674"/>
                </a:lnTo>
                <a:lnTo>
                  <a:pt x="1335" y="650"/>
                </a:lnTo>
                <a:lnTo>
                  <a:pt x="1323" y="627"/>
                </a:lnTo>
                <a:lnTo>
                  <a:pt x="1312" y="604"/>
                </a:lnTo>
                <a:lnTo>
                  <a:pt x="1299" y="583"/>
                </a:lnTo>
                <a:lnTo>
                  <a:pt x="1287" y="561"/>
                </a:lnTo>
                <a:lnTo>
                  <a:pt x="1271" y="541"/>
                </a:lnTo>
                <a:lnTo>
                  <a:pt x="1256" y="522"/>
                </a:lnTo>
                <a:lnTo>
                  <a:pt x="1240" y="503"/>
                </a:lnTo>
                <a:lnTo>
                  <a:pt x="1222" y="485"/>
                </a:lnTo>
                <a:lnTo>
                  <a:pt x="1204" y="467"/>
                </a:lnTo>
                <a:lnTo>
                  <a:pt x="1185" y="451"/>
                </a:lnTo>
                <a:lnTo>
                  <a:pt x="1166" y="435"/>
                </a:lnTo>
                <a:lnTo>
                  <a:pt x="1146" y="420"/>
                </a:lnTo>
                <a:lnTo>
                  <a:pt x="1124" y="408"/>
                </a:lnTo>
                <a:lnTo>
                  <a:pt x="1102" y="395"/>
                </a:lnTo>
                <a:lnTo>
                  <a:pt x="1080" y="383"/>
                </a:lnTo>
                <a:lnTo>
                  <a:pt x="1057" y="372"/>
                </a:lnTo>
                <a:lnTo>
                  <a:pt x="1033" y="363"/>
                </a:lnTo>
                <a:lnTo>
                  <a:pt x="1008" y="356"/>
                </a:lnTo>
                <a:lnTo>
                  <a:pt x="984" y="348"/>
                </a:lnTo>
                <a:lnTo>
                  <a:pt x="959" y="343"/>
                </a:lnTo>
                <a:lnTo>
                  <a:pt x="933" y="338"/>
                </a:lnTo>
                <a:lnTo>
                  <a:pt x="907" y="334"/>
                </a:lnTo>
                <a:lnTo>
                  <a:pt x="880" y="333"/>
                </a:lnTo>
                <a:lnTo>
                  <a:pt x="853" y="331"/>
                </a:lnTo>
                <a:lnTo>
                  <a:pt x="827" y="333"/>
                </a:lnTo>
                <a:lnTo>
                  <a:pt x="800" y="334"/>
                </a:lnTo>
                <a:lnTo>
                  <a:pt x="775" y="338"/>
                </a:lnTo>
                <a:lnTo>
                  <a:pt x="748" y="343"/>
                </a:lnTo>
                <a:lnTo>
                  <a:pt x="724" y="348"/>
                </a:lnTo>
                <a:lnTo>
                  <a:pt x="699" y="356"/>
                </a:lnTo>
                <a:lnTo>
                  <a:pt x="674" y="363"/>
                </a:lnTo>
                <a:lnTo>
                  <a:pt x="650" y="372"/>
                </a:lnTo>
                <a:lnTo>
                  <a:pt x="627" y="383"/>
                </a:lnTo>
                <a:lnTo>
                  <a:pt x="605" y="395"/>
                </a:lnTo>
                <a:lnTo>
                  <a:pt x="583" y="408"/>
                </a:lnTo>
                <a:lnTo>
                  <a:pt x="563" y="420"/>
                </a:lnTo>
                <a:lnTo>
                  <a:pt x="541" y="435"/>
                </a:lnTo>
                <a:lnTo>
                  <a:pt x="522" y="451"/>
                </a:lnTo>
                <a:lnTo>
                  <a:pt x="503" y="467"/>
                </a:lnTo>
                <a:lnTo>
                  <a:pt x="485" y="485"/>
                </a:lnTo>
                <a:lnTo>
                  <a:pt x="467" y="503"/>
                </a:lnTo>
                <a:lnTo>
                  <a:pt x="451" y="522"/>
                </a:lnTo>
                <a:lnTo>
                  <a:pt x="436" y="541"/>
                </a:lnTo>
                <a:lnTo>
                  <a:pt x="422" y="561"/>
                </a:lnTo>
                <a:lnTo>
                  <a:pt x="408" y="583"/>
                </a:lnTo>
                <a:lnTo>
                  <a:pt x="395" y="604"/>
                </a:lnTo>
                <a:lnTo>
                  <a:pt x="384" y="627"/>
                </a:lnTo>
                <a:lnTo>
                  <a:pt x="373" y="650"/>
                </a:lnTo>
                <a:lnTo>
                  <a:pt x="363" y="674"/>
                </a:lnTo>
                <a:lnTo>
                  <a:pt x="356" y="698"/>
                </a:lnTo>
                <a:lnTo>
                  <a:pt x="348" y="722"/>
                </a:lnTo>
                <a:lnTo>
                  <a:pt x="343" y="747"/>
                </a:lnTo>
                <a:lnTo>
                  <a:pt x="338" y="773"/>
                </a:lnTo>
                <a:lnTo>
                  <a:pt x="334" y="799"/>
                </a:lnTo>
                <a:lnTo>
                  <a:pt x="333" y="826"/>
                </a:lnTo>
                <a:lnTo>
                  <a:pt x="331" y="853"/>
                </a:lnTo>
                <a:lnTo>
                  <a:pt x="333" y="879"/>
                </a:lnTo>
                <a:lnTo>
                  <a:pt x="334" y="906"/>
                </a:lnTo>
                <a:lnTo>
                  <a:pt x="338" y="931"/>
                </a:lnTo>
                <a:lnTo>
                  <a:pt x="343" y="958"/>
                </a:lnTo>
                <a:lnTo>
                  <a:pt x="348" y="982"/>
                </a:lnTo>
                <a:lnTo>
                  <a:pt x="356" y="1007"/>
                </a:lnTo>
                <a:lnTo>
                  <a:pt x="363" y="1032"/>
                </a:lnTo>
                <a:lnTo>
                  <a:pt x="373" y="1056"/>
                </a:lnTo>
                <a:lnTo>
                  <a:pt x="384" y="1078"/>
                </a:lnTo>
                <a:lnTo>
                  <a:pt x="395" y="1101"/>
                </a:lnTo>
                <a:lnTo>
                  <a:pt x="408" y="1123"/>
                </a:lnTo>
                <a:lnTo>
                  <a:pt x="422" y="1143"/>
                </a:lnTo>
                <a:lnTo>
                  <a:pt x="436" y="1165"/>
                </a:lnTo>
                <a:lnTo>
                  <a:pt x="451" y="1184"/>
                </a:lnTo>
                <a:lnTo>
                  <a:pt x="467" y="1203"/>
                </a:lnTo>
                <a:lnTo>
                  <a:pt x="485" y="1221"/>
                </a:lnTo>
                <a:lnTo>
                  <a:pt x="503" y="1238"/>
                </a:lnTo>
                <a:lnTo>
                  <a:pt x="522" y="1255"/>
                </a:lnTo>
                <a:lnTo>
                  <a:pt x="541" y="1270"/>
                </a:lnTo>
                <a:lnTo>
                  <a:pt x="563" y="1284"/>
                </a:lnTo>
                <a:lnTo>
                  <a:pt x="583" y="1298"/>
                </a:lnTo>
                <a:lnTo>
                  <a:pt x="605" y="1311"/>
                </a:lnTo>
                <a:lnTo>
                  <a:pt x="627" y="1322"/>
                </a:lnTo>
                <a:lnTo>
                  <a:pt x="650" y="1332"/>
                </a:lnTo>
                <a:lnTo>
                  <a:pt x="674" y="1342"/>
                </a:lnTo>
                <a:lnTo>
                  <a:pt x="699" y="1350"/>
                </a:lnTo>
                <a:lnTo>
                  <a:pt x="724" y="1358"/>
                </a:lnTo>
                <a:lnTo>
                  <a:pt x="748" y="1363"/>
                </a:lnTo>
                <a:lnTo>
                  <a:pt x="775" y="1368"/>
                </a:lnTo>
                <a:lnTo>
                  <a:pt x="800" y="1371"/>
                </a:lnTo>
                <a:lnTo>
                  <a:pt x="827" y="1373"/>
                </a:lnTo>
                <a:lnTo>
                  <a:pt x="853" y="1374"/>
                </a:lnTo>
                <a:close/>
                <a:moveTo>
                  <a:pt x="1634" y="1633"/>
                </a:moveTo>
                <a:lnTo>
                  <a:pt x="72" y="1633"/>
                </a:lnTo>
                <a:lnTo>
                  <a:pt x="72" y="73"/>
                </a:lnTo>
                <a:lnTo>
                  <a:pt x="1634" y="73"/>
                </a:lnTo>
                <a:lnTo>
                  <a:pt x="1634" y="1633"/>
                </a:lnTo>
                <a:close/>
                <a:moveTo>
                  <a:pt x="0" y="1705"/>
                </a:moveTo>
                <a:lnTo>
                  <a:pt x="1707" y="1705"/>
                </a:lnTo>
                <a:lnTo>
                  <a:pt x="1707" y="0"/>
                </a:lnTo>
                <a:lnTo>
                  <a:pt x="0" y="0"/>
                </a:lnTo>
                <a:lnTo>
                  <a:pt x="0" y="1705"/>
                </a:lnTo>
                <a:close/>
                <a:moveTo>
                  <a:pt x="853" y="631"/>
                </a:moveTo>
                <a:lnTo>
                  <a:pt x="866" y="631"/>
                </a:lnTo>
                <a:lnTo>
                  <a:pt x="878" y="632"/>
                </a:lnTo>
                <a:lnTo>
                  <a:pt x="888" y="636"/>
                </a:lnTo>
                <a:lnTo>
                  <a:pt x="899" y="640"/>
                </a:lnTo>
                <a:lnTo>
                  <a:pt x="909" y="645"/>
                </a:lnTo>
                <a:lnTo>
                  <a:pt x="919" y="650"/>
                </a:lnTo>
                <a:lnTo>
                  <a:pt x="928" y="657"/>
                </a:lnTo>
                <a:lnTo>
                  <a:pt x="936" y="665"/>
                </a:lnTo>
                <a:lnTo>
                  <a:pt x="944" y="673"/>
                </a:lnTo>
                <a:lnTo>
                  <a:pt x="951" y="682"/>
                </a:lnTo>
                <a:lnTo>
                  <a:pt x="956" y="692"/>
                </a:lnTo>
                <a:lnTo>
                  <a:pt x="961" y="702"/>
                </a:lnTo>
                <a:lnTo>
                  <a:pt x="965" y="712"/>
                </a:lnTo>
                <a:lnTo>
                  <a:pt x="968" y="723"/>
                </a:lnTo>
                <a:lnTo>
                  <a:pt x="970" y="735"/>
                </a:lnTo>
                <a:lnTo>
                  <a:pt x="970" y="747"/>
                </a:lnTo>
                <a:lnTo>
                  <a:pt x="969" y="764"/>
                </a:lnTo>
                <a:lnTo>
                  <a:pt x="965" y="780"/>
                </a:lnTo>
                <a:lnTo>
                  <a:pt x="960" y="796"/>
                </a:lnTo>
                <a:lnTo>
                  <a:pt x="951" y="811"/>
                </a:lnTo>
                <a:lnTo>
                  <a:pt x="942" y="824"/>
                </a:lnTo>
                <a:lnTo>
                  <a:pt x="930" y="836"/>
                </a:lnTo>
                <a:lnTo>
                  <a:pt x="916" y="846"/>
                </a:lnTo>
                <a:lnTo>
                  <a:pt x="902" y="854"/>
                </a:lnTo>
                <a:lnTo>
                  <a:pt x="880" y="864"/>
                </a:lnTo>
                <a:lnTo>
                  <a:pt x="880" y="1049"/>
                </a:lnTo>
                <a:lnTo>
                  <a:pt x="879" y="1054"/>
                </a:lnTo>
                <a:lnTo>
                  <a:pt x="878" y="1059"/>
                </a:lnTo>
                <a:lnTo>
                  <a:pt x="875" y="1063"/>
                </a:lnTo>
                <a:lnTo>
                  <a:pt x="871" y="1067"/>
                </a:lnTo>
                <a:lnTo>
                  <a:pt x="867" y="1071"/>
                </a:lnTo>
                <a:lnTo>
                  <a:pt x="864" y="1073"/>
                </a:lnTo>
                <a:lnTo>
                  <a:pt x="859" y="1075"/>
                </a:lnTo>
                <a:lnTo>
                  <a:pt x="853" y="1075"/>
                </a:lnTo>
                <a:lnTo>
                  <a:pt x="848" y="1075"/>
                </a:lnTo>
                <a:lnTo>
                  <a:pt x="843" y="1073"/>
                </a:lnTo>
                <a:lnTo>
                  <a:pt x="839" y="1071"/>
                </a:lnTo>
                <a:lnTo>
                  <a:pt x="836" y="1067"/>
                </a:lnTo>
                <a:lnTo>
                  <a:pt x="832" y="1063"/>
                </a:lnTo>
                <a:lnTo>
                  <a:pt x="829" y="1059"/>
                </a:lnTo>
                <a:lnTo>
                  <a:pt x="828" y="1054"/>
                </a:lnTo>
                <a:lnTo>
                  <a:pt x="828" y="1049"/>
                </a:lnTo>
                <a:lnTo>
                  <a:pt x="828" y="864"/>
                </a:lnTo>
                <a:lnTo>
                  <a:pt x="806" y="854"/>
                </a:lnTo>
                <a:lnTo>
                  <a:pt x="791" y="846"/>
                </a:lnTo>
                <a:lnTo>
                  <a:pt x="777" y="836"/>
                </a:lnTo>
                <a:lnTo>
                  <a:pt x="766" y="824"/>
                </a:lnTo>
                <a:lnTo>
                  <a:pt x="756" y="811"/>
                </a:lnTo>
                <a:lnTo>
                  <a:pt x="747" y="796"/>
                </a:lnTo>
                <a:lnTo>
                  <a:pt x="742" y="780"/>
                </a:lnTo>
                <a:lnTo>
                  <a:pt x="738" y="764"/>
                </a:lnTo>
                <a:lnTo>
                  <a:pt x="737" y="747"/>
                </a:lnTo>
                <a:lnTo>
                  <a:pt x="737" y="735"/>
                </a:lnTo>
                <a:lnTo>
                  <a:pt x="739" y="723"/>
                </a:lnTo>
                <a:lnTo>
                  <a:pt x="742" y="712"/>
                </a:lnTo>
                <a:lnTo>
                  <a:pt x="745" y="702"/>
                </a:lnTo>
                <a:lnTo>
                  <a:pt x="751" y="692"/>
                </a:lnTo>
                <a:lnTo>
                  <a:pt x="757" y="682"/>
                </a:lnTo>
                <a:lnTo>
                  <a:pt x="763" y="673"/>
                </a:lnTo>
                <a:lnTo>
                  <a:pt x="771" y="665"/>
                </a:lnTo>
                <a:lnTo>
                  <a:pt x="779" y="657"/>
                </a:lnTo>
                <a:lnTo>
                  <a:pt x="789" y="650"/>
                </a:lnTo>
                <a:lnTo>
                  <a:pt x="798" y="645"/>
                </a:lnTo>
                <a:lnTo>
                  <a:pt x="808" y="640"/>
                </a:lnTo>
                <a:lnTo>
                  <a:pt x="819" y="636"/>
                </a:lnTo>
                <a:lnTo>
                  <a:pt x="831" y="632"/>
                </a:lnTo>
                <a:lnTo>
                  <a:pt x="842" y="631"/>
                </a:lnTo>
                <a:lnTo>
                  <a:pt x="853" y="631"/>
                </a:lnTo>
                <a:close/>
                <a:moveTo>
                  <a:pt x="754" y="909"/>
                </a:moveTo>
                <a:lnTo>
                  <a:pt x="754" y="1049"/>
                </a:lnTo>
                <a:lnTo>
                  <a:pt x="756" y="1059"/>
                </a:lnTo>
                <a:lnTo>
                  <a:pt x="757" y="1070"/>
                </a:lnTo>
                <a:lnTo>
                  <a:pt x="759" y="1078"/>
                </a:lnTo>
                <a:lnTo>
                  <a:pt x="762" y="1087"/>
                </a:lnTo>
                <a:lnTo>
                  <a:pt x="767" y="1096"/>
                </a:lnTo>
                <a:lnTo>
                  <a:pt x="772" y="1104"/>
                </a:lnTo>
                <a:lnTo>
                  <a:pt x="777" y="1111"/>
                </a:lnTo>
                <a:lnTo>
                  <a:pt x="784" y="1119"/>
                </a:lnTo>
                <a:lnTo>
                  <a:pt x="791" y="1125"/>
                </a:lnTo>
                <a:lnTo>
                  <a:pt x="799" y="1130"/>
                </a:lnTo>
                <a:lnTo>
                  <a:pt x="806" y="1136"/>
                </a:lnTo>
                <a:lnTo>
                  <a:pt x="815" y="1141"/>
                </a:lnTo>
                <a:lnTo>
                  <a:pt x="824" y="1143"/>
                </a:lnTo>
                <a:lnTo>
                  <a:pt x="833" y="1146"/>
                </a:lnTo>
                <a:lnTo>
                  <a:pt x="843" y="1147"/>
                </a:lnTo>
                <a:lnTo>
                  <a:pt x="853" y="1148"/>
                </a:lnTo>
                <a:lnTo>
                  <a:pt x="864" y="1147"/>
                </a:lnTo>
                <a:lnTo>
                  <a:pt x="874" y="1146"/>
                </a:lnTo>
                <a:lnTo>
                  <a:pt x="883" y="1143"/>
                </a:lnTo>
                <a:lnTo>
                  <a:pt x="892" y="1141"/>
                </a:lnTo>
                <a:lnTo>
                  <a:pt x="900" y="1136"/>
                </a:lnTo>
                <a:lnTo>
                  <a:pt x="909" y="1130"/>
                </a:lnTo>
                <a:lnTo>
                  <a:pt x="917" y="1125"/>
                </a:lnTo>
                <a:lnTo>
                  <a:pt x="923" y="1119"/>
                </a:lnTo>
                <a:lnTo>
                  <a:pt x="930" y="1111"/>
                </a:lnTo>
                <a:lnTo>
                  <a:pt x="936" y="1104"/>
                </a:lnTo>
                <a:lnTo>
                  <a:pt x="940" y="1096"/>
                </a:lnTo>
                <a:lnTo>
                  <a:pt x="945" y="1087"/>
                </a:lnTo>
                <a:lnTo>
                  <a:pt x="947" y="1078"/>
                </a:lnTo>
                <a:lnTo>
                  <a:pt x="950" y="1070"/>
                </a:lnTo>
                <a:lnTo>
                  <a:pt x="951" y="1059"/>
                </a:lnTo>
                <a:lnTo>
                  <a:pt x="953" y="1049"/>
                </a:lnTo>
                <a:lnTo>
                  <a:pt x="953" y="909"/>
                </a:lnTo>
                <a:lnTo>
                  <a:pt x="963" y="902"/>
                </a:lnTo>
                <a:lnTo>
                  <a:pt x="973" y="895"/>
                </a:lnTo>
                <a:lnTo>
                  <a:pt x="982" y="887"/>
                </a:lnTo>
                <a:lnTo>
                  <a:pt x="991" y="878"/>
                </a:lnTo>
                <a:lnTo>
                  <a:pt x="998" y="869"/>
                </a:lnTo>
                <a:lnTo>
                  <a:pt x="1006" y="860"/>
                </a:lnTo>
                <a:lnTo>
                  <a:pt x="1012" y="850"/>
                </a:lnTo>
                <a:lnTo>
                  <a:pt x="1019" y="840"/>
                </a:lnTo>
                <a:lnTo>
                  <a:pt x="1025" y="830"/>
                </a:lnTo>
                <a:lnTo>
                  <a:pt x="1030" y="818"/>
                </a:lnTo>
                <a:lnTo>
                  <a:pt x="1034" y="807"/>
                </a:lnTo>
                <a:lnTo>
                  <a:pt x="1038" y="796"/>
                </a:lnTo>
                <a:lnTo>
                  <a:pt x="1040" y="784"/>
                </a:lnTo>
                <a:lnTo>
                  <a:pt x="1041" y="772"/>
                </a:lnTo>
                <a:lnTo>
                  <a:pt x="1043" y="760"/>
                </a:lnTo>
                <a:lnTo>
                  <a:pt x="1044" y="747"/>
                </a:lnTo>
                <a:lnTo>
                  <a:pt x="1043" y="728"/>
                </a:lnTo>
                <a:lnTo>
                  <a:pt x="1040" y="709"/>
                </a:lnTo>
                <a:lnTo>
                  <a:pt x="1035" y="690"/>
                </a:lnTo>
                <a:lnTo>
                  <a:pt x="1029" y="674"/>
                </a:lnTo>
                <a:lnTo>
                  <a:pt x="1021" y="657"/>
                </a:lnTo>
                <a:lnTo>
                  <a:pt x="1011" y="641"/>
                </a:lnTo>
                <a:lnTo>
                  <a:pt x="999" y="627"/>
                </a:lnTo>
                <a:lnTo>
                  <a:pt x="988" y="613"/>
                </a:lnTo>
                <a:lnTo>
                  <a:pt x="974" y="600"/>
                </a:lnTo>
                <a:lnTo>
                  <a:pt x="960" y="590"/>
                </a:lnTo>
                <a:lnTo>
                  <a:pt x="944" y="580"/>
                </a:lnTo>
                <a:lnTo>
                  <a:pt x="927" y="572"/>
                </a:lnTo>
                <a:lnTo>
                  <a:pt x="911" y="566"/>
                </a:lnTo>
                <a:lnTo>
                  <a:pt x="892" y="561"/>
                </a:lnTo>
                <a:lnTo>
                  <a:pt x="872" y="559"/>
                </a:lnTo>
                <a:lnTo>
                  <a:pt x="853" y="557"/>
                </a:lnTo>
                <a:lnTo>
                  <a:pt x="834" y="559"/>
                </a:lnTo>
                <a:lnTo>
                  <a:pt x="815" y="561"/>
                </a:lnTo>
                <a:lnTo>
                  <a:pt x="798" y="566"/>
                </a:lnTo>
                <a:lnTo>
                  <a:pt x="780" y="572"/>
                </a:lnTo>
                <a:lnTo>
                  <a:pt x="763" y="580"/>
                </a:lnTo>
                <a:lnTo>
                  <a:pt x="748" y="590"/>
                </a:lnTo>
                <a:lnTo>
                  <a:pt x="733" y="600"/>
                </a:lnTo>
                <a:lnTo>
                  <a:pt x="719" y="613"/>
                </a:lnTo>
                <a:lnTo>
                  <a:pt x="707" y="627"/>
                </a:lnTo>
                <a:lnTo>
                  <a:pt x="696" y="641"/>
                </a:lnTo>
                <a:lnTo>
                  <a:pt x="687" y="657"/>
                </a:lnTo>
                <a:lnTo>
                  <a:pt x="678" y="674"/>
                </a:lnTo>
                <a:lnTo>
                  <a:pt x="672" y="690"/>
                </a:lnTo>
                <a:lnTo>
                  <a:pt x="668" y="709"/>
                </a:lnTo>
                <a:lnTo>
                  <a:pt x="664" y="728"/>
                </a:lnTo>
                <a:lnTo>
                  <a:pt x="664" y="747"/>
                </a:lnTo>
                <a:lnTo>
                  <a:pt x="664" y="760"/>
                </a:lnTo>
                <a:lnTo>
                  <a:pt x="665" y="772"/>
                </a:lnTo>
                <a:lnTo>
                  <a:pt x="667" y="784"/>
                </a:lnTo>
                <a:lnTo>
                  <a:pt x="671" y="796"/>
                </a:lnTo>
                <a:lnTo>
                  <a:pt x="673" y="807"/>
                </a:lnTo>
                <a:lnTo>
                  <a:pt x="678" y="818"/>
                </a:lnTo>
                <a:lnTo>
                  <a:pt x="682" y="830"/>
                </a:lnTo>
                <a:lnTo>
                  <a:pt x="688" y="840"/>
                </a:lnTo>
                <a:lnTo>
                  <a:pt x="695" y="850"/>
                </a:lnTo>
                <a:lnTo>
                  <a:pt x="701" y="860"/>
                </a:lnTo>
                <a:lnTo>
                  <a:pt x="709" y="869"/>
                </a:lnTo>
                <a:lnTo>
                  <a:pt x="716" y="878"/>
                </a:lnTo>
                <a:lnTo>
                  <a:pt x="725" y="887"/>
                </a:lnTo>
                <a:lnTo>
                  <a:pt x="735" y="895"/>
                </a:lnTo>
                <a:lnTo>
                  <a:pt x="744" y="902"/>
                </a:lnTo>
                <a:lnTo>
                  <a:pt x="754" y="909"/>
                </a:lnTo>
                <a:close/>
              </a:path>
            </a:pathLst>
          </a:custGeom>
          <a:solidFill>
            <a:schemeClr val="lt1"/>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pic>
        <p:nvPicPr>
          <p:cNvPr id="68" name="Graphic 67">
            <a:extLst>
              <a:ext uri="{FF2B5EF4-FFF2-40B4-BE49-F238E27FC236}">
                <a16:creationId xmlns:a16="http://schemas.microsoft.com/office/drawing/2014/main" id="{05F2AB57-B104-2890-70EF-0D5A6FFB30A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11067" y="1828012"/>
            <a:ext cx="1152000" cy="1152000"/>
          </a:xfrm>
          <a:prstGeom prst="rect">
            <a:avLst/>
          </a:prstGeom>
        </p:spPr>
      </p:pic>
      <p:pic>
        <p:nvPicPr>
          <p:cNvPr id="69" name="Graphic 68">
            <a:extLst>
              <a:ext uri="{FF2B5EF4-FFF2-40B4-BE49-F238E27FC236}">
                <a16:creationId xmlns:a16="http://schemas.microsoft.com/office/drawing/2014/main" id="{520D61EB-E3D4-F71D-FFBC-DB8DF8320A6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713734" y="1828012"/>
            <a:ext cx="1152000" cy="1152000"/>
          </a:xfrm>
          <a:prstGeom prst="rect">
            <a:avLst/>
          </a:prstGeom>
        </p:spPr>
      </p:pic>
      <p:pic>
        <p:nvPicPr>
          <p:cNvPr id="70" name="Graphic 69">
            <a:extLst>
              <a:ext uri="{FF2B5EF4-FFF2-40B4-BE49-F238E27FC236}">
                <a16:creationId xmlns:a16="http://schemas.microsoft.com/office/drawing/2014/main" id="{D57940BD-7510-FC59-195D-7DC3E0F5667B}"/>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025132" y="1828012"/>
            <a:ext cx="1116000" cy="1116000"/>
          </a:xfrm>
          <a:prstGeom prst="rect">
            <a:avLst/>
          </a:prstGeom>
        </p:spPr>
      </p:pic>
      <p:pic>
        <p:nvPicPr>
          <p:cNvPr id="71" name="Graphic 70">
            <a:extLst>
              <a:ext uri="{FF2B5EF4-FFF2-40B4-BE49-F238E27FC236}">
                <a16:creationId xmlns:a16="http://schemas.microsoft.com/office/drawing/2014/main" id="{DEF84B81-C985-424A-6D47-3B1E9FEFA23E}"/>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7336531" y="1828012"/>
            <a:ext cx="1152000" cy="1152000"/>
          </a:xfrm>
          <a:prstGeom prst="rect">
            <a:avLst/>
          </a:prstGeom>
        </p:spPr>
      </p:pic>
      <p:pic>
        <p:nvPicPr>
          <p:cNvPr id="72" name="Graphic 71">
            <a:extLst>
              <a:ext uri="{FF2B5EF4-FFF2-40B4-BE49-F238E27FC236}">
                <a16:creationId xmlns:a16="http://schemas.microsoft.com/office/drawing/2014/main" id="{95725C4D-8678-E889-DB89-CB89612CD7B3}"/>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9647929" y="1828012"/>
            <a:ext cx="1152000" cy="1152000"/>
          </a:xfrm>
          <a:prstGeom prst="rect">
            <a:avLst/>
          </a:prstGeom>
        </p:spPr>
      </p:pic>
    </p:spTree>
    <p:extLst>
      <p:ext uri="{BB962C8B-B14F-4D97-AF65-F5344CB8AC3E}">
        <p14:creationId xmlns:p14="http://schemas.microsoft.com/office/powerpoint/2010/main" val="16523354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CA7219-4DC5-C6D3-DAB3-B0BFD4620C55}"/>
              </a:ext>
            </a:extLst>
          </p:cNvPr>
          <p:cNvSpPr>
            <a:spLocks noGrp="1"/>
          </p:cNvSpPr>
          <p:nvPr>
            <p:ph type="title"/>
          </p:nvPr>
        </p:nvSpPr>
        <p:spPr/>
        <p:txBody>
          <a:bodyPr/>
          <a:lstStyle/>
          <a:p>
            <a:r>
              <a:rPr lang="en-GB" dirty="0"/>
              <a:t>Policies and procedures</a:t>
            </a:r>
            <a:endParaRPr lang="ru-RU" dirty="0"/>
          </a:p>
        </p:txBody>
      </p:sp>
      <p:sp>
        <p:nvSpPr>
          <p:cNvPr id="4" name="Footer Placeholder 3">
            <a:extLst>
              <a:ext uri="{FF2B5EF4-FFF2-40B4-BE49-F238E27FC236}">
                <a16:creationId xmlns:a16="http://schemas.microsoft.com/office/drawing/2014/main" id="{7BD779CC-D551-4E68-ED6C-0DE61F49CE7B}"/>
              </a:ext>
            </a:extLst>
          </p:cNvPr>
          <p:cNvSpPr>
            <a:spLocks noGrp="1"/>
          </p:cNvSpPr>
          <p:nvPr>
            <p:ph type="ftr" sz="quarter" idx="3"/>
          </p:nvPr>
        </p:nvSpPr>
        <p:spPr/>
        <p:txBody>
          <a:bodyPr/>
          <a:lstStyle/>
          <a:p>
            <a:r>
              <a:rPr lang="en-US"/>
              <a:t>PwC Risk Management</a:t>
            </a:r>
          </a:p>
        </p:txBody>
      </p:sp>
      <p:sp>
        <p:nvSpPr>
          <p:cNvPr id="5" name="Slide Number Placeholder 4">
            <a:extLst>
              <a:ext uri="{FF2B5EF4-FFF2-40B4-BE49-F238E27FC236}">
                <a16:creationId xmlns:a16="http://schemas.microsoft.com/office/drawing/2014/main" id="{A93D9BF5-62D3-6939-D96B-B53DFD7891B2}"/>
              </a:ext>
            </a:extLst>
          </p:cNvPr>
          <p:cNvSpPr>
            <a:spLocks noGrp="1"/>
          </p:cNvSpPr>
          <p:nvPr>
            <p:ph type="sldNum" sz="quarter" idx="4"/>
          </p:nvPr>
        </p:nvSpPr>
        <p:spPr/>
        <p:txBody>
          <a:bodyPr/>
          <a:lstStyle/>
          <a:p>
            <a:fld id="{3E6AC032-1535-134B-A583-D5E1DDD0D167}" type="slidenum">
              <a:rPr lang="en-US" smtClean="0"/>
              <a:pPr/>
              <a:t>8</a:t>
            </a:fld>
            <a:endParaRPr lang="en-US"/>
          </a:p>
        </p:txBody>
      </p:sp>
      <p:pic>
        <p:nvPicPr>
          <p:cNvPr id="6" name="Google Shape;932;p150">
            <a:extLst>
              <a:ext uri="{FF2B5EF4-FFF2-40B4-BE49-F238E27FC236}">
                <a16:creationId xmlns:a16="http://schemas.microsoft.com/office/drawing/2014/main" id="{247D6723-AE0F-5484-3F9B-B3A6C604A6A7}"/>
              </a:ext>
            </a:extLst>
          </p:cNvPr>
          <p:cNvPicPr preferRelativeResize="0"/>
          <p:nvPr/>
        </p:nvPicPr>
        <p:blipFill>
          <a:blip r:embed="rId3">
            <a:alphaModFix/>
          </a:blip>
          <a:stretch>
            <a:fillRect/>
          </a:stretch>
        </p:blipFill>
        <p:spPr>
          <a:xfrm>
            <a:off x="376738" y="1328288"/>
            <a:ext cx="11434362" cy="4697128"/>
          </a:xfrm>
          <a:prstGeom prst="rect">
            <a:avLst/>
          </a:prstGeom>
          <a:noFill/>
          <a:ln>
            <a:noFill/>
          </a:ln>
        </p:spPr>
      </p:pic>
    </p:spTree>
    <p:extLst>
      <p:ext uri="{BB962C8B-B14F-4D97-AF65-F5344CB8AC3E}">
        <p14:creationId xmlns:p14="http://schemas.microsoft.com/office/powerpoint/2010/main" val="38472660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Placeholder 6">
            <a:extLst>
              <a:ext uri="{FF2B5EF4-FFF2-40B4-BE49-F238E27FC236}">
                <a16:creationId xmlns:a16="http://schemas.microsoft.com/office/drawing/2014/main" id="{EB445266-3244-398F-C47A-4A9D7AF1F9D2}"/>
              </a:ext>
            </a:extLst>
          </p:cNvPr>
          <p:cNvPicPr>
            <a:picLocks noChangeAspect="1"/>
          </p:cNvPicPr>
          <p:nvPr/>
        </p:nvPicPr>
        <p:blipFill>
          <a:blip r:embed="rId3">
            <a:extLst>
              <a:ext uri="{28A0092B-C50C-407E-A947-70E740481C1C}">
                <a14:useLocalDpi xmlns:a14="http://schemas.microsoft.com/office/drawing/2010/main" val="0"/>
              </a:ext>
            </a:extLst>
          </a:blip>
          <a:srcRect l="31679" t="23199" r="1220" b="23171"/>
          <a:stretch>
            <a:fillRect/>
          </a:stretch>
        </p:blipFill>
        <p:spPr>
          <a:xfrm>
            <a:off x="5202238" y="1838425"/>
            <a:ext cx="6599237" cy="2967039"/>
          </a:xfrm>
          <a:custGeom>
            <a:avLst/>
            <a:gdLst>
              <a:gd name="connsiteX0" fmla="*/ 2369 w 6614837"/>
              <a:gd name="connsiteY0" fmla="*/ 0 h 5532376"/>
              <a:gd name="connsiteX1" fmla="*/ 6614837 w 6614837"/>
              <a:gd name="connsiteY1" fmla="*/ 0 h 5532376"/>
              <a:gd name="connsiteX2" fmla="*/ 6611213 w 6614837"/>
              <a:gd name="connsiteY2" fmla="*/ 5172420 h 5532376"/>
              <a:gd name="connsiteX3" fmla="*/ 3320084 w 6614837"/>
              <a:gd name="connsiteY3" fmla="*/ 5169011 h 5532376"/>
              <a:gd name="connsiteX4" fmla="*/ 3075776 w 6614837"/>
              <a:gd name="connsiteY4" fmla="*/ 5532376 h 5532376"/>
              <a:gd name="connsiteX5" fmla="*/ 0 w 6614837"/>
              <a:gd name="connsiteY5" fmla="*/ 5529739 h 5532376"/>
              <a:gd name="connsiteX6" fmla="*/ 2078 w 6614837"/>
              <a:gd name="connsiteY6" fmla="*/ 2748475 h 55323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614837" h="5532376">
                <a:moveTo>
                  <a:pt x="2369" y="0"/>
                </a:moveTo>
                <a:lnTo>
                  <a:pt x="6614837" y="0"/>
                </a:lnTo>
                <a:lnTo>
                  <a:pt x="6611213" y="5172420"/>
                </a:lnTo>
                <a:lnTo>
                  <a:pt x="3320084" y="5169011"/>
                </a:lnTo>
                <a:lnTo>
                  <a:pt x="3075776" y="5532376"/>
                </a:lnTo>
                <a:lnTo>
                  <a:pt x="0" y="5529739"/>
                </a:lnTo>
                <a:cubicBezTo>
                  <a:pt x="1583" y="4608703"/>
                  <a:pt x="1979" y="3679928"/>
                  <a:pt x="2078" y="2748475"/>
                </a:cubicBezTo>
                <a:close/>
              </a:path>
            </a:pathLst>
          </a:custGeom>
        </p:spPr>
      </p:pic>
      <p:sp>
        <p:nvSpPr>
          <p:cNvPr id="2" name="Title 1">
            <a:extLst>
              <a:ext uri="{FF2B5EF4-FFF2-40B4-BE49-F238E27FC236}">
                <a16:creationId xmlns:a16="http://schemas.microsoft.com/office/drawing/2014/main" id="{8D033338-5396-1C4D-BBD2-702252129AFC}"/>
              </a:ext>
            </a:extLst>
          </p:cNvPr>
          <p:cNvSpPr>
            <a:spLocks noGrp="1"/>
          </p:cNvSpPr>
          <p:nvPr>
            <p:ph type="title"/>
          </p:nvPr>
        </p:nvSpPr>
        <p:spPr>
          <a:xfrm>
            <a:off x="402337" y="402336"/>
            <a:ext cx="3836290" cy="515239"/>
          </a:xfrm>
        </p:spPr>
        <p:txBody>
          <a:bodyPr/>
          <a:lstStyle/>
          <a:p>
            <a:r>
              <a:rPr lang="en-GB" dirty="0"/>
              <a:t>Network Standards</a:t>
            </a:r>
            <a:endParaRPr lang="ru-RU" dirty="0"/>
          </a:p>
        </p:txBody>
      </p:sp>
      <p:sp>
        <p:nvSpPr>
          <p:cNvPr id="4" name="Footer Placeholder 3">
            <a:extLst>
              <a:ext uri="{FF2B5EF4-FFF2-40B4-BE49-F238E27FC236}">
                <a16:creationId xmlns:a16="http://schemas.microsoft.com/office/drawing/2014/main" id="{D86F280C-D67F-E798-DC9B-BB6F7DE95B31}"/>
              </a:ext>
            </a:extLst>
          </p:cNvPr>
          <p:cNvSpPr>
            <a:spLocks noGrp="1"/>
          </p:cNvSpPr>
          <p:nvPr>
            <p:ph type="ftr" sz="quarter" idx="3"/>
          </p:nvPr>
        </p:nvSpPr>
        <p:spPr/>
        <p:txBody>
          <a:bodyPr/>
          <a:lstStyle/>
          <a:p>
            <a:r>
              <a:rPr lang="en-US"/>
              <a:t>PwC Risk Management</a:t>
            </a:r>
          </a:p>
        </p:txBody>
      </p:sp>
      <p:sp>
        <p:nvSpPr>
          <p:cNvPr id="5" name="Slide Number Placeholder 4">
            <a:extLst>
              <a:ext uri="{FF2B5EF4-FFF2-40B4-BE49-F238E27FC236}">
                <a16:creationId xmlns:a16="http://schemas.microsoft.com/office/drawing/2014/main" id="{02F0355B-9EE1-9268-ED91-358CB5A8DC48}"/>
              </a:ext>
            </a:extLst>
          </p:cNvPr>
          <p:cNvSpPr>
            <a:spLocks noGrp="1"/>
          </p:cNvSpPr>
          <p:nvPr>
            <p:ph type="sldNum" sz="quarter" idx="4"/>
          </p:nvPr>
        </p:nvSpPr>
        <p:spPr/>
        <p:txBody>
          <a:bodyPr/>
          <a:lstStyle/>
          <a:p>
            <a:fld id="{3E6AC032-1535-134B-A583-D5E1DDD0D167}" type="slidenum">
              <a:rPr lang="en-US" smtClean="0"/>
              <a:pPr/>
              <a:t>9</a:t>
            </a:fld>
            <a:endParaRPr lang="en-US"/>
          </a:p>
        </p:txBody>
      </p:sp>
      <p:sp>
        <p:nvSpPr>
          <p:cNvPr id="6" name="Google Shape;940;p151">
            <a:extLst>
              <a:ext uri="{FF2B5EF4-FFF2-40B4-BE49-F238E27FC236}">
                <a16:creationId xmlns:a16="http://schemas.microsoft.com/office/drawing/2014/main" id="{006B960D-543A-7E9E-74E1-8191DF9FA10E}"/>
              </a:ext>
            </a:extLst>
          </p:cNvPr>
          <p:cNvSpPr txBox="1"/>
          <p:nvPr/>
        </p:nvSpPr>
        <p:spPr>
          <a:xfrm>
            <a:off x="402336" y="1838588"/>
            <a:ext cx="3836290" cy="2614050"/>
          </a:xfrm>
          <a:prstGeom prst="rect">
            <a:avLst/>
          </a:prstGeom>
          <a:noFill/>
          <a:ln>
            <a:noFill/>
          </a:ln>
        </p:spPr>
        <p:txBody>
          <a:bodyPr spcFirstLastPara="1" wrap="square" lIns="0" tIns="0" rIns="0" bIns="0" anchor="t" anchorCtr="0">
            <a:noAutofit/>
          </a:bodyPr>
          <a:lstStyle/>
          <a:p>
            <a:pPr marL="285750" marR="0" lvl="0" indent="-285750" algn="l" rtl="0">
              <a:lnSpc>
                <a:spcPct val="150000"/>
              </a:lnSpc>
              <a:spcBef>
                <a:spcPts val="0"/>
              </a:spcBef>
              <a:spcAft>
                <a:spcPts val="0"/>
              </a:spcAft>
              <a:buClr>
                <a:schemeClr val="dk1"/>
              </a:buClr>
              <a:buSzPts val="1400"/>
              <a:buFont typeface="Arial" panose="020B0604020202020204" pitchFamily="34" charset="0"/>
              <a:buChar char="•"/>
            </a:pPr>
            <a:r>
              <a:rPr lang="pl-PL" sz="1600" b="0" i="0" u="none" strike="noStrike" cap="none" dirty="0">
                <a:solidFill>
                  <a:schemeClr val="dk1"/>
                </a:solidFill>
                <a:latin typeface="+mj-lt"/>
                <a:ea typeface="Arial"/>
                <a:cs typeface="Arial"/>
                <a:sym typeface="Arial"/>
              </a:rPr>
              <a:t>Assurance/ Advisory/ Tax</a:t>
            </a:r>
            <a:endParaRPr sz="1600" b="0" i="0" u="none" strike="noStrike" cap="none" dirty="0">
              <a:solidFill>
                <a:schemeClr val="dk1"/>
              </a:solidFill>
              <a:latin typeface="+mj-lt"/>
              <a:ea typeface="Arial"/>
              <a:cs typeface="Arial"/>
              <a:sym typeface="Arial"/>
            </a:endParaRPr>
          </a:p>
          <a:p>
            <a:pPr marL="285750" marR="0" lvl="0" indent="-285750" algn="l" rtl="0">
              <a:lnSpc>
                <a:spcPct val="150000"/>
              </a:lnSpc>
              <a:spcBef>
                <a:spcPts val="0"/>
              </a:spcBef>
              <a:spcAft>
                <a:spcPts val="0"/>
              </a:spcAft>
              <a:buClr>
                <a:schemeClr val="dk1"/>
              </a:buClr>
              <a:buSzPts val="1400"/>
              <a:buFont typeface="Arial" panose="020B0604020202020204" pitchFamily="34" charset="0"/>
              <a:buChar char="•"/>
            </a:pPr>
            <a:r>
              <a:rPr lang="pl-PL" sz="1600" b="0" i="0" u="none" strike="noStrike" cap="none" dirty="0">
                <a:solidFill>
                  <a:schemeClr val="dk1"/>
                </a:solidFill>
                <a:latin typeface="+mj-lt"/>
                <a:ea typeface="Arial"/>
                <a:cs typeface="Arial"/>
                <a:sym typeface="Arial"/>
              </a:rPr>
              <a:t>Independence</a:t>
            </a:r>
            <a:endParaRPr sz="1600" b="0" i="0" u="none" strike="noStrike" cap="none" dirty="0">
              <a:solidFill>
                <a:schemeClr val="dk1"/>
              </a:solidFill>
              <a:latin typeface="+mj-lt"/>
              <a:ea typeface="Arial"/>
              <a:cs typeface="Arial"/>
              <a:sym typeface="Arial"/>
            </a:endParaRPr>
          </a:p>
          <a:p>
            <a:pPr marL="285750" marR="0" lvl="0" indent="-285750" algn="l" rtl="0">
              <a:lnSpc>
                <a:spcPct val="150000"/>
              </a:lnSpc>
              <a:spcBef>
                <a:spcPts val="0"/>
              </a:spcBef>
              <a:spcAft>
                <a:spcPts val="0"/>
              </a:spcAft>
              <a:buClr>
                <a:schemeClr val="dk1"/>
              </a:buClr>
              <a:buSzPts val="1400"/>
              <a:buFont typeface="Arial" panose="020B0604020202020204" pitchFamily="34" charset="0"/>
              <a:buChar char="•"/>
            </a:pPr>
            <a:r>
              <a:rPr lang="pl-PL" sz="1600" b="0" i="0" u="none" strike="noStrike" cap="none" dirty="0">
                <a:solidFill>
                  <a:schemeClr val="dk1"/>
                </a:solidFill>
                <a:latin typeface="+mj-lt"/>
                <a:ea typeface="Arial"/>
                <a:cs typeface="Arial"/>
                <a:sym typeface="Arial"/>
              </a:rPr>
              <a:t>Ethics &amp; Business Conduct</a:t>
            </a:r>
            <a:endParaRPr sz="1600" b="0" i="0" u="none" strike="noStrike" cap="none" dirty="0">
              <a:solidFill>
                <a:schemeClr val="dk1"/>
              </a:solidFill>
              <a:latin typeface="+mj-lt"/>
              <a:ea typeface="Arial"/>
              <a:cs typeface="Arial"/>
              <a:sym typeface="Arial"/>
            </a:endParaRPr>
          </a:p>
          <a:p>
            <a:pPr marL="285750" marR="0" lvl="0" indent="-285750" algn="l" rtl="0">
              <a:lnSpc>
                <a:spcPct val="150000"/>
              </a:lnSpc>
              <a:spcBef>
                <a:spcPts val="0"/>
              </a:spcBef>
              <a:spcAft>
                <a:spcPts val="0"/>
              </a:spcAft>
              <a:buClr>
                <a:schemeClr val="dk1"/>
              </a:buClr>
              <a:buSzPts val="1400"/>
              <a:buFont typeface="Arial" panose="020B0604020202020204" pitchFamily="34" charset="0"/>
              <a:buChar char="•"/>
            </a:pPr>
            <a:r>
              <a:rPr lang="pl-PL" sz="1600" b="0" i="0" u="none" strike="noStrike" cap="none" dirty="0">
                <a:solidFill>
                  <a:schemeClr val="dk1"/>
                </a:solidFill>
                <a:latin typeface="+mj-lt"/>
                <a:ea typeface="Arial"/>
                <a:cs typeface="Arial"/>
                <a:sym typeface="Arial"/>
              </a:rPr>
              <a:t>Anti-Money Laundering</a:t>
            </a:r>
            <a:endParaRPr sz="1600" b="0" i="0" u="none" strike="noStrike" cap="none" dirty="0">
              <a:solidFill>
                <a:schemeClr val="dk1"/>
              </a:solidFill>
              <a:latin typeface="+mj-lt"/>
              <a:ea typeface="Arial"/>
              <a:cs typeface="Arial"/>
              <a:sym typeface="Arial"/>
            </a:endParaRPr>
          </a:p>
          <a:p>
            <a:pPr marL="285750" marR="0" lvl="0" indent="-285750" algn="l" rtl="0">
              <a:lnSpc>
                <a:spcPct val="150000"/>
              </a:lnSpc>
              <a:spcBef>
                <a:spcPts val="0"/>
              </a:spcBef>
              <a:spcAft>
                <a:spcPts val="0"/>
              </a:spcAft>
              <a:buClr>
                <a:schemeClr val="dk1"/>
              </a:buClr>
              <a:buSzPts val="1400"/>
              <a:buFont typeface="Arial" panose="020B0604020202020204" pitchFamily="34" charset="0"/>
              <a:buChar char="•"/>
            </a:pPr>
            <a:r>
              <a:rPr lang="pl-PL" sz="1600" b="0" i="0" u="none" strike="noStrike" cap="none" dirty="0">
                <a:solidFill>
                  <a:schemeClr val="dk1"/>
                </a:solidFill>
                <a:latin typeface="+mj-lt"/>
                <a:ea typeface="Arial"/>
                <a:cs typeface="Arial"/>
                <a:sym typeface="Arial"/>
              </a:rPr>
              <a:t>Anti-Trust &amp; Anti-Competition</a:t>
            </a:r>
            <a:endParaRPr sz="1600" b="0" i="0" u="none" strike="noStrike" cap="none" dirty="0">
              <a:solidFill>
                <a:schemeClr val="dk1"/>
              </a:solidFill>
              <a:latin typeface="+mj-lt"/>
              <a:ea typeface="Arial"/>
              <a:cs typeface="Arial"/>
              <a:sym typeface="Arial"/>
            </a:endParaRPr>
          </a:p>
          <a:p>
            <a:pPr marL="285750" marR="0" lvl="0" indent="-285750" algn="l" rtl="0">
              <a:lnSpc>
                <a:spcPct val="150000"/>
              </a:lnSpc>
              <a:spcBef>
                <a:spcPts val="0"/>
              </a:spcBef>
              <a:spcAft>
                <a:spcPts val="0"/>
              </a:spcAft>
              <a:buClr>
                <a:schemeClr val="dk1"/>
              </a:buClr>
              <a:buSzPts val="1400"/>
              <a:buFont typeface="Arial" panose="020B0604020202020204" pitchFamily="34" charset="0"/>
              <a:buChar char="•"/>
            </a:pPr>
            <a:r>
              <a:rPr lang="pl-PL" sz="1600" b="0" i="0" u="none" strike="noStrike" cap="none" dirty="0">
                <a:solidFill>
                  <a:schemeClr val="dk1"/>
                </a:solidFill>
                <a:latin typeface="+mj-lt"/>
                <a:ea typeface="Arial"/>
                <a:cs typeface="Arial"/>
                <a:sym typeface="Arial"/>
              </a:rPr>
              <a:t>Anti-Bribery</a:t>
            </a:r>
            <a:endParaRPr sz="1600" b="0" i="0" u="none" strike="noStrike" cap="none" dirty="0">
              <a:solidFill>
                <a:schemeClr val="dk1"/>
              </a:solidFill>
              <a:latin typeface="+mj-lt"/>
              <a:ea typeface="Arial"/>
              <a:cs typeface="Arial"/>
              <a:sym typeface="Arial"/>
            </a:endParaRPr>
          </a:p>
          <a:p>
            <a:pPr marL="285750" marR="0" lvl="0" indent="-285750" algn="l" rtl="0">
              <a:lnSpc>
                <a:spcPct val="150000"/>
              </a:lnSpc>
              <a:spcBef>
                <a:spcPts val="0"/>
              </a:spcBef>
              <a:spcAft>
                <a:spcPts val="0"/>
              </a:spcAft>
              <a:buClr>
                <a:schemeClr val="dk1"/>
              </a:buClr>
              <a:buSzPts val="1400"/>
              <a:buFont typeface="Arial" panose="020B0604020202020204" pitchFamily="34" charset="0"/>
              <a:buChar char="•"/>
            </a:pPr>
            <a:r>
              <a:rPr lang="pl-PL" sz="1600" b="0" i="0" u="none" strike="noStrike" cap="none" dirty="0">
                <a:solidFill>
                  <a:schemeClr val="dk1"/>
                </a:solidFill>
                <a:latin typeface="+mj-lt"/>
                <a:ea typeface="Arial"/>
                <a:cs typeface="Arial"/>
                <a:sym typeface="Arial"/>
              </a:rPr>
              <a:t>Information Protection, etc.</a:t>
            </a:r>
            <a:endParaRPr sz="1600" b="0" i="0" u="none" strike="noStrike" cap="none" dirty="0">
              <a:solidFill>
                <a:schemeClr val="dk1"/>
              </a:solidFill>
              <a:latin typeface="+mj-lt"/>
              <a:ea typeface="Arial"/>
              <a:cs typeface="Arial"/>
              <a:sym typeface="Arial"/>
            </a:endParaRPr>
          </a:p>
        </p:txBody>
      </p:sp>
      <p:sp>
        <p:nvSpPr>
          <p:cNvPr id="7" name="Google Shape;942;p151">
            <a:extLst>
              <a:ext uri="{FF2B5EF4-FFF2-40B4-BE49-F238E27FC236}">
                <a16:creationId xmlns:a16="http://schemas.microsoft.com/office/drawing/2014/main" id="{1A4FEAB7-ECAA-1FD8-5D5B-E15076459120}"/>
              </a:ext>
            </a:extLst>
          </p:cNvPr>
          <p:cNvSpPr txBox="1"/>
          <p:nvPr/>
        </p:nvSpPr>
        <p:spPr>
          <a:xfrm>
            <a:off x="5211763" y="1317625"/>
            <a:ext cx="6535737" cy="5208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2200"/>
              <a:buFont typeface="Arial"/>
              <a:buNone/>
            </a:pPr>
            <a:r>
              <a:rPr lang="pl-PL" sz="2200" b="1" i="0" u="none" strike="noStrike" cap="none" dirty="0">
                <a:latin typeface="Arial"/>
                <a:ea typeface="Arial"/>
                <a:cs typeface="Arial"/>
                <a:sym typeface="Arial"/>
              </a:rPr>
              <a:t>ACC, Annual Compliance Confirmation</a:t>
            </a:r>
            <a:endParaRPr sz="2200" b="1" i="0" u="none" strike="noStrike" cap="none" dirty="0">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endParaRPr sz="2400" b="0" i="0" u="none" strike="noStrike" cap="none" dirty="0">
              <a:latin typeface="Arial"/>
              <a:ea typeface="Arial"/>
              <a:cs typeface="Arial"/>
              <a:sym typeface="Arial"/>
            </a:endParaRPr>
          </a:p>
        </p:txBody>
      </p:sp>
      <p:sp>
        <p:nvSpPr>
          <p:cNvPr id="8" name="Google Shape;940;p151">
            <a:extLst>
              <a:ext uri="{FF2B5EF4-FFF2-40B4-BE49-F238E27FC236}">
                <a16:creationId xmlns:a16="http://schemas.microsoft.com/office/drawing/2014/main" id="{22AA62FF-FB21-BD74-495E-3A5F2AB20DA7}"/>
              </a:ext>
            </a:extLst>
          </p:cNvPr>
          <p:cNvSpPr txBox="1"/>
          <p:nvPr/>
        </p:nvSpPr>
        <p:spPr>
          <a:xfrm>
            <a:off x="402337" y="4676593"/>
            <a:ext cx="3725163" cy="855958"/>
          </a:xfrm>
          <a:prstGeom prst="rect">
            <a:avLst/>
          </a:prstGeom>
          <a:solidFill>
            <a:srgbClr val="FFF5ED"/>
          </a:solidFill>
          <a:ln>
            <a:noFill/>
          </a:ln>
        </p:spPr>
        <p:txBody>
          <a:bodyPr spcFirstLastPara="1" wrap="square" lIns="180000" tIns="180000" rIns="180000" bIns="180000"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en-US" sz="1600" b="1" i="0" u="none" strike="noStrike" cap="none" dirty="0">
                <a:solidFill>
                  <a:schemeClr val="dk1"/>
                </a:solidFill>
                <a:ea typeface="Arial"/>
                <a:cs typeface="Arial"/>
                <a:sym typeface="Arial"/>
              </a:rPr>
              <a:t>Note: </a:t>
            </a:r>
            <a:r>
              <a:rPr lang="en-US" sz="1600" b="0" i="0" u="none" strike="noStrike" cap="none" dirty="0">
                <a:solidFill>
                  <a:schemeClr val="dk1"/>
                </a:solidFill>
                <a:latin typeface="+mj-lt"/>
                <a:ea typeface="Arial"/>
                <a:cs typeface="Arial"/>
                <a:sym typeface="Arial"/>
              </a:rPr>
              <a:t>Refer to section 00 in </a:t>
            </a:r>
            <a:r>
              <a:rPr lang="en-US" sz="1600" b="0" i="0" u="none" strike="noStrike" cap="none" dirty="0" err="1">
                <a:solidFill>
                  <a:schemeClr val="dk1"/>
                </a:solidFill>
                <a:latin typeface="+mj-lt"/>
                <a:ea typeface="Arial"/>
                <a:cs typeface="Arial"/>
                <a:sym typeface="Arial"/>
              </a:rPr>
              <a:t>Matrisk</a:t>
            </a:r>
            <a:r>
              <a:rPr lang="en-US" sz="1600" b="0" i="0" u="none" strike="noStrike" cap="none" dirty="0">
                <a:solidFill>
                  <a:schemeClr val="dk1"/>
                </a:solidFill>
                <a:latin typeface="+mj-lt"/>
                <a:ea typeface="Arial"/>
                <a:cs typeface="Arial"/>
                <a:sym typeface="Arial"/>
              </a:rPr>
              <a:t> for more information</a:t>
            </a:r>
          </a:p>
        </p:txBody>
      </p:sp>
      <p:sp>
        <p:nvSpPr>
          <p:cNvPr id="13" name="Google Shape;940;p151">
            <a:extLst>
              <a:ext uri="{FF2B5EF4-FFF2-40B4-BE49-F238E27FC236}">
                <a16:creationId xmlns:a16="http://schemas.microsoft.com/office/drawing/2014/main" id="{52687231-52B7-3AA0-18DC-0036E1847725}"/>
              </a:ext>
            </a:extLst>
          </p:cNvPr>
          <p:cNvSpPr txBox="1"/>
          <p:nvPr/>
        </p:nvSpPr>
        <p:spPr>
          <a:xfrm>
            <a:off x="5910588" y="4912880"/>
            <a:ext cx="5891440" cy="625908"/>
          </a:xfrm>
          <a:prstGeom prst="rect">
            <a:avLst/>
          </a:prstGeom>
          <a:solidFill>
            <a:srgbClr val="FFAA72"/>
          </a:solidFill>
          <a:ln>
            <a:noFill/>
          </a:ln>
        </p:spPr>
        <p:txBody>
          <a:bodyPr spcFirstLastPara="1" wrap="square" lIns="180000" tIns="180000" rIns="180000" bIns="180000" anchor="t" anchorCtr="0">
            <a:noAutofit/>
          </a:bodyPr>
          <a:lstStyle/>
          <a:p>
            <a:pPr marL="0" marR="0" lvl="0" indent="0" algn="l" rtl="0">
              <a:lnSpc>
                <a:spcPct val="100000"/>
              </a:lnSpc>
              <a:spcBef>
                <a:spcPts val="0"/>
              </a:spcBef>
              <a:spcAft>
                <a:spcPts val="0"/>
              </a:spcAft>
              <a:buClr>
                <a:srgbClr val="000000"/>
              </a:buClr>
              <a:buSzPts val="1200"/>
              <a:buFont typeface="Arial"/>
              <a:buNone/>
            </a:pPr>
            <a:r>
              <a:rPr lang="en-US" sz="1600" b="0" i="0" u="none" strike="noStrike" cap="none" dirty="0">
                <a:solidFill>
                  <a:schemeClr val="dk1"/>
                </a:solidFill>
                <a:latin typeface="+mj-lt"/>
                <a:ea typeface="Arial"/>
                <a:cs typeface="Arial"/>
                <a:sym typeface="Arial"/>
              </a:rPr>
              <a:t>All staff confirm adherence to the network standards</a:t>
            </a:r>
          </a:p>
        </p:txBody>
      </p:sp>
      <p:sp>
        <p:nvSpPr>
          <p:cNvPr id="14" name="Google Shape;940;p151">
            <a:extLst>
              <a:ext uri="{FF2B5EF4-FFF2-40B4-BE49-F238E27FC236}">
                <a16:creationId xmlns:a16="http://schemas.microsoft.com/office/drawing/2014/main" id="{4D6A1BBE-BAB2-8261-0E18-B430B0D224FD}"/>
              </a:ext>
            </a:extLst>
          </p:cNvPr>
          <p:cNvSpPr txBox="1"/>
          <p:nvPr/>
        </p:nvSpPr>
        <p:spPr>
          <a:xfrm>
            <a:off x="5199063" y="4912880"/>
            <a:ext cx="634470" cy="625908"/>
          </a:xfrm>
          <a:prstGeom prst="rect">
            <a:avLst/>
          </a:prstGeom>
          <a:solidFill>
            <a:schemeClr val="accent1"/>
          </a:solidFill>
          <a:ln>
            <a:noFill/>
          </a:ln>
        </p:spPr>
        <p:txBody>
          <a:bodyPr spcFirstLastPara="1" wrap="square" lIns="180000" tIns="180000" rIns="180000" bIns="180000" anchor="t" anchorCtr="0">
            <a:noAutofit/>
          </a:bodyPr>
          <a:lstStyle/>
          <a:p>
            <a:pPr marL="0" marR="0" lvl="0" indent="0" algn="l" rtl="0">
              <a:lnSpc>
                <a:spcPct val="100000"/>
              </a:lnSpc>
              <a:spcBef>
                <a:spcPts val="0"/>
              </a:spcBef>
              <a:spcAft>
                <a:spcPts val="0"/>
              </a:spcAft>
              <a:buClr>
                <a:srgbClr val="000000"/>
              </a:buClr>
              <a:buSzPts val="1200"/>
              <a:buFont typeface="Arial"/>
              <a:buNone/>
            </a:pPr>
            <a:endParaRPr lang="en-US" sz="1600" b="0" i="0" u="none" strike="noStrike" cap="none" dirty="0">
              <a:solidFill>
                <a:schemeClr val="dk1"/>
              </a:solidFill>
              <a:latin typeface="+mj-lt"/>
              <a:ea typeface="Arial"/>
              <a:cs typeface="Arial"/>
              <a:sym typeface="Arial"/>
            </a:endParaRPr>
          </a:p>
        </p:txBody>
      </p:sp>
      <p:sp>
        <p:nvSpPr>
          <p:cNvPr id="15" name="Isosceles Triangle 14">
            <a:extLst>
              <a:ext uri="{FF2B5EF4-FFF2-40B4-BE49-F238E27FC236}">
                <a16:creationId xmlns:a16="http://schemas.microsoft.com/office/drawing/2014/main" id="{FDBEE40B-49AF-0F85-9AD1-92EDA0954E1A}"/>
              </a:ext>
            </a:extLst>
          </p:cNvPr>
          <p:cNvSpPr/>
          <p:nvPr/>
        </p:nvSpPr>
        <p:spPr>
          <a:xfrm rot="5400000">
            <a:off x="5346912" y="5079811"/>
            <a:ext cx="338773" cy="292046"/>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Tree>
    <p:extLst>
      <p:ext uri="{BB962C8B-B14F-4D97-AF65-F5344CB8AC3E}">
        <p14:creationId xmlns:p14="http://schemas.microsoft.com/office/powerpoint/2010/main" val="291727547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62B5B5-DD59-817C-C923-FF5AD6FF0A6B}"/>
              </a:ext>
            </a:extLst>
          </p:cNvPr>
          <p:cNvSpPr>
            <a:spLocks noGrp="1"/>
          </p:cNvSpPr>
          <p:nvPr>
            <p:ph type="title"/>
          </p:nvPr>
        </p:nvSpPr>
        <p:spPr>
          <a:xfrm>
            <a:off x="402336" y="402336"/>
            <a:ext cx="11399691" cy="515239"/>
          </a:xfrm>
        </p:spPr>
        <p:txBody>
          <a:bodyPr/>
          <a:lstStyle/>
          <a:p>
            <a:r>
              <a:rPr lang="en-GB" dirty="0"/>
              <a:t>PwC Network</a:t>
            </a:r>
            <a:endParaRPr lang="ru-RU" dirty="0"/>
          </a:p>
        </p:txBody>
      </p:sp>
      <p:sp>
        <p:nvSpPr>
          <p:cNvPr id="4" name="Footer Placeholder 3">
            <a:extLst>
              <a:ext uri="{FF2B5EF4-FFF2-40B4-BE49-F238E27FC236}">
                <a16:creationId xmlns:a16="http://schemas.microsoft.com/office/drawing/2014/main" id="{2B4D383B-85AE-5ABD-ACA6-9440E5F3DE2C}"/>
              </a:ext>
            </a:extLst>
          </p:cNvPr>
          <p:cNvSpPr>
            <a:spLocks noGrp="1"/>
          </p:cNvSpPr>
          <p:nvPr>
            <p:ph type="ftr" sz="quarter" idx="3"/>
          </p:nvPr>
        </p:nvSpPr>
        <p:spPr/>
        <p:txBody>
          <a:bodyPr/>
          <a:lstStyle/>
          <a:p>
            <a:r>
              <a:rPr lang="en-US"/>
              <a:t>PwC Risk Management</a:t>
            </a:r>
          </a:p>
        </p:txBody>
      </p:sp>
      <p:sp>
        <p:nvSpPr>
          <p:cNvPr id="5" name="Slide Number Placeholder 4">
            <a:extLst>
              <a:ext uri="{FF2B5EF4-FFF2-40B4-BE49-F238E27FC236}">
                <a16:creationId xmlns:a16="http://schemas.microsoft.com/office/drawing/2014/main" id="{025983A9-9A37-8FED-3F31-D63CDBC40786}"/>
              </a:ext>
            </a:extLst>
          </p:cNvPr>
          <p:cNvSpPr>
            <a:spLocks noGrp="1"/>
          </p:cNvSpPr>
          <p:nvPr>
            <p:ph type="sldNum" sz="quarter" idx="4"/>
          </p:nvPr>
        </p:nvSpPr>
        <p:spPr/>
        <p:txBody>
          <a:bodyPr/>
          <a:lstStyle/>
          <a:p>
            <a:fld id="{3E6AC032-1535-134B-A583-D5E1DDD0D167}" type="slidenum">
              <a:rPr lang="en-US" smtClean="0"/>
              <a:pPr/>
              <a:t>10</a:t>
            </a:fld>
            <a:endParaRPr lang="en-US"/>
          </a:p>
        </p:txBody>
      </p:sp>
      <p:sp>
        <p:nvSpPr>
          <p:cNvPr id="6" name="Google Shape;952;p152">
            <a:extLst>
              <a:ext uri="{FF2B5EF4-FFF2-40B4-BE49-F238E27FC236}">
                <a16:creationId xmlns:a16="http://schemas.microsoft.com/office/drawing/2014/main" id="{0383EA06-8D44-5FA9-AE5E-0D9C8C1465A4}"/>
              </a:ext>
            </a:extLst>
          </p:cNvPr>
          <p:cNvSpPr txBox="1"/>
          <p:nvPr/>
        </p:nvSpPr>
        <p:spPr>
          <a:xfrm>
            <a:off x="402336" y="1946274"/>
            <a:ext cx="4468048" cy="3478213"/>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00000"/>
              </a:buClr>
              <a:buSzPts val="1800"/>
              <a:buFont typeface="Arial"/>
              <a:buNone/>
            </a:pPr>
            <a:r>
              <a:rPr lang="pl-PL" sz="1800" b="1" i="0" u="none" strike="noStrike" cap="none" dirty="0">
                <a:latin typeface="Arial"/>
                <a:ea typeface="Arial"/>
                <a:cs typeface="Arial"/>
                <a:sym typeface="Arial"/>
              </a:rPr>
              <a:t>PwC is not a global firm. PwC is a global </a:t>
            </a:r>
            <a:r>
              <a:rPr lang="pl-PL" sz="1800" b="1" i="0" u="sng" strike="noStrike" cap="none" dirty="0">
                <a:latin typeface="Arial"/>
                <a:ea typeface="Arial"/>
                <a:cs typeface="Arial"/>
                <a:sym typeface="Arial"/>
              </a:rPr>
              <a:t>organisation</a:t>
            </a:r>
            <a:r>
              <a:rPr lang="pl-PL" sz="1800" b="1" i="0" u="none" strike="noStrike" cap="none" dirty="0">
                <a:latin typeface="Arial"/>
                <a:ea typeface="Arial"/>
                <a:cs typeface="Arial"/>
                <a:sym typeface="Arial"/>
              </a:rPr>
              <a:t>, global </a:t>
            </a:r>
            <a:r>
              <a:rPr lang="pl-PL" sz="1800" b="1" i="0" u="sng" strike="noStrike" cap="none" dirty="0">
                <a:latin typeface="Arial"/>
                <a:ea typeface="Arial"/>
                <a:cs typeface="Arial"/>
                <a:sym typeface="Arial"/>
              </a:rPr>
              <a:t>network</a:t>
            </a:r>
            <a:r>
              <a:rPr lang="pl-PL" sz="1800" b="1" i="0" u="none" strike="noStrike" cap="none" dirty="0">
                <a:latin typeface="Arial"/>
                <a:ea typeface="Arial"/>
                <a:cs typeface="Arial"/>
                <a:sym typeface="Arial"/>
              </a:rPr>
              <a:t> of </a:t>
            </a:r>
            <a:r>
              <a:rPr lang="pl-PL" sz="1800" b="1" i="0" u="sng" strike="noStrike" cap="none" dirty="0">
                <a:latin typeface="Arial"/>
                <a:ea typeface="Arial"/>
                <a:cs typeface="Arial"/>
                <a:sym typeface="Arial"/>
              </a:rPr>
              <a:t>independent</a:t>
            </a:r>
            <a:r>
              <a:rPr lang="pl-PL" sz="1800" b="1" i="0" u="none" strike="noStrike" cap="none" dirty="0">
                <a:latin typeface="Arial"/>
                <a:ea typeface="Arial"/>
                <a:cs typeface="Arial"/>
                <a:sym typeface="Arial"/>
              </a:rPr>
              <a:t> firms</a:t>
            </a:r>
            <a:endParaRPr sz="1800" b="1" i="0" u="none" strike="noStrike" cap="none" dirty="0">
              <a:latin typeface="Arial"/>
              <a:ea typeface="Arial"/>
              <a:cs typeface="Arial"/>
              <a:sym typeface="Arial"/>
            </a:endParaRPr>
          </a:p>
          <a:p>
            <a:pPr marL="0" marR="0" lvl="0" indent="0" algn="l" rtl="0">
              <a:lnSpc>
                <a:spcPct val="115000"/>
              </a:lnSpc>
              <a:spcBef>
                <a:spcPts val="0"/>
              </a:spcBef>
              <a:spcAft>
                <a:spcPts val="0"/>
              </a:spcAft>
              <a:buClr>
                <a:srgbClr val="000000"/>
              </a:buClr>
              <a:buSzPts val="1500"/>
              <a:buFont typeface="Arial"/>
              <a:buNone/>
            </a:pPr>
            <a:endParaRPr sz="1500" b="0" i="0" u="none" strike="noStrike" cap="none" dirty="0">
              <a:solidFill>
                <a:srgbClr val="000000"/>
              </a:solidFill>
              <a:latin typeface="Arial"/>
              <a:ea typeface="Arial"/>
              <a:cs typeface="Arial"/>
              <a:sym typeface="Arial"/>
            </a:endParaRPr>
          </a:p>
          <a:p>
            <a:pPr marL="285750" marR="0" lvl="0" indent="-285750" algn="l" rtl="0">
              <a:lnSpc>
                <a:spcPct val="125000"/>
              </a:lnSpc>
              <a:spcBef>
                <a:spcPts val="0"/>
              </a:spcBef>
              <a:spcAft>
                <a:spcPts val="600"/>
              </a:spcAft>
              <a:buClr>
                <a:srgbClr val="000000"/>
              </a:buClr>
              <a:buSzPts val="1400"/>
              <a:buFont typeface="Arial" panose="020B0604020202020204" pitchFamily="34" charset="0"/>
              <a:buChar char="•"/>
            </a:pPr>
            <a:r>
              <a:rPr lang="pl-PL" sz="1600" b="0" i="0" u="none" strike="noStrike" cap="none" dirty="0">
                <a:solidFill>
                  <a:srgbClr val="000000"/>
                </a:solidFill>
                <a:latin typeface="+mj-lt"/>
                <a:ea typeface="Arial"/>
                <a:cs typeface="Arial"/>
                <a:sym typeface="Arial"/>
              </a:rPr>
              <a:t>License/Name/Methodology/Standards</a:t>
            </a:r>
            <a:endParaRPr sz="1600" b="0" i="0" u="none" strike="noStrike" cap="none" dirty="0">
              <a:solidFill>
                <a:srgbClr val="000000"/>
              </a:solidFill>
              <a:latin typeface="+mj-lt"/>
              <a:ea typeface="Arial"/>
              <a:cs typeface="Arial"/>
              <a:sym typeface="Arial"/>
            </a:endParaRPr>
          </a:p>
          <a:p>
            <a:pPr marL="285750" marR="0" lvl="0" indent="-285750" algn="l" rtl="0">
              <a:lnSpc>
                <a:spcPct val="125000"/>
              </a:lnSpc>
              <a:spcBef>
                <a:spcPts val="0"/>
              </a:spcBef>
              <a:spcAft>
                <a:spcPts val="600"/>
              </a:spcAft>
              <a:buClr>
                <a:srgbClr val="000000"/>
              </a:buClr>
              <a:buSzPts val="1400"/>
              <a:buFont typeface="Arial" panose="020B0604020202020204" pitchFamily="34" charset="0"/>
              <a:buChar char="•"/>
            </a:pPr>
            <a:r>
              <a:rPr lang="pl-PL" sz="1600" b="0" i="0" u="none" strike="noStrike" cap="none" dirty="0">
                <a:solidFill>
                  <a:srgbClr val="000000"/>
                </a:solidFill>
                <a:latin typeface="+mj-lt"/>
                <a:ea typeface="Arial"/>
                <a:cs typeface="Arial"/>
                <a:sym typeface="Arial"/>
              </a:rPr>
              <a:t>Proper, full name of Company in documentation/correspondence (i.e. </a:t>
            </a:r>
            <a:r>
              <a:rPr lang="pl-PL" sz="1600" b="0" i="1" u="none" strike="noStrike" cap="none" dirty="0">
                <a:solidFill>
                  <a:srgbClr val="000000"/>
                </a:solidFill>
                <a:latin typeface="+mj-lt"/>
                <a:ea typeface="Arial"/>
                <a:cs typeface="Arial"/>
                <a:sym typeface="Arial"/>
              </a:rPr>
              <a:t>PricewaterhouseCoopers Sp. z o.o., PwC Polska Sp. z o.o</a:t>
            </a:r>
            <a:r>
              <a:rPr lang="pl-PL" sz="1600" b="0" i="0" u="none" strike="noStrike" cap="none" dirty="0">
                <a:solidFill>
                  <a:srgbClr val="000000"/>
                </a:solidFill>
                <a:latin typeface="+mj-lt"/>
                <a:ea typeface="Arial"/>
                <a:cs typeface="Arial"/>
                <a:sym typeface="Arial"/>
              </a:rPr>
              <a:t>.)</a:t>
            </a:r>
            <a:endParaRPr sz="1600" b="0" i="0" u="none" strike="noStrike" cap="none" dirty="0">
              <a:solidFill>
                <a:srgbClr val="000000"/>
              </a:solidFill>
              <a:latin typeface="+mj-lt"/>
              <a:ea typeface="Arial"/>
              <a:cs typeface="Arial"/>
              <a:sym typeface="Arial"/>
            </a:endParaRPr>
          </a:p>
          <a:p>
            <a:pPr marL="285750" marR="0" lvl="0" indent="-285750" algn="l" rtl="0">
              <a:lnSpc>
                <a:spcPct val="125000"/>
              </a:lnSpc>
              <a:spcBef>
                <a:spcPts val="0"/>
              </a:spcBef>
              <a:spcAft>
                <a:spcPts val="600"/>
              </a:spcAft>
              <a:buClr>
                <a:srgbClr val="000000"/>
              </a:buClr>
              <a:buSzPts val="1400"/>
              <a:buFont typeface="Arial" panose="020B0604020202020204" pitchFamily="34" charset="0"/>
              <a:buChar char="•"/>
            </a:pPr>
            <a:r>
              <a:rPr lang="pl-PL" sz="1600" b="0" i="0" u="none" strike="noStrike" cap="none" dirty="0">
                <a:solidFill>
                  <a:srgbClr val="000000"/>
                </a:solidFill>
                <a:latin typeface="+mj-lt"/>
                <a:ea typeface="Arial"/>
                <a:cs typeface="Arial"/>
                <a:sym typeface="Arial"/>
              </a:rPr>
              <a:t>“London office” vs “PwC UK” </a:t>
            </a:r>
            <a:endParaRPr sz="1600" b="0" i="0" u="none" strike="noStrike" cap="none" dirty="0">
              <a:solidFill>
                <a:srgbClr val="000000"/>
              </a:solidFill>
              <a:latin typeface="+mj-lt"/>
              <a:ea typeface="Arial"/>
              <a:cs typeface="Arial"/>
              <a:sym typeface="Arial"/>
            </a:endParaRPr>
          </a:p>
          <a:p>
            <a:pPr marL="285750" marR="0" lvl="0" indent="-285750" algn="l" rtl="0">
              <a:lnSpc>
                <a:spcPct val="125000"/>
              </a:lnSpc>
              <a:spcBef>
                <a:spcPts val="0"/>
              </a:spcBef>
              <a:spcAft>
                <a:spcPts val="600"/>
              </a:spcAft>
              <a:buClr>
                <a:srgbClr val="000000"/>
              </a:buClr>
              <a:buSzPts val="1400"/>
              <a:buFont typeface="Arial" panose="020B0604020202020204" pitchFamily="34" charset="0"/>
              <a:buChar char="•"/>
            </a:pPr>
            <a:r>
              <a:rPr lang="pl-PL" sz="1600" b="0" i="0" u="none" strike="noStrike" cap="none" dirty="0">
                <a:solidFill>
                  <a:srgbClr val="000000"/>
                </a:solidFill>
                <a:latin typeface="+mj-lt"/>
                <a:ea typeface="Arial"/>
                <a:cs typeface="Arial"/>
                <a:sym typeface="Arial"/>
              </a:rPr>
              <a:t>Business cards/ Mail signature</a:t>
            </a:r>
            <a:endParaRPr sz="1600" b="0" i="0" u="none" strike="noStrike" cap="none" dirty="0">
              <a:solidFill>
                <a:srgbClr val="000000"/>
              </a:solidFill>
              <a:latin typeface="+mj-lt"/>
              <a:ea typeface="Arial"/>
              <a:cs typeface="Arial"/>
              <a:sym typeface="Arial"/>
            </a:endParaRPr>
          </a:p>
          <a:p>
            <a:pPr marL="285750" marR="0" lvl="0" indent="-285750" algn="l" rtl="0">
              <a:lnSpc>
                <a:spcPct val="125000"/>
              </a:lnSpc>
              <a:spcBef>
                <a:spcPts val="0"/>
              </a:spcBef>
              <a:spcAft>
                <a:spcPts val="600"/>
              </a:spcAft>
              <a:buClr>
                <a:srgbClr val="000000"/>
              </a:buClr>
              <a:buSzPts val="1400"/>
              <a:buFont typeface="Arial" panose="020B0604020202020204" pitchFamily="34" charset="0"/>
              <a:buChar char="•"/>
            </a:pPr>
            <a:r>
              <a:rPr lang="pl-PL" sz="1600" b="0" i="0" u="none" strike="noStrike" cap="none" dirty="0">
                <a:solidFill>
                  <a:srgbClr val="000000"/>
                </a:solidFill>
                <a:latin typeface="+mj-lt"/>
                <a:ea typeface="Arial"/>
                <a:cs typeface="Arial"/>
                <a:sym typeface="Arial"/>
              </a:rPr>
              <a:t>Marketing</a:t>
            </a:r>
            <a:endParaRPr sz="1600" b="0" i="0" u="none" strike="noStrike" cap="none" dirty="0">
              <a:solidFill>
                <a:srgbClr val="000000"/>
              </a:solidFill>
              <a:latin typeface="+mj-lt"/>
              <a:ea typeface="Arial"/>
              <a:cs typeface="Arial"/>
              <a:sym typeface="Arial"/>
            </a:endParaRPr>
          </a:p>
          <a:p>
            <a:pPr marL="0" marR="0" lvl="0" indent="0" algn="l" rtl="0">
              <a:lnSpc>
                <a:spcPct val="100000"/>
              </a:lnSpc>
              <a:spcBef>
                <a:spcPts val="0"/>
              </a:spcBef>
              <a:spcAft>
                <a:spcPts val="0"/>
              </a:spcAft>
              <a:buClr>
                <a:srgbClr val="000000"/>
              </a:buClr>
              <a:buSzPts val="1300"/>
              <a:buFont typeface="Arial"/>
              <a:buNone/>
            </a:pPr>
            <a:endParaRPr sz="1300" b="0" i="0" u="none" strike="noStrike" cap="none" dirty="0">
              <a:solidFill>
                <a:srgbClr val="000000"/>
              </a:solidFill>
              <a:latin typeface="Arial"/>
              <a:ea typeface="Arial"/>
              <a:cs typeface="Arial"/>
              <a:sym typeface="Arial"/>
            </a:endParaRPr>
          </a:p>
        </p:txBody>
      </p:sp>
      <p:pic>
        <p:nvPicPr>
          <p:cNvPr id="9" name="Picture 8">
            <a:extLst>
              <a:ext uri="{FF2B5EF4-FFF2-40B4-BE49-F238E27FC236}">
                <a16:creationId xmlns:a16="http://schemas.microsoft.com/office/drawing/2014/main" id="{5EFB6FA6-2FEB-45CA-2211-B6A4D5A9D929}"/>
              </a:ext>
            </a:extLst>
          </p:cNvPr>
          <p:cNvPicPr preferRelativeResize="0"/>
          <p:nvPr/>
        </p:nvPicPr>
        <p:blipFill rotWithShape="1">
          <a:blip r:embed="rId3">
            <a:alphaModFix/>
          </a:blip>
          <a:srcRect l="7912" t="106" r="3244" b="1"/>
          <a:stretch>
            <a:fillRect/>
          </a:stretch>
        </p:blipFill>
        <p:spPr>
          <a:xfrm>
            <a:off x="5199063" y="400051"/>
            <a:ext cx="6609145" cy="5560915"/>
          </a:xfrm>
          <a:custGeom>
            <a:avLst/>
            <a:gdLst>
              <a:gd name="csX0" fmla="*/ 0 w 6609145"/>
              <a:gd name="csY0" fmla="*/ 0 h 5560915"/>
              <a:gd name="csX1" fmla="*/ 6609145 w 6609145"/>
              <a:gd name="csY1" fmla="*/ 0 h 5560915"/>
              <a:gd name="csX2" fmla="*/ 6609145 w 6609145"/>
              <a:gd name="csY2" fmla="*/ 5159267 h 5560915"/>
              <a:gd name="csX3" fmla="*/ 3307063 w 6609145"/>
              <a:gd name="csY3" fmla="*/ 5159267 h 5560915"/>
              <a:gd name="csX4" fmla="*/ 2996462 w 6609145"/>
              <a:gd name="csY4" fmla="*/ 5560915 h 5560915"/>
              <a:gd name="csX5" fmla="*/ 0 w 6609145"/>
              <a:gd name="csY5" fmla="*/ 5560915 h 5560915"/>
            </a:gdLst>
            <a:ahLst/>
            <a:cxnLst>
              <a:cxn ang="0">
                <a:pos x="csX0" y="csY0"/>
              </a:cxn>
              <a:cxn ang="0">
                <a:pos x="csX1" y="csY1"/>
              </a:cxn>
              <a:cxn ang="0">
                <a:pos x="csX2" y="csY2"/>
              </a:cxn>
              <a:cxn ang="0">
                <a:pos x="csX3" y="csY3"/>
              </a:cxn>
              <a:cxn ang="0">
                <a:pos x="csX4" y="csY4"/>
              </a:cxn>
              <a:cxn ang="0">
                <a:pos x="csX5" y="csY5"/>
              </a:cxn>
            </a:cxnLst>
            <a:rect l="l" t="t" r="r" b="b"/>
            <a:pathLst>
              <a:path w="6609145" h="5560915">
                <a:moveTo>
                  <a:pt x="0" y="0"/>
                </a:moveTo>
                <a:lnTo>
                  <a:pt x="6609145" y="0"/>
                </a:lnTo>
                <a:lnTo>
                  <a:pt x="6609145" y="5159267"/>
                </a:lnTo>
                <a:lnTo>
                  <a:pt x="3307063" y="5159267"/>
                </a:lnTo>
                <a:lnTo>
                  <a:pt x="2996462" y="5560915"/>
                </a:lnTo>
                <a:lnTo>
                  <a:pt x="0" y="5560915"/>
                </a:lnTo>
                <a:close/>
              </a:path>
            </a:pathLst>
          </a:custGeom>
          <a:noFill/>
          <a:ln>
            <a:noFill/>
          </a:ln>
        </p:spPr>
      </p:pic>
    </p:spTree>
    <p:extLst>
      <p:ext uri="{BB962C8B-B14F-4D97-AF65-F5344CB8AC3E}">
        <p14:creationId xmlns:p14="http://schemas.microsoft.com/office/powerpoint/2010/main" val="329356419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4FECCF-73C2-8087-CD68-F884CCE62B86}"/>
              </a:ext>
            </a:extLst>
          </p:cNvPr>
          <p:cNvSpPr>
            <a:spLocks noGrp="1"/>
          </p:cNvSpPr>
          <p:nvPr>
            <p:ph type="title"/>
          </p:nvPr>
        </p:nvSpPr>
        <p:spPr>
          <a:xfrm>
            <a:off x="402336" y="402336"/>
            <a:ext cx="11399691" cy="515239"/>
          </a:xfrm>
        </p:spPr>
        <p:txBody>
          <a:bodyPr/>
          <a:lstStyle/>
          <a:p>
            <a:r>
              <a:rPr lang="en-GB" dirty="0"/>
              <a:t>Anti-Money Laundering</a:t>
            </a:r>
            <a:endParaRPr lang="ru-RU" dirty="0"/>
          </a:p>
        </p:txBody>
      </p:sp>
      <p:sp>
        <p:nvSpPr>
          <p:cNvPr id="4" name="Footer Placeholder 3">
            <a:extLst>
              <a:ext uri="{FF2B5EF4-FFF2-40B4-BE49-F238E27FC236}">
                <a16:creationId xmlns:a16="http://schemas.microsoft.com/office/drawing/2014/main" id="{778417C7-D0A5-AC1D-207E-831F3DD6B406}"/>
              </a:ext>
            </a:extLst>
          </p:cNvPr>
          <p:cNvSpPr>
            <a:spLocks noGrp="1"/>
          </p:cNvSpPr>
          <p:nvPr>
            <p:ph type="ftr" sz="quarter" idx="3"/>
          </p:nvPr>
        </p:nvSpPr>
        <p:spPr/>
        <p:txBody>
          <a:bodyPr/>
          <a:lstStyle/>
          <a:p>
            <a:r>
              <a:rPr lang="en-US"/>
              <a:t>PwC Risk Management</a:t>
            </a:r>
          </a:p>
        </p:txBody>
      </p:sp>
      <p:sp>
        <p:nvSpPr>
          <p:cNvPr id="5" name="Slide Number Placeholder 4">
            <a:extLst>
              <a:ext uri="{FF2B5EF4-FFF2-40B4-BE49-F238E27FC236}">
                <a16:creationId xmlns:a16="http://schemas.microsoft.com/office/drawing/2014/main" id="{130FC047-CB49-F2F8-DFD8-4C7F733B7099}"/>
              </a:ext>
            </a:extLst>
          </p:cNvPr>
          <p:cNvSpPr>
            <a:spLocks noGrp="1"/>
          </p:cNvSpPr>
          <p:nvPr>
            <p:ph type="sldNum" sz="quarter" idx="4"/>
          </p:nvPr>
        </p:nvSpPr>
        <p:spPr/>
        <p:txBody>
          <a:bodyPr/>
          <a:lstStyle/>
          <a:p>
            <a:fld id="{3E6AC032-1535-134B-A583-D5E1DDD0D167}" type="slidenum">
              <a:rPr lang="en-US" smtClean="0"/>
              <a:pPr/>
              <a:t>11</a:t>
            </a:fld>
            <a:endParaRPr lang="en-US"/>
          </a:p>
        </p:txBody>
      </p:sp>
      <p:sp>
        <p:nvSpPr>
          <p:cNvPr id="6" name="Google Shape;962;p153">
            <a:extLst>
              <a:ext uri="{FF2B5EF4-FFF2-40B4-BE49-F238E27FC236}">
                <a16:creationId xmlns:a16="http://schemas.microsoft.com/office/drawing/2014/main" id="{7B7E6F8D-9AD0-F38F-9DF7-6D964281B52B}"/>
              </a:ext>
            </a:extLst>
          </p:cNvPr>
          <p:cNvSpPr txBox="1"/>
          <p:nvPr/>
        </p:nvSpPr>
        <p:spPr>
          <a:xfrm>
            <a:off x="393275" y="1428751"/>
            <a:ext cx="5733000" cy="675472"/>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3000"/>
              </a:spcAft>
              <a:buClr>
                <a:srgbClr val="000000"/>
              </a:buClr>
              <a:buSzPts val="1800"/>
              <a:buFont typeface="Arial"/>
              <a:buNone/>
            </a:pPr>
            <a:r>
              <a:rPr lang="pl-PL" sz="2400" b="1" i="0" u="none" strike="noStrike" cap="none" dirty="0">
                <a:solidFill>
                  <a:schemeClr val="dk1"/>
                </a:solidFill>
                <a:ea typeface="Georgia"/>
                <a:cs typeface="Georgia"/>
                <a:sym typeface="Georgia"/>
              </a:rPr>
              <a:t>What is money laundering?</a:t>
            </a:r>
            <a:endParaRPr sz="2400" b="1" i="0" u="none" strike="noStrike" cap="none" dirty="0">
              <a:solidFill>
                <a:schemeClr val="dk1"/>
              </a:solidFill>
              <a:ea typeface="Georgia"/>
              <a:cs typeface="Georgia"/>
              <a:sym typeface="Georgia"/>
            </a:endParaRPr>
          </a:p>
        </p:txBody>
      </p:sp>
      <p:sp>
        <p:nvSpPr>
          <p:cNvPr id="7" name="Google Shape;962;p153">
            <a:extLst>
              <a:ext uri="{FF2B5EF4-FFF2-40B4-BE49-F238E27FC236}">
                <a16:creationId xmlns:a16="http://schemas.microsoft.com/office/drawing/2014/main" id="{8E22EF83-1074-FB9B-5143-276A3BD2E0A1}"/>
              </a:ext>
            </a:extLst>
          </p:cNvPr>
          <p:cNvSpPr txBox="1"/>
          <p:nvPr/>
        </p:nvSpPr>
        <p:spPr>
          <a:xfrm>
            <a:off x="8077200" y="3265259"/>
            <a:ext cx="3724275" cy="1750322"/>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1200"/>
              </a:spcAft>
              <a:buClr>
                <a:srgbClr val="000000"/>
              </a:buClr>
              <a:buSzPts val="1800"/>
              <a:buFont typeface="Arial"/>
              <a:buNone/>
            </a:pPr>
            <a:r>
              <a:rPr lang="pl-PL" sz="1800" b="1" i="0" u="none" strike="noStrike" cap="none" dirty="0">
                <a:solidFill>
                  <a:schemeClr val="dk1"/>
                </a:solidFill>
                <a:ea typeface="Georgia"/>
                <a:cs typeface="Georgia"/>
                <a:sym typeface="Georgia"/>
              </a:rPr>
              <a:t>Remember:</a:t>
            </a:r>
            <a:endParaRPr sz="1800" b="1" i="0" u="none" strike="noStrike" cap="none" dirty="0">
              <a:solidFill>
                <a:schemeClr val="dk1"/>
              </a:solidFill>
              <a:ea typeface="Georgia"/>
              <a:cs typeface="Georgia"/>
              <a:sym typeface="Georgia"/>
            </a:endParaRPr>
          </a:p>
          <a:p>
            <a:pPr marL="355600" marR="0" lvl="0" indent="-269875" algn="l" rtl="0">
              <a:lnSpc>
                <a:spcPct val="125000"/>
              </a:lnSpc>
              <a:spcBef>
                <a:spcPts val="0"/>
              </a:spcBef>
              <a:spcAft>
                <a:spcPts val="600"/>
              </a:spcAft>
              <a:buClr>
                <a:schemeClr val="dk1"/>
              </a:buClr>
              <a:buSzPts val="1800"/>
              <a:buFont typeface="Arial" panose="020B0604020202020204" pitchFamily="34" charset="0"/>
              <a:buChar char="•"/>
            </a:pPr>
            <a:r>
              <a:rPr lang="pl-PL" sz="1600" i="0" u="none" strike="noStrike" cap="none" dirty="0">
                <a:solidFill>
                  <a:schemeClr val="dk1"/>
                </a:solidFill>
                <a:latin typeface="Georgia"/>
                <a:ea typeface="Georgia"/>
                <a:cs typeface="Georgia"/>
                <a:sym typeface="Georgia"/>
              </a:rPr>
              <a:t>Required identification procedures</a:t>
            </a:r>
            <a:endParaRPr sz="1600" i="0" u="none" strike="noStrike" cap="none" dirty="0">
              <a:solidFill>
                <a:schemeClr val="dk1"/>
              </a:solidFill>
              <a:latin typeface="Georgia"/>
              <a:ea typeface="Georgia"/>
              <a:cs typeface="Georgia"/>
              <a:sym typeface="Georgia"/>
            </a:endParaRPr>
          </a:p>
          <a:p>
            <a:pPr marL="355600" marR="0" lvl="0" indent="-269875" algn="l" rtl="0">
              <a:lnSpc>
                <a:spcPct val="125000"/>
              </a:lnSpc>
              <a:spcBef>
                <a:spcPts val="0"/>
              </a:spcBef>
              <a:spcAft>
                <a:spcPts val="600"/>
              </a:spcAft>
              <a:buClr>
                <a:schemeClr val="dk1"/>
              </a:buClr>
              <a:buSzPts val="1800"/>
              <a:buFont typeface="Arial" panose="020B0604020202020204" pitchFamily="34" charset="0"/>
              <a:buChar char="•"/>
            </a:pPr>
            <a:r>
              <a:rPr lang="pl-PL" sz="1600" i="0" u="none" strike="noStrike" cap="none" dirty="0">
                <a:solidFill>
                  <a:schemeClr val="dk1"/>
                </a:solidFill>
                <a:latin typeface="Georgia"/>
                <a:ea typeface="Georgia"/>
                <a:cs typeface="Georgia"/>
                <a:sym typeface="Georgia"/>
              </a:rPr>
              <a:t>Suspicious transactions</a:t>
            </a:r>
            <a:endParaRPr sz="1600" i="0" u="none" strike="noStrike" cap="none" dirty="0">
              <a:solidFill>
                <a:schemeClr val="dk1"/>
              </a:solidFill>
              <a:latin typeface="Georgia"/>
              <a:ea typeface="Georgia"/>
              <a:cs typeface="Georgia"/>
              <a:sym typeface="Georgia"/>
            </a:endParaRPr>
          </a:p>
          <a:p>
            <a:pPr marL="355600" marR="0" lvl="0" indent="-269875" algn="l" rtl="0">
              <a:lnSpc>
                <a:spcPct val="125000"/>
              </a:lnSpc>
              <a:spcBef>
                <a:spcPts val="0"/>
              </a:spcBef>
              <a:spcAft>
                <a:spcPts val="600"/>
              </a:spcAft>
              <a:buClr>
                <a:schemeClr val="dk1"/>
              </a:buClr>
              <a:buSzPts val="1800"/>
              <a:buFont typeface="Arial" panose="020B0604020202020204" pitchFamily="34" charset="0"/>
              <a:buChar char="•"/>
            </a:pPr>
            <a:r>
              <a:rPr lang="pl-PL" sz="1600" i="0" u="none" strike="noStrike" cap="none" dirty="0">
                <a:solidFill>
                  <a:schemeClr val="dk1"/>
                </a:solidFill>
                <a:latin typeface="Georgia"/>
                <a:ea typeface="Georgia"/>
                <a:cs typeface="Georgia"/>
                <a:sym typeface="Georgia"/>
              </a:rPr>
              <a:t>AML Repository Database</a:t>
            </a:r>
            <a:endParaRPr sz="1200" i="0" u="none" strike="noStrike" cap="none" dirty="0">
              <a:solidFill>
                <a:srgbClr val="000000"/>
              </a:solidFill>
              <a:latin typeface="Arial"/>
              <a:ea typeface="Arial"/>
              <a:cs typeface="Arial"/>
              <a:sym typeface="Arial"/>
            </a:endParaRPr>
          </a:p>
        </p:txBody>
      </p:sp>
      <p:pic>
        <p:nvPicPr>
          <p:cNvPr id="8" name="Picture Placeholder 6">
            <a:extLst>
              <a:ext uri="{FF2B5EF4-FFF2-40B4-BE49-F238E27FC236}">
                <a16:creationId xmlns:a16="http://schemas.microsoft.com/office/drawing/2014/main" id="{13FD5E28-0291-8FCC-9A71-FD6F477B62A8}"/>
              </a:ext>
            </a:extLst>
          </p:cNvPr>
          <p:cNvPicPr>
            <a:picLocks noChangeAspect="1"/>
          </p:cNvPicPr>
          <p:nvPr/>
        </p:nvPicPr>
        <p:blipFill>
          <a:blip r:embed="rId3">
            <a:extLst>
              <a:ext uri="{28A0092B-C50C-407E-A947-70E740481C1C}">
                <a14:useLocalDpi xmlns:a14="http://schemas.microsoft.com/office/drawing/2010/main" val="0"/>
              </a:ext>
            </a:extLst>
          </a:blip>
          <a:srcRect l="1666" t="2865" r="1326"/>
          <a:stretch>
            <a:fillRect/>
          </a:stretch>
        </p:blipFill>
        <p:spPr>
          <a:xfrm>
            <a:off x="400050" y="1946275"/>
            <a:ext cx="6718300" cy="3982887"/>
          </a:xfrm>
          <a:custGeom>
            <a:avLst/>
            <a:gdLst>
              <a:gd name="connsiteX0" fmla="*/ 2369 w 6614837"/>
              <a:gd name="connsiteY0" fmla="*/ 0 h 5532376"/>
              <a:gd name="connsiteX1" fmla="*/ 6614837 w 6614837"/>
              <a:gd name="connsiteY1" fmla="*/ 0 h 5532376"/>
              <a:gd name="connsiteX2" fmla="*/ 6611213 w 6614837"/>
              <a:gd name="connsiteY2" fmla="*/ 5172420 h 5532376"/>
              <a:gd name="connsiteX3" fmla="*/ 3320084 w 6614837"/>
              <a:gd name="connsiteY3" fmla="*/ 5169011 h 5532376"/>
              <a:gd name="connsiteX4" fmla="*/ 3075776 w 6614837"/>
              <a:gd name="connsiteY4" fmla="*/ 5532376 h 5532376"/>
              <a:gd name="connsiteX5" fmla="*/ 0 w 6614837"/>
              <a:gd name="connsiteY5" fmla="*/ 5529739 h 5532376"/>
              <a:gd name="connsiteX6" fmla="*/ 2078 w 6614837"/>
              <a:gd name="connsiteY6" fmla="*/ 2748475 h 55323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614837" h="5532376">
                <a:moveTo>
                  <a:pt x="2369" y="0"/>
                </a:moveTo>
                <a:lnTo>
                  <a:pt x="6614837" y="0"/>
                </a:lnTo>
                <a:lnTo>
                  <a:pt x="6611213" y="5172420"/>
                </a:lnTo>
                <a:lnTo>
                  <a:pt x="3320084" y="5169011"/>
                </a:lnTo>
                <a:lnTo>
                  <a:pt x="3075776" y="5532376"/>
                </a:lnTo>
                <a:lnTo>
                  <a:pt x="0" y="5529739"/>
                </a:lnTo>
                <a:cubicBezTo>
                  <a:pt x="1583" y="4608703"/>
                  <a:pt x="1979" y="3679928"/>
                  <a:pt x="2078" y="2748475"/>
                </a:cubicBezTo>
                <a:close/>
              </a:path>
            </a:pathLst>
          </a:custGeom>
        </p:spPr>
      </p:pic>
      <p:pic>
        <p:nvPicPr>
          <p:cNvPr id="9" name="Graphic 8">
            <a:extLst>
              <a:ext uri="{FF2B5EF4-FFF2-40B4-BE49-F238E27FC236}">
                <a16:creationId xmlns:a16="http://schemas.microsoft.com/office/drawing/2014/main" id="{49BBC40C-8BC3-948B-E606-D75FF1146C3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020650" y="1992010"/>
            <a:ext cx="1074738" cy="1074738"/>
          </a:xfrm>
          <a:prstGeom prst="rect">
            <a:avLst/>
          </a:prstGeom>
        </p:spPr>
      </p:pic>
    </p:spTree>
    <p:extLst>
      <p:ext uri="{BB962C8B-B14F-4D97-AF65-F5344CB8AC3E}">
        <p14:creationId xmlns:p14="http://schemas.microsoft.com/office/powerpoint/2010/main" val="24321704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817631-13FA-4BF0-FD46-BE8AD8DE4D64}"/>
              </a:ext>
            </a:extLst>
          </p:cNvPr>
          <p:cNvSpPr>
            <a:spLocks noGrp="1"/>
          </p:cNvSpPr>
          <p:nvPr>
            <p:ph type="title"/>
          </p:nvPr>
        </p:nvSpPr>
        <p:spPr>
          <a:xfrm>
            <a:off x="402336" y="402337"/>
            <a:ext cx="11399691" cy="515238"/>
          </a:xfrm>
        </p:spPr>
        <p:txBody>
          <a:bodyPr/>
          <a:lstStyle/>
          <a:p>
            <a:r>
              <a:rPr lang="en-GB" dirty="0"/>
              <a:t>Do you know?</a:t>
            </a:r>
            <a:endParaRPr lang="ru-RU" dirty="0"/>
          </a:p>
        </p:txBody>
      </p:sp>
      <p:sp>
        <p:nvSpPr>
          <p:cNvPr id="4" name="Footer Placeholder 3">
            <a:extLst>
              <a:ext uri="{FF2B5EF4-FFF2-40B4-BE49-F238E27FC236}">
                <a16:creationId xmlns:a16="http://schemas.microsoft.com/office/drawing/2014/main" id="{CAE72183-8282-0241-D882-396BC0AB9221}"/>
              </a:ext>
            </a:extLst>
          </p:cNvPr>
          <p:cNvSpPr>
            <a:spLocks noGrp="1"/>
          </p:cNvSpPr>
          <p:nvPr>
            <p:ph type="ftr" sz="quarter" idx="3"/>
          </p:nvPr>
        </p:nvSpPr>
        <p:spPr/>
        <p:txBody>
          <a:bodyPr/>
          <a:lstStyle/>
          <a:p>
            <a:r>
              <a:rPr lang="en-US"/>
              <a:t>PwC Risk Management</a:t>
            </a:r>
          </a:p>
        </p:txBody>
      </p:sp>
      <p:sp>
        <p:nvSpPr>
          <p:cNvPr id="5" name="Slide Number Placeholder 4">
            <a:extLst>
              <a:ext uri="{FF2B5EF4-FFF2-40B4-BE49-F238E27FC236}">
                <a16:creationId xmlns:a16="http://schemas.microsoft.com/office/drawing/2014/main" id="{D568C04B-8432-10BC-50C6-413BC075B418}"/>
              </a:ext>
            </a:extLst>
          </p:cNvPr>
          <p:cNvSpPr>
            <a:spLocks noGrp="1"/>
          </p:cNvSpPr>
          <p:nvPr>
            <p:ph type="sldNum" sz="quarter" idx="4"/>
          </p:nvPr>
        </p:nvSpPr>
        <p:spPr/>
        <p:txBody>
          <a:bodyPr/>
          <a:lstStyle/>
          <a:p>
            <a:fld id="{3E6AC032-1535-134B-A583-D5E1DDD0D167}" type="slidenum">
              <a:rPr lang="en-US" smtClean="0"/>
              <a:pPr/>
              <a:t>12</a:t>
            </a:fld>
            <a:endParaRPr lang="en-US"/>
          </a:p>
        </p:txBody>
      </p:sp>
      <p:sp>
        <p:nvSpPr>
          <p:cNvPr id="16" name="Hexagon 15">
            <a:extLst>
              <a:ext uri="{FF2B5EF4-FFF2-40B4-BE49-F238E27FC236}">
                <a16:creationId xmlns:a16="http://schemas.microsoft.com/office/drawing/2014/main" id="{9D7F0EEF-D762-8C1F-1AB1-CB9178D357B9}"/>
              </a:ext>
            </a:extLst>
          </p:cNvPr>
          <p:cNvSpPr/>
          <p:nvPr/>
        </p:nvSpPr>
        <p:spPr>
          <a:xfrm>
            <a:off x="400050" y="1435909"/>
            <a:ext cx="4885748" cy="4211850"/>
          </a:xfrm>
          <a:prstGeom prst="hexagon">
            <a:avLst>
              <a:gd name="adj" fmla="val 28719"/>
              <a:gd name="vf" fmla="val 115470"/>
            </a:avLst>
          </a:prstGeom>
          <a:solidFill>
            <a:srgbClr val="FFAA72"/>
          </a:solidFill>
          <a:ln w="96143" cap="flat">
            <a:noFill/>
            <a:prstDash val="solid"/>
            <a:miter/>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Georgia"/>
              <a:ea typeface="+mn-ea"/>
              <a:cs typeface="+mn-cs"/>
            </a:endParaRPr>
          </a:p>
        </p:txBody>
      </p:sp>
      <p:cxnSp>
        <p:nvCxnSpPr>
          <p:cNvPr id="17" name="Straight Connector 16">
            <a:extLst>
              <a:ext uri="{FF2B5EF4-FFF2-40B4-BE49-F238E27FC236}">
                <a16:creationId xmlns:a16="http://schemas.microsoft.com/office/drawing/2014/main" id="{AFFFDB0D-BFEF-9ECE-FA43-C20EC5C3C2D1}"/>
              </a:ext>
            </a:extLst>
          </p:cNvPr>
          <p:cNvCxnSpPr>
            <a:cxnSpLocks/>
            <a:stCxn id="16" idx="5"/>
            <a:endCxn id="16" idx="2"/>
          </p:cNvCxnSpPr>
          <p:nvPr/>
        </p:nvCxnSpPr>
        <p:spPr>
          <a:xfrm flipH="1">
            <a:off x="1609651" y="1435910"/>
            <a:ext cx="2466546" cy="4211848"/>
          </a:xfrm>
          <a:prstGeom prst="line">
            <a:avLst/>
          </a:prstGeom>
          <a:ln w="101600">
            <a:solidFill>
              <a:schemeClr val="bg1"/>
            </a:solidFill>
          </a:ln>
        </p:spPr>
        <p:style>
          <a:lnRef idx="2">
            <a:schemeClr val="accent1"/>
          </a:lnRef>
          <a:fillRef idx="0">
            <a:schemeClr val="accent1"/>
          </a:fillRef>
          <a:effectRef idx="1">
            <a:schemeClr val="accent1"/>
          </a:effectRef>
          <a:fontRef idx="minor">
            <a:schemeClr val="tx1"/>
          </a:fontRef>
        </p:style>
      </p:cxnSp>
      <p:cxnSp>
        <p:nvCxnSpPr>
          <p:cNvPr id="20" name="Straight Connector 19">
            <a:extLst>
              <a:ext uri="{FF2B5EF4-FFF2-40B4-BE49-F238E27FC236}">
                <a16:creationId xmlns:a16="http://schemas.microsoft.com/office/drawing/2014/main" id="{88EF55AB-9CAF-F164-726F-8BCF1A26C1AE}"/>
              </a:ext>
            </a:extLst>
          </p:cNvPr>
          <p:cNvCxnSpPr>
            <a:cxnSpLocks/>
            <a:stCxn id="16" idx="4"/>
            <a:endCxn id="16" idx="1"/>
          </p:cNvCxnSpPr>
          <p:nvPr/>
        </p:nvCxnSpPr>
        <p:spPr>
          <a:xfrm>
            <a:off x="1609651" y="1435910"/>
            <a:ext cx="2466546" cy="4211848"/>
          </a:xfrm>
          <a:prstGeom prst="line">
            <a:avLst/>
          </a:prstGeom>
          <a:ln w="101600">
            <a:solidFill>
              <a:schemeClr val="bg1"/>
            </a:solidFill>
          </a:ln>
        </p:spPr>
        <p:style>
          <a:lnRef idx="2">
            <a:schemeClr val="accent1"/>
          </a:lnRef>
          <a:fillRef idx="0">
            <a:schemeClr val="accent1"/>
          </a:fillRef>
          <a:effectRef idx="1">
            <a:schemeClr val="accent1"/>
          </a:effectRef>
          <a:fontRef idx="minor">
            <a:schemeClr val="tx1"/>
          </a:fontRef>
        </p:style>
      </p:cxnSp>
      <p:cxnSp>
        <p:nvCxnSpPr>
          <p:cNvPr id="21" name="Straight Connector 20">
            <a:extLst>
              <a:ext uri="{FF2B5EF4-FFF2-40B4-BE49-F238E27FC236}">
                <a16:creationId xmlns:a16="http://schemas.microsoft.com/office/drawing/2014/main" id="{6F95A6B5-3FC6-D844-1037-82A7CA60E8FC}"/>
              </a:ext>
            </a:extLst>
          </p:cNvPr>
          <p:cNvCxnSpPr>
            <a:cxnSpLocks/>
            <a:stCxn id="16" idx="3"/>
          </p:cNvCxnSpPr>
          <p:nvPr/>
        </p:nvCxnSpPr>
        <p:spPr>
          <a:xfrm>
            <a:off x="400050" y="3541834"/>
            <a:ext cx="4885748" cy="0"/>
          </a:xfrm>
          <a:prstGeom prst="line">
            <a:avLst/>
          </a:prstGeom>
          <a:ln w="101600">
            <a:solidFill>
              <a:schemeClr val="bg1"/>
            </a:solidFill>
          </a:ln>
        </p:spPr>
        <p:style>
          <a:lnRef idx="2">
            <a:schemeClr val="accent1"/>
          </a:lnRef>
          <a:fillRef idx="0">
            <a:schemeClr val="accent1"/>
          </a:fillRef>
          <a:effectRef idx="1">
            <a:schemeClr val="accent1"/>
          </a:effectRef>
          <a:fontRef idx="minor">
            <a:schemeClr val="tx1"/>
          </a:fontRef>
        </p:style>
      </p:cxnSp>
      <p:sp>
        <p:nvSpPr>
          <p:cNvPr id="63" name="Rectangle 62">
            <a:extLst>
              <a:ext uri="{FF2B5EF4-FFF2-40B4-BE49-F238E27FC236}">
                <a16:creationId xmlns:a16="http://schemas.microsoft.com/office/drawing/2014/main" id="{8E9FE275-FFFD-8065-19A5-0565404FA4E8}"/>
              </a:ext>
            </a:extLst>
          </p:cNvPr>
          <p:cNvSpPr/>
          <p:nvPr/>
        </p:nvSpPr>
        <p:spPr>
          <a:xfrm>
            <a:off x="2590262" y="2242887"/>
            <a:ext cx="505324" cy="50532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000000"/>
                </a:solidFill>
                <a:effectLst/>
                <a:uLnTx/>
                <a:uFillTx/>
                <a:latin typeface="Arial"/>
                <a:ea typeface="+mn-ea"/>
                <a:cs typeface="+mn-cs"/>
              </a:rPr>
              <a:t>01</a:t>
            </a:r>
          </a:p>
        </p:txBody>
      </p:sp>
      <p:sp>
        <p:nvSpPr>
          <p:cNvPr id="64" name="Rectangle 63">
            <a:extLst>
              <a:ext uri="{FF2B5EF4-FFF2-40B4-BE49-F238E27FC236}">
                <a16:creationId xmlns:a16="http://schemas.microsoft.com/office/drawing/2014/main" id="{ECCE7B2B-7C85-1EE2-BE3F-6A9CB30216CD}"/>
              </a:ext>
            </a:extLst>
          </p:cNvPr>
          <p:cNvSpPr/>
          <p:nvPr/>
        </p:nvSpPr>
        <p:spPr>
          <a:xfrm>
            <a:off x="3520684" y="2794828"/>
            <a:ext cx="505324" cy="50532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000000"/>
                </a:solidFill>
                <a:effectLst/>
                <a:uLnTx/>
                <a:uFillTx/>
                <a:latin typeface="Arial"/>
                <a:ea typeface="+mn-ea"/>
                <a:cs typeface="+mn-cs"/>
              </a:rPr>
              <a:t>02</a:t>
            </a:r>
          </a:p>
        </p:txBody>
      </p:sp>
      <p:sp>
        <p:nvSpPr>
          <p:cNvPr id="65" name="Rectangle 64">
            <a:extLst>
              <a:ext uri="{FF2B5EF4-FFF2-40B4-BE49-F238E27FC236}">
                <a16:creationId xmlns:a16="http://schemas.microsoft.com/office/drawing/2014/main" id="{A7316A05-ADF2-FCA4-AB1C-C34B7F4D80F2}"/>
              </a:ext>
            </a:extLst>
          </p:cNvPr>
          <p:cNvSpPr/>
          <p:nvPr/>
        </p:nvSpPr>
        <p:spPr>
          <a:xfrm>
            <a:off x="1597610" y="2777699"/>
            <a:ext cx="505324" cy="50532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000000"/>
                </a:solidFill>
                <a:effectLst/>
                <a:uLnTx/>
                <a:uFillTx/>
                <a:latin typeface="Arial"/>
                <a:ea typeface="+mn-ea"/>
                <a:cs typeface="+mn-cs"/>
              </a:rPr>
              <a:t>06</a:t>
            </a:r>
          </a:p>
        </p:txBody>
      </p:sp>
      <p:sp>
        <p:nvSpPr>
          <p:cNvPr id="66" name="Rectangle 65">
            <a:extLst>
              <a:ext uri="{FF2B5EF4-FFF2-40B4-BE49-F238E27FC236}">
                <a16:creationId xmlns:a16="http://schemas.microsoft.com/office/drawing/2014/main" id="{18B9D0CE-ED35-6161-14FC-4BB484A8F59E}"/>
              </a:ext>
            </a:extLst>
          </p:cNvPr>
          <p:cNvSpPr/>
          <p:nvPr/>
        </p:nvSpPr>
        <p:spPr>
          <a:xfrm>
            <a:off x="2590262" y="4358180"/>
            <a:ext cx="505324" cy="50532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000000"/>
                </a:solidFill>
                <a:effectLst/>
                <a:uLnTx/>
                <a:uFillTx/>
                <a:latin typeface="Arial"/>
                <a:ea typeface="+mn-ea"/>
                <a:cs typeface="+mn-cs"/>
              </a:rPr>
              <a:t>04</a:t>
            </a:r>
          </a:p>
        </p:txBody>
      </p:sp>
      <p:sp>
        <p:nvSpPr>
          <p:cNvPr id="67" name="Rectangle 66">
            <a:extLst>
              <a:ext uri="{FF2B5EF4-FFF2-40B4-BE49-F238E27FC236}">
                <a16:creationId xmlns:a16="http://schemas.microsoft.com/office/drawing/2014/main" id="{50F40431-D288-E2EC-5121-7933CAE1E0DC}"/>
              </a:ext>
            </a:extLst>
          </p:cNvPr>
          <p:cNvSpPr/>
          <p:nvPr/>
        </p:nvSpPr>
        <p:spPr>
          <a:xfrm>
            <a:off x="3501325" y="3795484"/>
            <a:ext cx="505324" cy="50532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000000"/>
                </a:solidFill>
                <a:effectLst/>
                <a:uLnTx/>
                <a:uFillTx/>
                <a:latin typeface="Arial"/>
                <a:ea typeface="+mn-ea"/>
                <a:cs typeface="+mn-cs"/>
              </a:rPr>
              <a:t>03</a:t>
            </a:r>
          </a:p>
        </p:txBody>
      </p:sp>
      <p:sp>
        <p:nvSpPr>
          <p:cNvPr id="68" name="Rectangle 67">
            <a:extLst>
              <a:ext uri="{FF2B5EF4-FFF2-40B4-BE49-F238E27FC236}">
                <a16:creationId xmlns:a16="http://schemas.microsoft.com/office/drawing/2014/main" id="{6798DC01-1DD2-080D-C423-A53D3AAF4D9F}"/>
              </a:ext>
            </a:extLst>
          </p:cNvPr>
          <p:cNvSpPr/>
          <p:nvPr/>
        </p:nvSpPr>
        <p:spPr>
          <a:xfrm>
            <a:off x="1559991" y="3807507"/>
            <a:ext cx="505324" cy="50532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000000"/>
                </a:solidFill>
                <a:effectLst/>
                <a:uLnTx/>
                <a:uFillTx/>
                <a:latin typeface="Arial"/>
                <a:ea typeface="+mn-ea"/>
                <a:cs typeface="+mn-cs"/>
              </a:rPr>
              <a:t>05</a:t>
            </a:r>
          </a:p>
        </p:txBody>
      </p:sp>
      <p:sp>
        <p:nvSpPr>
          <p:cNvPr id="69" name="Hexagon 68">
            <a:extLst>
              <a:ext uri="{FF2B5EF4-FFF2-40B4-BE49-F238E27FC236}">
                <a16:creationId xmlns:a16="http://schemas.microsoft.com/office/drawing/2014/main" id="{2B4F92DF-CB46-BDEE-63DF-4B3EFF748E42}"/>
              </a:ext>
            </a:extLst>
          </p:cNvPr>
          <p:cNvSpPr/>
          <p:nvPr/>
        </p:nvSpPr>
        <p:spPr>
          <a:xfrm>
            <a:off x="1891820" y="2748981"/>
            <a:ext cx="1864244" cy="1607106"/>
          </a:xfrm>
          <a:prstGeom prst="hexagon">
            <a:avLst>
              <a:gd name="adj" fmla="val 28719"/>
              <a:gd name="vf" fmla="val 115470"/>
            </a:avLst>
          </a:prstGeom>
          <a:solidFill>
            <a:schemeClr val="bg1"/>
          </a:solidFill>
          <a:ln w="96143" cap="flat">
            <a:noFill/>
            <a:prstDash val="solid"/>
            <a:miter/>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Georgia"/>
              <a:ea typeface="+mn-ea"/>
              <a:cs typeface="+mn-cs"/>
            </a:endParaRPr>
          </a:p>
        </p:txBody>
      </p:sp>
      <p:sp>
        <p:nvSpPr>
          <p:cNvPr id="71" name="TextBox 70">
            <a:extLst>
              <a:ext uri="{FF2B5EF4-FFF2-40B4-BE49-F238E27FC236}">
                <a16:creationId xmlns:a16="http://schemas.microsoft.com/office/drawing/2014/main" id="{E744F15C-7099-454F-E73A-305712FBB448}"/>
              </a:ext>
            </a:extLst>
          </p:cNvPr>
          <p:cNvSpPr txBox="1"/>
          <p:nvPr/>
        </p:nvSpPr>
        <p:spPr>
          <a:xfrm>
            <a:off x="1957825" y="2762860"/>
            <a:ext cx="1770198" cy="1432952"/>
          </a:xfrm>
          <a:prstGeom prst="rect">
            <a:avLst/>
          </a:prstGeom>
          <a:noFill/>
        </p:spPr>
        <p:txBody>
          <a:bodyPr wrap="square" lIns="0" tIns="0" rIns="0" bIns="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Georgia"/>
                <a:ea typeface="+mn-ea"/>
                <a:cs typeface="+mn-cs"/>
              </a:rPr>
              <a:t>Data Protection</a:t>
            </a:r>
          </a:p>
        </p:txBody>
      </p:sp>
      <p:graphicFrame>
        <p:nvGraphicFramePr>
          <p:cNvPr id="6" name="Google Shape;998;p154">
            <a:extLst>
              <a:ext uri="{FF2B5EF4-FFF2-40B4-BE49-F238E27FC236}">
                <a16:creationId xmlns:a16="http://schemas.microsoft.com/office/drawing/2014/main" id="{0A3C9D24-A203-8614-11A2-07FB751379C3}"/>
              </a:ext>
            </a:extLst>
          </p:cNvPr>
          <p:cNvGraphicFramePr/>
          <p:nvPr>
            <p:extLst>
              <p:ext uri="{D42A27DB-BD31-4B8C-83A1-F6EECF244321}">
                <p14:modId xmlns:p14="http://schemas.microsoft.com/office/powerpoint/2010/main" val="2220157487"/>
              </p:ext>
            </p:extLst>
          </p:nvPr>
        </p:nvGraphicFramePr>
        <p:xfrm>
          <a:off x="5875642" y="1429134"/>
          <a:ext cx="5926385" cy="4532072"/>
        </p:xfrm>
        <a:graphic>
          <a:graphicData uri="http://schemas.openxmlformats.org/drawingml/2006/table">
            <a:tbl>
              <a:tblPr>
                <a:noFill/>
              </a:tblPr>
              <a:tblGrid>
                <a:gridCol w="5926385">
                  <a:extLst>
                    <a:ext uri="{9D8B030D-6E8A-4147-A177-3AD203B41FA5}">
                      <a16:colId xmlns:a16="http://schemas.microsoft.com/office/drawing/2014/main" val="20000"/>
                    </a:ext>
                  </a:extLst>
                </a:gridCol>
              </a:tblGrid>
              <a:tr h="508000">
                <a:tc>
                  <a:txBody>
                    <a:bodyPr/>
                    <a:lstStyle/>
                    <a:p>
                      <a:pPr marL="400050" marR="0" lvl="0" indent="-342900" algn="l" rtl="0">
                        <a:lnSpc>
                          <a:spcPct val="100000"/>
                        </a:lnSpc>
                        <a:spcBef>
                          <a:spcPts val="0"/>
                        </a:spcBef>
                        <a:spcAft>
                          <a:spcPts val="0"/>
                        </a:spcAft>
                        <a:buClr>
                          <a:srgbClr val="000000"/>
                        </a:buClr>
                        <a:buSzPct val="100000"/>
                        <a:buFont typeface="+mj-lt"/>
                        <a:buAutoNum type="arabicPeriod"/>
                      </a:pPr>
                      <a:r>
                        <a:rPr lang="pl-PL" sz="1600" b="1" u="none" strike="noStrike" cap="none" dirty="0">
                          <a:solidFill>
                            <a:sysClr val="windowText" lastClr="000000"/>
                          </a:solidFill>
                          <a:latin typeface="+mn-lt"/>
                        </a:rPr>
                        <a:t>Client/work acceptance – KYC</a:t>
                      </a:r>
                      <a:r>
                        <a:rPr lang="pl-PL" sz="1600" b="1" dirty="0">
                          <a:solidFill>
                            <a:sysClr val="windowText" lastClr="000000"/>
                          </a:solidFill>
                          <a:latin typeface="+mn-lt"/>
                        </a:rPr>
                        <a:t>, </a:t>
                      </a:r>
                      <a:r>
                        <a:rPr lang="pl-PL" sz="1600" b="1" u="none" strike="noStrike" cap="none" dirty="0">
                          <a:solidFill>
                            <a:sysClr val="windowText" lastClr="000000"/>
                          </a:solidFill>
                          <a:latin typeface="+mn-lt"/>
                        </a:rPr>
                        <a:t>A&amp;C/affirm </a:t>
                      </a:r>
                      <a:endParaRPr sz="1600" u="none" strike="noStrike" cap="none" dirty="0">
                        <a:solidFill>
                          <a:sysClr val="windowText" lastClr="000000"/>
                        </a:solidFill>
                        <a:latin typeface="+mn-lt"/>
                      </a:endParaRPr>
                    </a:p>
                  </a:txBody>
                  <a:tcPr marL="121900" marR="121900" marT="121900" marB="121900">
                    <a:lnL w="38100" cap="flat" cmpd="sng">
                      <a:noFill/>
                      <a:prstDash val="solid"/>
                      <a:round/>
                      <a:headEnd type="none" w="sm" len="sm"/>
                      <a:tailEnd type="none" w="sm" len="sm"/>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508000">
                <a:tc>
                  <a:txBody>
                    <a:bodyPr/>
                    <a:lstStyle/>
                    <a:p>
                      <a:pPr marL="400050" marR="0" lvl="0" indent="-342900" algn="l" rtl="0">
                        <a:lnSpc>
                          <a:spcPct val="100000"/>
                        </a:lnSpc>
                        <a:spcBef>
                          <a:spcPts val="0"/>
                        </a:spcBef>
                        <a:spcAft>
                          <a:spcPts val="0"/>
                        </a:spcAft>
                        <a:buClr>
                          <a:srgbClr val="000000"/>
                        </a:buClr>
                        <a:buSzPct val="100000"/>
                        <a:buFont typeface="+mj-lt"/>
                        <a:buAutoNum type="arabicPeriod" startAt="2"/>
                      </a:pPr>
                      <a:r>
                        <a:rPr lang="pl-PL" sz="1600" b="1" u="none" strike="noStrike" cap="none" dirty="0">
                          <a:solidFill>
                            <a:sysClr val="windowText" lastClr="000000"/>
                          </a:solidFill>
                          <a:latin typeface="+mn-lt"/>
                        </a:rPr>
                        <a:t>Contracts – templates, changes, storage</a:t>
                      </a:r>
                      <a:endParaRPr sz="1600" u="none" strike="noStrike" cap="none" dirty="0">
                        <a:solidFill>
                          <a:sysClr val="windowText" lastClr="000000"/>
                        </a:solidFill>
                        <a:latin typeface="+mn-lt"/>
                      </a:endParaRPr>
                    </a:p>
                  </a:txBody>
                  <a:tcPr marL="121900" marR="121900" marT="121900" marB="121900">
                    <a:lnL w="38100" cap="flat" cmpd="sng">
                      <a:noFill/>
                      <a:prstDash val="solid"/>
                      <a:round/>
                      <a:headEnd type="none" w="sm" len="sm"/>
                      <a:tailEnd type="none" w="sm" len="sm"/>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508000">
                <a:tc>
                  <a:txBody>
                    <a:bodyPr/>
                    <a:lstStyle/>
                    <a:p>
                      <a:pPr marL="400050" marR="0" lvl="0" indent="-342900" algn="l" rtl="0">
                        <a:lnSpc>
                          <a:spcPct val="100000"/>
                        </a:lnSpc>
                        <a:spcBef>
                          <a:spcPts val="0"/>
                        </a:spcBef>
                        <a:spcAft>
                          <a:spcPts val="0"/>
                        </a:spcAft>
                        <a:buClr>
                          <a:srgbClr val="000000"/>
                        </a:buClr>
                        <a:buSzPct val="100000"/>
                        <a:buFont typeface="+mj-lt"/>
                        <a:buAutoNum type="arabicPeriod" startAt="3"/>
                      </a:pPr>
                      <a:r>
                        <a:rPr lang="pl-PL" sz="1600" b="1" u="none" strike="noStrike" cap="none" dirty="0">
                          <a:solidFill>
                            <a:sysClr val="windowText" lastClr="000000"/>
                          </a:solidFill>
                          <a:latin typeface="+mn-lt"/>
                        </a:rPr>
                        <a:t>Authority to commit a firm and signing documents</a:t>
                      </a:r>
                      <a:endParaRPr sz="1600" u="none" strike="noStrike" cap="none" dirty="0">
                        <a:solidFill>
                          <a:sysClr val="windowText" lastClr="000000"/>
                        </a:solidFill>
                        <a:latin typeface="+mn-lt"/>
                      </a:endParaRPr>
                    </a:p>
                  </a:txBody>
                  <a:tcPr marL="121900" marR="121900" marT="121900" marB="121900">
                    <a:lnL w="38100" cap="flat" cmpd="sng">
                      <a:noFill/>
                      <a:prstDash val="solid"/>
                      <a:round/>
                      <a:headEnd type="none" w="sm" len="sm"/>
                      <a:tailEnd type="none" w="sm" len="sm"/>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731480">
                <a:tc>
                  <a:txBody>
                    <a:bodyPr/>
                    <a:lstStyle/>
                    <a:p>
                      <a:pPr marL="400050" marR="0" lvl="0" indent="-342900" algn="l" rtl="0">
                        <a:lnSpc>
                          <a:spcPct val="100000"/>
                        </a:lnSpc>
                        <a:spcBef>
                          <a:spcPts val="0"/>
                        </a:spcBef>
                        <a:spcAft>
                          <a:spcPts val="0"/>
                        </a:spcAft>
                        <a:buClr>
                          <a:srgbClr val="000000"/>
                        </a:buClr>
                        <a:buSzPct val="100000"/>
                        <a:buFont typeface="+mj-lt"/>
                        <a:buAutoNum type="arabicPeriod" startAt="4"/>
                      </a:pPr>
                      <a:r>
                        <a:rPr lang="pl-PL" sz="1600" b="1" u="none" strike="noStrike" cap="none" dirty="0">
                          <a:solidFill>
                            <a:sysClr val="windowText" lastClr="000000"/>
                          </a:solidFill>
                          <a:latin typeface="+mn-lt"/>
                        </a:rPr>
                        <a:t>Confidentiality – using knowledge from other projects/ communication with other teams</a:t>
                      </a:r>
                      <a:endParaRPr sz="1600" u="none" strike="noStrike" cap="none" dirty="0">
                        <a:solidFill>
                          <a:sysClr val="windowText" lastClr="000000"/>
                        </a:solidFill>
                        <a:latin typeface="+mn-lt"/>
                      </a:endParaRPr>
                    </a:p>
                  </a:txBody>
                  <a:tcPr marL="121900" marR="121900" marT="121900" marB="121900">
                    <a:lnL w="38100" cap="flat" cmpd="sng">
                      <a:noFill/>
                      <a:prstDash val="solid"/>
                      <a:round/>
                      <a:headEnd type="none" w="sm" len="sm"/>
                      <a:tailEnd type="none" w="sm" len="sm"/>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508000">
                <a:tc>
                  <a:txBody>
                    <a:bodyPr/>
                    <a:lstStyle/>
                    <a:p>
                      <a:pPr marL="400050" marR="0" lvl="0" indent="-342900" algn="l" rtl="0">
                        <a:lnSpc>
                          <a:spcPct val="100000"/>
                        </a:lnSpc>
                        <a:spcBef>
                          <a:spcPts val="0"/>
                        </a:spcBef>
                        <a:spcAft>
                          <a:spcPts val="0"/>
                        </a:spcAft>
                        <a:buClr>
                          <a:schemeClr val="dk1"/>
                        </a:buClr>
                        <a:buSzPct val="100000"/>
                        <a:buFont typeface="+mj-lt"/>
                        <a:buAutoNum type="arabicPeriod" startAt="5"/>
                      </a:pPr>
                      <a:r>
                        <a:rPr lang="pl-PL" sz="1600" b="1" u="none" strike="noStrike" cap="none" dirty="0">
                          <a:solidFill>
                            <a:sysClr val="windowText" lastClr="000000"/>
                          </a:solidFill>
                          <a:latin typeface="+mn-lt"/>
                        </a:rPr>
                        <a:t>Documentation – quality of work</a:t>
                      </a:r>
                      <a:endParaRPr sz="1600" u="none" strike="noStrike" cap="none" dirty="0">
                        <a:solidFill>
                          <a:sysClr val="windowText" lastClr="000000"/>
                        </a:solidFill>
                        <a:latin typeface="+mn-lt"/>
                      </a:endParaRPr>
                    </a:p>
                  </a:txBody>
                  <a:tcPr marL="121900" marR="121900" marT="121900" marB="121900">
                    <a:lnL w="38100" cap="flat" cmpd="sng">
                      <a:noFill/>
                      <a:prstDash val="solid"/>
                      <a:round/>
                      <a:headEnd type="none" w="sm" len="sm"/>
                      <a:tailEnd type="none" w="sm" len="sm"/>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793272">
                <a:tc>
                  <a:txBody>
                    <a:bodyPr/>
                    <a:lstStyle/>
                    <a:p>
                      <a:pPr marL="400050" marR="0" lvl="0" indent="-342900" algn="l" rtl="0">
                        <a:lnSpc>
                          <a:spcPct val="100000"/>
                        </a:lnSpc>
                        <a:spcBef>
                          <a:spcPts val="0"/>
                        </a:spcBef>
                        <a:spcAft>
                          <a:spcPts val="0"/>
                        </a:spcAft>
                        <a:buClr>
                          <a:schemeClr val="dk1"/>
                        </a:buClr>
                        <a:buSzPct val="100000"/>
                        <a:buFont typeface="+mj-lt"/>
                        <a:buAutoNum type="arabicPeriod" startAt="6"/>
                      </a:pPr>
                      <a:r>
                        <a:rPr lang="pl-PL" sz="1600" b="1" u="none" strike="noStrike" cap="none" dirty="0">
                          <a:solidFill>
                            <a:sysClr val="windowText" lastClr="000000"/>
                          </a:solidFill>
                          <a:latin typeface="+mn-lt"/>
                        </a:rPr>
                        <a:t>Consultations</a:t>
                      </a:r>
                      <a:endParaRPr sz="1600" u="none" strike="noStrike" cap="none" dirty="0">
                        <a:solidFill>
                          <a:sysClr val="windowText" lastClr="000000"/>
                        </a:solidFill>
                        <a:latin typeface="+mn-lt"/>
                      </a:endParaRPr>
                    </a:p>
                  </a:txBody>
                  <a:tcPr marL="121900" marR="121900" marT="121900" marB="121900">
                    <a:lnL w="38100" cap="flat" cmpd="sng">
                      <a:noFill/>
                      <a:prstDash val="solid"/>
                      <a:round/>
                      <a:headEnd type="none" w="sm" len="sm"/>
                      <a:tailEnd type="none" w="sm" len="sm"/>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noFill/>
                  </a:tcPr>
                </a:tc>
                <a:extLst>
                  <a:ext uri="{0D108BD9-81ED-4DB2-BD59-A6C34878D82A}">
                    <a16:rowId xmlns:a16="http://schemas.microsoft.com/office/drawing/2014/main" val="10005"/>
                  </a:ext>
                </a:extLst>
              </a:tr>
              <a:tr h="975320">
                <a:tc>
                  <a:txBody>
                    <a:bodyPr/>
                    <a:lstStyle/>
                    <a:p>
                      <a:pPr marL="57150" marR="0" lvl="0" indent="0" algn="l" rtl="0">
                        <a:lnSpc>
                          <a:spcPct val="100000"/>
                        </a:lnSpc>
                        <a:spcBef>
                          <a:spcPts val="0"/>
                        </a:spcBef>
                        <a:spcAft>
                          <a:spcPts val="0"/>
                        </a:spcAft>
                        <a:buClr>
                          <a:srgbClr val="000000"/>
                        </a:buClr>
                        <a:buSzPts val="1800"/>
                        <a:buFont typeface="Arial"/>
                        <a:buNone/>
                      </a:pPr>
                      <a:r>
                        <a:rPr lang="pl-PL" sz="2000" b="1" u="none" strike="noStrike" cap="none" dirty="0">
                          <a:solidFill>
                            <a:sysClr val="windowText" lastClr="000000"/>
                          </a:solidFill>
                          <a:latin typeface="+mn-lt"/>
                          <a:ea typeface="Georgia"/>
                          <a:cs typeface="Georgia"/>
                          <a:sym typeface="Georgia"/>
                        </a:rPr>
                        <a:t>The worst mistake you can make is the one you make on your own!</a:t>
                      </a:r>
                      <a:endParaRPr sz="1400" b="1" u="none" strike="noStrike" cap="none" dirty="0">
                        <a:solidFill>
                          <a:sysClr val="windowText" lastClr="000000"/>
                        </a:solidFill>
                        <a:latin typeface="+mn-lt"/>
                      </a:endParaRPr>
                    </a:p>
                  </a:txBody>
                  <a:tcPr marL="121900" marR="121900" marT="121900" marB="121900">
                    <a:lnL w="38100" cap="flat" cmpd="sng">
                      <a:noFill/>
                      <a:prstDash val="solid"/>
                      <a:round/>
                      <a:headEnd type="none" w="sm" len="sm"/>
                      <a:tailEnd type="none" w="sm" len="sm"/>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E8D4"/>
                    </a:solidFill>
                  </a:tcPr>
                </a:tc>
                <a:extLst>
                  <a:ext uri="{0D108BD9-81ED-4DB2-BD59-A6C34878D82A}">
                    <a16:rowId xmlns:a16="http://schemas.microsoft.com/office/drawing/2014/main" val="10006"/>
                  </a:ext>
                </a:extLst>
              </a:tr>
            </a:tbl>
          </a:graphicData>
        </a:graphic>
      </p:graphicFrame>
      <p:pic>
        <p:nvPicPr>
          <p:cNvPr id="10" name="Graphic 9">
            <a:extLst>
              <a:ext uri="{FF2B5EF4-FFF2-40B4-BE49-F238E27FC236}">
                <a16:creationId xmlns:a16="http://schemas.microsoft.com/office/drawing/2014/main" id="{837DA17F-3C06-7DE1-E72A-46EC2455D32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68604" y="1716457"/>
            <a:ext cx="548640" cy="548640"/>
          </a:xfrm>
          <a:prstGeom prst="rect">
            <a:avLst/>
          </a:prstGeom>
        </p:spPr>
      </p:pic>
      <p:pic>
        <p:nvPicPr>
          <p:cNvPr id="11" name="Graphic 10">
            <a:extLst>
              <a:ext uri="{FF2B5EF4-FFF2-40B4-BE49-F238E27FC236}">
                <a16:creationId xmlns:a16="http://schemas.microsoft.com/office/drawing/2014/main" id="{E6AD6836-A241-8848-D501-F7E49EF7E950}"/>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995389" y="2512784"/>
            <a:ext cx="548640" cy="548640"/>
          </a:xfrm>
          <a:prstGeom prst="rect">
            <a:avLst/>
          </a:prstGeom>
        </p:spPr>
      </p:pic>
      <p:pic>
        <p:nvPicPr>
          <p:cNvPr id="14" name="Graphic 13">
            <a:extLst>
              <a:ext uri="{FF2B5EF4-FFF2-40B4-BE49-F238E27FC236}">
                <a16:creationId xmlns:a16="http://schemas.microsoft.com/office/drawing/2014/main" id="{47C1CDB3-108C-8371-F888-C606E09D742B}"/>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005688" y="4032350"/>
            <a:ext cx="548640" cy="548640"/>
          </a:xfrm>
          <a:prstGeom prst="rect">
            <a:avLst/>
          </a:prstGeom>
        </p:spPr>
      </p:pic>
      <p:pic>
        <p:nvPicPr>
          <p:cNvPr id="19" name="Graphic 18">
            <a:extLst>
              <a:ext uri="{FF2B5EF4-FFF2-40B4-BE49-F238E27FC236}">
                <a16:creationId xmlns:a16="http://schemas.microsoft.com/office/drawing/2014/main" id="{8FAD7930-3CD5-74EA-CAC5-8EB69DD27F10}"/>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2568604" y="4993703"/>
            <a:ext cx="548640" cy="548640"/>
          </a:xfrm>
          <a:prstGeom prst="rect">
            <a:avLst/>
          </a:prstGeom>
        </p:spPr>
      </p:pic>
      <p:pic>
        <p:nvPicPr>
          <p:cNvPr id="22" name="Graphic 21">
            <a:extLst>
              <a:ext uri="{FF2B5EF4-FFF2-40B4-BE49-F238E27FC236}">
                <a16:creationId xmlns:a16="http://schemas.microsoft.com/office/drawing/2014/main" id="{C04040BE-0E96-A937-3DE4-168C3F2FAB35}"/>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092159" y="4062202"/>
            <a:ext cx="548640" cy="548640"/>
          </a:xfrm>
          <a:prstGeom prst="rect">
            <a:avLst/>
          </a:prstGeom>
        </p:spPr>
      </p:pic>
      <p:pic>
        <p:nvPicPr>
          <p:cNvPr id="25" name="Graphic 24">
            <a:extLst>
              <a:ext uri="{FF2B5EF4-FFF2-40B4-BE49-F238E27FC236}">
                <a16:creationId xmlns:a16="http://schemas.microsoft.com/office/drawing/2014/main" id="{7DE95CCD-2D13-D4D6-A407-817BED9A9F43}"/>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1069232" y="2523917"/>
            <a:ext cx="548640" cy="548640"/>
          </a:xfrm>
          <a:prstGeom prst="rect">
            <a:avLst/>
          </a:prstGeom>
        </p:spPr>
      </p:pic>
      <p:sp>
        <p:nvSpPr>
          <p:cNvPr id="26" name="Rectangle 25">
            <a:extLst>
              <a:ext uri="{FF2B5EF4-FFF2-40B4-BE49-F238E27FC236}">
                <a16:creationId xmlns:a16="http://schemas.microsoft.com/office/drawing/2014/main" id="{F41DF7AE-2E35-C539-B8E4-BC7DB766E35D}"/>
              </a:ext>
            </a:extLst>
          </p:cNvPr>
          <p:cNvSpPr/>
          <p:nvPr/>
        </p:nvSpPr>
        <p:spPr>
          <a:xfrm>
            <a:off x="5973795" y="1543412"/>
            <a:ext cx="269508" cy="269508"/>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600" b="1" dirty="0">
                <a:solidFill>
                  <a:sysClr val="windowText" lastClr="000000"/>
                </a:solidFill>
              </a:rPr>
              <a:t>1</a:t>
            </a:r>
            <a:endParaRPr lang="ru-RU" sz="1600" b="1" dirty="0">
              <a:solidFill>
                <a:sysClr val="windowText" lastClr="000000"/>
              </a:solidFill>
            </a:endParaRPr>
          </a:p>
        </p:txBody>
      </p:sp>
      <p:sp>
        <p:nvSpPr>
          <p:cNvPr id="27" name="Rectangle 26">
            <a:extLst>
              <a:ext uri="{FF2B5EF4-FFF2-40B4-BE49-F238E27FC236}">
                <a16:creationId xmlns:a16="http://schemas.microsoft.com/office/drawing/2014/main" id="{B05D064B-9F42-4C91-A6E7-FC97F733425D}"/>
              </a:ext>
            </a:extLst>
          </p:cNvPr>
          <p:cNvSpPr/>
          <p:nvPr/>
        </p:nvSpPr>
        <p:spPr>
          <a:xfrm>
            <a:off x="5973795" y="2041887"/>
            <a:ext cx="269508" cy="269508"/>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600" b="1" dirty="0">
                <a:solidFill>
                  <a:sysClr val="windowText" lastClr="000000"/>
                </a:solidFill>
              </a:rPr>
              <a:t>2</a:t>
            </a:r>
            <a:endParaRPr lang="ru-RU" sz="1600" b="1" dirty="0">
              <a:solidFill>
                <a:sysClr val="windowText" lastClr="000000"/>
              </a:solidFill>
            </a:endParaRPr>
          </a:p>
        </p:txBody>
      </p:sp>
      <p:sp>
        <p:nvSpPr>
          <p:cNvPr id="28" name="Rectangle 27">
            <a:extLst>
              <a:ext uri="{FF2B5EF4-FFF2-40B4-BE49-F238E27FC236}">
                <a16:creationId xmlns:a16="http://schemas.microsoft.com/office/drawing/2014/main" id="{1D084892-A682-DE2F-DA62-1CCC65300E56}"/>
              </a:ext>
            </a:extLst>
          </p:cNvPr>
          <p:cNvSpPr/>
          <p:nvPr/>
        </p:nvSpPr>
        <p:spPr>
          <a:xfrm>
            <a:off x="5973795" y="2553446"/>
            <a:ext cx="269508" cy="269508"/>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600" b="1" dirty="0">
                <a:solidFill>
                  <a:sysClr val="windowText" lastClr="000000"/>
                </a:solidFill>
              </a:rPr>
              <a:t>3</a:t>
            </a:r>
            <a:endParaRPr lang="ru-RU" sz="1600" b="1" dirty="0">
              <a:solidFill>
                <a:sysClr val="windowText" lastClr="000000"/>
              </a:solidFill>
            </a:endParaRPr>
          </a:p>
        </p:txBody>
      </p:sp>
      <p:sp>
        <p:nvSpPr>
          <p:cNvPr id="29" name="Rectangle 28">
            <a:extLst>
              <a:ext uri="{FF2B5EF4-FFF2-40B4-BE49-F238E27FC236}">
                <a16:creationId xmlns:a16="http://schemas.microsoft.com/office/drawing/2014/main" id="{7B1198DC-EDDE-2AC4-AA2C-D20C719469A3}"/>
              </a:ext>
            </a:extLst>
          </p:cNvPr>
          <p:cNvSpPr/>
          <p:nvPr/>
        </p:nvSpPr>
        <p:spPr>
          <a:xfrm>
            <a:off x="5973795" y="3065005"/>
            <a:ext cx="269508" cy="269508"/>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600" b="1" dirty="0">
                <a:solidFill>
                  <a:sysClr val="windowText" lastClr="000000"/>
                </a:solidFill>
              </a:rPr>
              <a:t>4</a:t>
            </a:r>
            <a:endParaRPr lang="ru-RU" sz="1600" b="1" dirty="0">
              <a:solidFill>
                <a:sysClr val="windowText" lastClr="000000"/>
              </a:solidFill>
            </a:endParaRPr>
          </a:p>
        </p:txBody>
      </p:sp>
      <p:sp>
        <p:nvSpPr>
          <p:cNvPr id="30" name="Rectangle 29">
            <a:extLst>
              <a:ext uri="{FF2B5EF4-FFF2-40B4-BE49-F238E27FC236}">
                <a16:creationId xmlns:a16="http://schemas.microsoft.com/office/drawing/2014/main" id="{81325531-5A28-8FB1-1368-97ADBC8B2D72}"/>
              </a:ext>
            </a:extLst>
          </p:cNvPr>
          <p:cNvSpPr/>
          <p:nvPr/>
        </p:nvSpPr>
        <p:spPr>
          <a:xfrm>
            <a:off x="5973795" y="3795484"/>
            <a:ext cx="269508" cy="269508"/>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600" b="1" dirty="0">
                <a:solidFill>
                  <a:sysClr val="windowText" lastClr="000000"/>
                </a:solidFill>
              </a:rPr>
              <a:t>5</a:t>
            </a:r>
            <a:endParaRPr lang="ru-RU" sz="1600" b="1" dirty="0">
              <a:solidFill>
                <a:sysClr val="windowText" lastClr="000000"/>
              </a:solidFill>
            </a:endParaRPr>
          </a:p>
        </p:txBody>
      </p:sp>
      <p:sp>
        <p:nvSpPr>
          <p:cNvPr id="31" name="Rectangle 30">
            <a:extLst>
              <a:ext uri="{FF2B5EF4-FFF2-40B4-BE49-F238E27FC236}">
                <a16:creationId xmlns:a16="http://schemas.microsoft.com/office/drawing/2014/main" id="{02BF4F0C-6475-8D1B-439A-916D9E184F84}"/>
              </a:ext>
            </a:extLst>
          </p:cNvPr>
          <p:cNvSpPr/>
          <p:nvPr/>
        </p:nvSpPr>
        <p:spPr>
          <a:xfrm>
            <a:off x="5973795" y="4300808"/>
            <a:ext cx="269508" cy="269508"/>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600" b="1" dirty="0">
                <a:solidFill>
                  <a:sysClr val="windowText" lastClr="000000"/>
                </a:solidFill>
              </a:rPr>
              <a:t>6</a:t>
            </a:r>
            <a:endParaRPr lang="ru-RU" sz="1600" b="1" dirty="0">
              <a:solidFill>
                <a:sysClr val="windowText" lastClr="000000"/>
              </a:solidFill>
            </a:endParaRPr>
          </a:p>
        </p:txBody>
      </p:sp>
    </p:spTree>
    <p:extLst>
      <p:ext uri="{BB962C8B-B14F-4D97-AF65-F5344CB8AC3E}">
        <p14:creationId xmlns:p14="http://schemas.microsoft.com/office/powerpoint/2010/main" val="283722556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8449A869-B80C-121F-65C2-BFE49DA23DBC}"/>
              </a:ext>
            </a:extLst>
          </p:cNvPr>
          <p:cNvSpPr>
            <a:spLocks noGrp="1"/>
          </p:cNvSpPr>
          <p:nvPr>
            <p:ph type="ftr" sz="quarter" idx="3"/>
          </p:nvPr>
        </p:nvSpPr>
        <p:spPr/>
        <p:txBody>
          <a:bodyPr/>
          <a:lstStyle/>
          <a:p>
            <a:r>
              <a:rPr lang="en-US"/>
              <a:t>PwC Risk Management</a:t>
            </a:r>
          </a:p>
        </p:txBody>
      </p:sp>
      <p:sp>
        <p:nvSpPr>
          <p:cNvPr id="3" name="Slide Number Placeholder 2">
            <a:extLst>
              <a:ext uri="{FF2B5EF4-FFF2-40B4-BE49-F238E27FC236}">
                <a16:creationId xmlns:a16="http://schemas.microsoft.com/office/drawing/2014/main" id="{D9CF03F3-CA50-9009-4AF6-0162A2CB90C6}"/>
              </a:ext>
            </a:extLst>
          </p:cNvPr>
          <p:cNvSpPr>
            <a:spLocks noGrp="1"/>
          </p:cNvSpPr>
          <p:nvPr>
            <p:ph type="sldNum" sz="quarter" idx="4"/>
          </p:nvPr>
        </p:nvSpPr>
        <p:spPr/>
        <p:txBody>
          <a:bodyPr/>
          <a:lstStyle/>
          <a:p>
            <a:fld id="{3E6AC032-1535-134B-A583-D5E1DDD0D167}" type="slidenum">
              <a:rPr lang="en-US" smtClean="0"/>
              <a:pPr/>
              <a:t>13</a:t>
            </a:fld>
            <a:endParaRPr lang="en-US"/>
          </a:p>
        </p:txBody>
      </p:sp>
      <p:sp>
        <p:nvSpPr>
          <p:cNvPr id="4" name="Content Placeholder 3">
            <a:extLst>
              <a:ext uri="{FF2B5EF4-FFF2-40B4-BE49-F238E27FC236}">
                <a16:creationId xmlns:a16="http://schemas.microsoft.com/office/drawing/2014/main" id="{7DD397C2-3C41-26A5-1EB4-AD089D3D3FED}"/>
              </a:ext>
            </a:extLst>
          </p:cNvPr>
          <p:cNvSpPr>
            <a:spLocks noGrp="1"/>
          </p:cNvSpPr>
          <p:nvPr>
            <p:ph sz="quarter" idx="10"/>
          </p:nvPr>
        </p:nvSpPr>
        <p:spPr/>
        <p:txBody>
          <a:bodyPr/>
          <a:lstStyle/>
          <a:p>
            <a:pPr fontAlgn="base"/>
            <a:r>
              <a:rPr lang="ru-RU" dirty="0" err="1"/>
              <a:t>Visit</a:t>
            </a:r>
            <a:r>
              <a:rPr lang="ru-RU" dirty="0"/>
              <a:t> </a:t>
            </a:r>
            <a:r>
              <a:rPr lang="ru-RU" dirty="0" err="1"/>
              <a:t>us</a:t>
            </a:r>
            <a:r>
              <a:rPr lang="ru-RU" dirty="0"/>
              <a:t> </a:t>
            </a:r>
            <a:r>
              <a:rPr lang="ru-RU" dirty="0" err="1"/>
              <a:t>at</a:t>
            </a:r>
            <a:r>
              <a:rPr lang="ru-RU" dirty="0"/>
              <a:t> </a:t>
            </a:r>
            <a:r>
              <a:rPr lang="ru-RU" dirty="0">
                <a:hlinkClick r:id="rId2" tooltip="Original URL: https://pwceur.sharepoint.com/sites/GBL-xLoS-CEE-xLos-Risk-and-Quality. Click or tap if you trust this link."/>
              </a:rPr>
              <a:t>CEE Risk &amp; Quality </a:t>
            </a:r>
            <a:r>
              <a:rPr lang="ru-RU" dirty="0" err="1">
                <a:hlinkClick r:id="rId2" tooltip="Original URL: https://pwceur.sharepoint.com/sites/GBL-xLoS-CEE-xLos-Risk-and-Quality. Click or tap if you trust this link."/>
              </a:rPr>
              <a:t>Website</a:t>
            </a:r>
            <a:endParaRPr lang="ru-RU" b="0" dirty="0"/>
          </a:p>
          <a:p>
            <a:pPr fontAlgn="base"/>
            <a:r>
              <a:rPr lang="ru-RU" dirty="0" err="1"/>
              <a:t>Sanctions</a:t>
            </a:r>
            <a:r>
              <a:rPr lang="ru-RU" dirty="0"/>
              <a:t> </a:t>
            </a:r>
            <a:r>
              <a:rPr lang="ru-RU" dirty="0" err="1"/>
              <a:t>check</a:t>
            </a:r>
            <a:r>
              <a:rPr lang="ru-RU" b="0" dirty="0"/>
              <a:t> - </a:t>
            </a:r>
            <a:r>
              <a:rPr lang="ru-RU" dirty="0">
                <a:hlinkClick r:id="rId3" tooltip="https://forms.office.com/pages/responsepage.aspx?id=oJQyUSA-skGpcG0wvxVG-pHWnl1k88dOu2Z9yH_EfVpUNDEyOEtPV0wyRUJXVEYxSEZRQzI1MlBPNCQlQCN0PWcu&amp;route=shorturl"/>
              </a:rPr>
              <a:t>Link</a:t>
            </a:r>
            <a:endParaRPr lang="ru-RU" b="0" dirty="0"/>
          </a:p>
          <a:p>
            <a:pPr fontAlgn="base"/>
            <a:r>
              <a:rPr lang="ru-RU" dirty="0" err="1"/>
              <a:t>ServiceNow</a:t>
            </a:r>
            <a:r>
              <a:rPr lang="ru-RU" dirty="0"/>
              <a:t> </a:t>
            </a:r>
            <a:r>
              <a:rPr lang="ru-RU" dirty="0" err="1"/>
              <a:t>support</a:t>
            </a:r>
            <a:r>
              <a:rPr lang="ru-RU" dirty="0"/>
              <a:t> </a:t>
            </a:r>
            <a:r>
              <a:rPr lang="ru-RU" dirty="0" err="1"/>
              <a:t>from</a:t>
            </a:r>
            <a:r>
              <a:rPr lang="ru-RU" dirty="0"/>
              <a:t> </a:t>
            </a:r>
            <a:r>
              <a:rPr lang="ru-RU" dirty="0" err="1"/>
              <a:t>the</a:t>
            </a:r>
            <a:r>
              <a:rPr lang="ru-RU" dirty="0"/>
              <a:t> SSC Eurasia </a:t>
            </a:r>
            <a:r>
              <a:rPr lang="ru-RU" dirty="0" err="1"/>
              <a:t>Advisory</a:t>
            </a:r>
            <a:r>
              <a:rPr lang="ru-RU" dirty="0"/>
              <a:t> </a:t>
            </a:r>
            <a:r>
              <a:rPr lang="ru-RU" dirty="0" err="1"/>
              <a:t>team</a:t>
            </a:r>
            <a:r>
              <a:rPr lang="ru-RU" dirty="0"/>
              <a:t> </a:t>
            </a:r>
            <a:r>
              <a:rPr lang="ru-RU" dirty="0">
                <a:hlinkClick r:id="rId4" tooltip="https://pwcnetwork.service-now.com/hub?id=sc_cat_item&amp;sys_id=f7fc45bf1b78651075bfca62604bcb12"/>
              </a:rPr>
              <a:t>RM </a:t>
            </a:r>
            <a:r>
              <a:rPr lang="ru-RU" dirty="0" err="1">
                <a:hlinkClick r:id="rId4" tooltip="https://pwcnetwork.service-now.com/hub?id=sc_cat_item&amp;sys_id=f7fc45bf1b78651075bfca62604bcb12"/>
              </a:rPr>
              <a:t>Ticket</a:t>
            </a:r>
            <a:endParaRPr lang="ru-RU" b="0" dirty="0"/>
          </a:p>
          <a:p>
            <a:endParaRPr lang="ru-RU" dirty="0"/>
          </a:p>
        </p:txBody>
      </p:sp>
      <p:sp>
        <p:nvSpPr>
          <p:cNvPr id="5" name="Title 4">
            <a:extLst>
              <a:ext uri="{FF2B5EF4-FFF2-40B4-BE49-F238E27FC236}">
                <a16:creationId xmlns:a16="http://schemas.microsoft.com/office/drawing/2014/main" id="{C43FA6C5-331A-6150-9798-BA27D7B9029D}"/>
              </a:ext>
            </a:extLst>
          </p:cNvPr>
          <p:cNvSpPr>
            <a:spLocks noGrp="1"/>
          </p:cNvSpPr>
          <p:nvPr>
            <p:ph type="title"/>
          </p:nvPr>
        </p:nvSpPr>
        <p:spPr/>
        <p:txBody>
          <a:bodyPr/>
          <a:lstStyle/>
          <a:p>
            <a:r>
              <a:rPr lang="en-US" dirty="0"/>
              <a:t>Useful links</a:t>
            </a:r>
            <a:endParaRPr lang="ru-RU" dirty="0"/>
          </a:p>
        </p:txBody>
      </p:sp>
    </p:spTree>
    <p:extLst>
      <p:ext uri="{BB962C8B-B14F-4D97-AF65-F5344CB8AC3E}">
        <p14:creationId xmlns:p14="http://schemas.microsoft.com/office/powerpoint/2010/main" val="420268885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189581F2-593A-89D6-A13D-D744F359C156}"/>
              </a:ext>
            </a:extLst>
          </p:cNvPr>
          <p:cNvSpPr>
            <a:spLocks noGrp="1"/>
          </p:cNvSpPr>
          <p:nvPr>
            <p:ph type="ctrTitle"/>
          </p:nvPr>
        </p:nvSpPr>
        <p:spPr>
          <a:xfrm>
            <a:off x="402336" y="1946275"/>
            <a:ext cx="6629400" cy="1482725"/>
          </a:xfrm>
        </p:spPr>
        <p:txBody>
          <a:bodyPr/>
          <a:lstStyle/>
          <a:p>
            <a:r>
              <a:rPr lang="en-GB" noProof="0"/>
              <a:t>Thank you</a:t>
            </a:r>
          </a:p>
        </p:txBody>
      </p:sp>
      <p:sp>
        <p:nvSpPr>
          <p:cNvPr id="3" name="Subtitle 2">
            <a:extLst>
              <a:ext uri="{FF2B5EF4-FFF2-40B4-BE49-F238E27FC236}">
                <a16:creationId xmlns:a16="http://schemas.microsoft.com/office/drawing/2014/main" id="{B5A47427-AF5F-80D7-55B7-5131ED20F8F2}"/>
              </a:ext>
            </a:extLst>
          </p:cNvPr>
          <p:cNvSpPr>
            <a:spLocks noGrp="1"/>
          </p:cNvSpPr>
          <p:nvPr>
            <p:ph type="subTitle" idx="1"/>
          </p:nvPr>
        </p:nvSpPr>
        <p:spPr>
          <a:xfrm>
            <a:off x="5197150" y="4823926"/>
            <a:ext cx="6604325" cy="1655540"/>
          </a:xfrm>
        </p:spPr>
        <p:txBody>
          <a:bodyPr/>
          <a:lstStyle/>
          <a:p>
            <a:r>
              <a:rPr lang="en-US" dirty="0">
                <a:sym typeface="Arial"/>
              </a:rPr>
              <a:t>© 2026 PwC. All rights reserved. Not for further distribution without the permission of PwC. "PwC" refers to the network of member firms of PricewaterhouseCoopers International Limited (</a:t>
            </a:r>
            <a:r>
              <a:rPr lang="en-US" dirty="0" err="1">
                <a:sym typeface="Arial"/>
              </a:rPr>
              <a:t>PwCIL</a:t>
            </a:r>
            <a:r>
              <a:rPr lang="en-US" dirty="0">
                <a:sym typeface="Arial"/>
              </a:rPr>
              <a:t>), or, as the context requires, individual member firms of the PwC network. Each member firm is a separate legal entity and does not act as agent of </a:t>
            </a:r>
            <a:r>
              <a:rPr lang="en-US" dirty="0" err="1">
                <a:sym typeface="Arial"/>
              </a:rPr>
              <a:t>PwCIL</a:t>
            </a:r>
            <a:r>
              <a:rPr lang="en-US" dirty="0">
                <a:sym typeface="Arial"/>
              </a:rPr>
              <a:t> or any other member firm. </a:t>
            </a:r>
            <a:r>
              <a:rPr lang="en-US" dirty="0" err="1">
                <a:sym typeface="Arial"/>
              </a:rPr>
              <a:t>PwCIL</a:t>
            </a:r>
            <a:r>
              <a:rPr lang="en-US" dirty="0">
                <a:sym typeface="Arial"/>
              </a:rPr>
              <a:t> does not provide any services to clients. </a:t>
            </a:r>
            <a:r>
              <a:rPr lang="en-US" dirty="0" err="1">
                <a:sym typeface="Arial"/>
              </a:rPr>
              <a:t>PwCIL</a:t>
            </a:r>
            <a:r>
              <a:rPr lang="en-US" dirty="0">
                <a:sym typeface="Arial"/>
              </a:rPr>
              <a:t> is not responsible or liable for the acts or omissions of any of its member firms nor can it control the exercise of their professional judgment or bind them in any way. No member firm is responsible or liable for the acts or omissions of any other member firm nor can it control the exercise of another member firm's professional judgment or bind another member firm or </a:t>
            </a:r>
            <a:r>
              <a:rPr lang="en-US" dirty="0" err="1">
                <a:sym typeface="Arial"/>
              </a:rPr>
              <a:t>PwCIL</a:t>
            </a:r>
            <a:r>
              <a:rPr lang="en-US" dirty="0">
                <a:sym typeface="Arial"/>
              </a:rPr>
              <a:t> in any way.</a:t>
            </a:r>
          </a:p>
        </p:txBody>
      </p:sp>
    </p:spTree>
    <p:extLst>
      <p:ext uri="{BB962C8B-B14F-4D97-AF65-F5344CB8AC3E}">
        <p14:creationId xmlns:p14="http://schemas.microsoft.com/office/powerpoint/2010/main" val="1313512368"/>
      </p:ext>
    </p:extLst>
  </p:cSld>
  <p:clrMapOvr>
    <a:masterClrMapping/>
  </p:clrMapOvr>
</p:sld>
</file>

<file path=ppt/theme/theme1.xml><?xml version="1.0" encoding="utf-8"?>
<a:theme xmlns:a="http://schemas.openxmlformats.org/drawingml/2006/main" name="1_PwC Slide Master">
  <a:themeElements>
    <a:clrScheme name="PwC Office Colours">
      <a:dk1>
        <a:srgbClr val="000000"/>
      </a:dk1>
      <a:lt1>
        <a:srgbClr val="FFFFFF"/>
      </a:lt1>
      <a:dk2>
        <a:srgbClr val="000000"/>
      </a:dk2>
      <a:lt2>
        <a:srgbClr val="EBEBEB"/>
      </a:lt2>
      <a:accent1>
        <a:srgbClr val="FD5108"/>
      </a:accent1>
      <a:accent2>
        <a:srgbClr val="FE7C39"/>
      </a:accent2>
      <a:accent3>
        <a:srgbClr val="FFAA72"/>
      </a:accent3>
      <a:accent4>
        <a:srgbClr val="A1A8B3"/>
      </a:accent4>
      <a:accent5>
        <a:srgbClr val="B5BCC4"/>
      </a:accent5>
      <a:accent6>
        <a:srgbClr val="CBD1D6"/>
      </a:accent6>
      <a:hlink>
        <a:srgbClr val="000000"/>
      </a:hlink>
      <a:folHlink>
        <a:srgbClr val="A1A8B3"/>
      </a:folHlink>
    </a:clrScheme>
    <a:fontScheme name="PwC Office Fonts">
      <a:majorFont>
        <a:latin typeface="Georgia"/>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2"/>
        </a:solidFill>
        <a:ln>
          <a:no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lnDef>
      <a:spPr>
        <a:ln w="12700">
          <a:solidFill>
            <a:schemeClr val="tx1"/>
          </a:solidFill>
        </a:ln>
      </a:spPr>
      <a:bodyPr/>
      <a:lstStyle/>
      <a:style>
        <a:lnRef idx="2">
          <a:schemeClr val="accent1"/>
        </a:lnRef>
        <a:fillRef idx="0">
          <a:schemeClr val="accent1"/>
        </a:fillRef>
        <a:effectRef idx="1">
          <a:schemeClr val="accent1"/>
        </a:effectRef>
        <a:fontRef idx="minor">
          <a:schemeClr val="tx1"/>
        </a:fontRef>
      </a:style>
    </a:lnDef>
    <a:txDef>
      <a:spPr>
        <a:noFill/>
      </a:spPr>
      <a:bodyPr wrap="square" lIns="0" tIns="0" rIns="0" bIns="0" rtlCol="0">
        <a:noAutofit/>
      </a:bodyPr>
      <a:lstStyle>
        <a:defPPr algn="l">
          <a:defRPr sz="1600" dirty="0" err="1" smtClean="0">
            <a:latin typeface="+mj-lt"/>
          </a:defRPr>
        </a:defPPr>
      </a:lstStyle>
    </a:txDef>
  </a:objectDefaults>
  <a:extraClrSchemeLst/>
  <a:custClrLst>
    <a:custClr name="Orange">
      <a:srgbClr val="FD5108"/>
    </a:custClr>
    <a:custClr name="Medium Orange">
      <a:srgbClr val="FE7C39"/>
    </a:custClr>
    <a:custClr name="Light Orange">
      <a:srgbClr val="FFAA72"/>
    </a:custClr>
    <a:custClr name="Orange Tint 1">
      <a:srgbClr val="FFCDA8"/>
    </a:custClr>
    <a:custClr name="Orange Tint 2">
      <a:srgbClr val="FFE8D4"/>
    </a:custClr>
    <a:custClr name="Orange Tint 3">
      <a:srgbClr val="FFF5ED"/>
    </a:custClr>
    <a:custClr name="Blank">
      <a:srgbClr val="FFFFFF"/>
    </a:custClr>
    <a:custClr name="Blank">
      <a:srgbClr val="FFFFFF"/>
    </a:custClr>
    <a:custClr name="Blank">
      <a:srgbClr val="FFFFFF"/>
    </a:custClr>
    <a:custClr name="Blank">
      <a:srgbClr val="FFFFFF"/>
    </a:custClr>
    <a:custClr name="Grey">
      <a:srgbClr val="A1A8B3"/>
    </a:custClr>
    <a:custClr name="Medium Grey">
      <a:srgbClr val="B5BCC4"/>
    </a:custClr>
    <a:custClr name="Light Grey">
      <a:srgbClr val="CBD1D6"/>
    </a:custClr>
    <a:custClr name="Grey Tint 1">
      <a:srgbClr val="DFE3E6"/>
    </a:custClr>
    <a:custClr name="Grey Tint 2">
      <a:srgbClr val="EEEFF1"/>
    </a:custClr>
    <a:custClr name="Grey Tint 3">
      <a:srgbClr val="F5F7F8"/>
    </a:custClr>
  </a:custClrLst>
  <a:extLst>
    <a:ext uri="{05A4C25C-085E-4340-85A3-A5531E510DB2}">
      <thm15:themeFamily xmlns:thm15="http://schemas.microsoft.com/office/thememl/2012/main" name="PwC_ppt_template" id="{0B296F49-9839-BE48-A6B0-07FAE54AD4FB}" vid="{251455FA-3AFB-1547-9744-D9A806732972}"/>
    </a:ext>
  </a:extLst>
</a:theme>
</file>

<file path=ppt/theme/theme2.xml><?xml version="1.0" encoding="utf-8"?>
<a:theme xmlns:a="http://schemas.openxmlformats.org/drawingml/2006/main" name="PwC Slide Master">
  <a:themeElements>
    <a:clrScheme name="PwC Office Colours">
      <a:dk1>
        <a:srgbClr val="000000"/>
      </a:dk1>
      <a:lt1>
        <a:srgbClr val="FFFFFF"/>
      </a:lt1>
      <a:dk2>
        <a:srgbClr val="000000"/>
      </a:dk2>
      <a:lt2>
        <a:srgbClr val="EBEBEB"/>
      </a:lt2>
      <a:accent1>
        <a:srgbClr val="FD5108"/>
      </a:accent1>
      <a:accent2>
        <a:srgbClr val="FE7C39"/>
      </a:accent2>
      <a:accent3>
        <a:srgbClr val="FFAA72"/>
      </a:accent3>
      <a:accent4>
        <a:srgbClr val="A1A8B3"/>
      </a:accent4>
      <a:accent5>
        <a:srgbClr val="B5BCC4"/>
      </a:accent5>
      <a:accent6>
        <a:srgbClr val="CBD1D6"/>
      </a:accent6>
      <a:hlink>
        <a:srgbClr val="000000"/>
      </a:hlink>
      <a:folHlink>
        <a:srgbClr val="A1A8B3"/>
      </a:folHlink>
    </a:clrScheme>
    <a:fontScheme name="PwC Office Fonts">
      <a:majorFont>
        <a:latin typeface="Georgia"/>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2"/>
        </a:solidFill>
        <a:ln>
          <a:no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lnDef>
      <a:spPr>
        <a:ln w="12700">
          <a:solidFill>
            <a:schemeClr val="tx1"/>
          </a:solidFill>
        </a:ln>
      </a:spPr>
      <a:bodyPr/>
      <a:lstStyle/>
      <a:style>
        <a:lnRef idx="2">
          <a:schemeClr val="accent1"/>
        </a:lnRef>
        <a:fillRef idx="0">
          <a:schemeClr val="accent1"/>
        </a:fillRef>
        <a:effectRef idx="1">
          <a:schemeClr val="accent1"/>
        </a:effectRef>
        <a:fontRef idx="minor">
          <a:schemeClr val="tx1"/>
        </a:fontRef>
      </a:style>
    </a:lnDef>
    <a:txDef>
      <a:spPr>
        <a:noFill/>
      </a:spPr>
      <a:bodyPr wrap="square" lIns="0" tIns="0" rIns="0" bIns="0" rtlCol="0">
        <a:noAutofit/>
      </a:bodyPr>
      <a:lstStyle>
        <a:defPPr algn="l">
          <a:defRPr sz="1600" dirty="0" err="1" smtClean="0">
            <a:latin typeface="+mj-lt"/>
          </a:defRPr>
        </a:defPPr>
      </a:lstStyle>
    </a:txDef>
  </a:objectDefaults>
  <a:extraClrSchemeLst/>
  <a:custClrLst>
    <a:custClr name="Orange">
      <a:srgbClr val="FD5108"/>
    </a:custClr>
    <a:custClr name="Medium Orange">
      <a:srgbClr val="FE7C39"/>
    </a:custClr>
    <a:custClr name="Light Orange">
      <a:srgbClr val="FFAA72"/>
    </a:custClr>
    <a:custClr name="Orange Tint 1">
      <a:srgbClr val="FFCDA8"/>
    </a:custClr>
    <a:custClr name="Orange Tint 2">
      <a:srgbClr val="FFE8D4"/>
    </a:custClr>
    <a:custClr name="Orange Tint 3">
      <a:srgbClr val="FFF5ED"/>
    </a:custClr>
    <a:custClr name="Blank">
      <a:srgbClr val="FFFFFF"/>
    </a:custClr>
    <a:custClr name="Blank">
      <a:srgbClr val="FFFFFF"/>
    </a:custClr>
    <a:custClr name="Blank">
      <a:srgbClr val="FFFFFF"/>
    </a:custClr>
    <a:custClr name="Blank">
      <a:srgbClr val="FFFFFF"/>
    </a:custClr>
    <a:custClr name="Grey">
      <a:srgbClr val="A1A8B3"/>
    </a:custClr>
    <a:custClr name="Medium Grey">
      <a:srgbClr val="B5BCC4"/>
    </a:custClr>
    <a:custClr name="Light Grey">
      <a:srgbClr val="CBD1D6"/>
    </a:custClr>
    <a:custClr name="Grey Tint 1">
      <a:srgbClr val="DFE3E6"/>
    </a:custClr>
    <a:custClr name="Grey Tint 2">
      <a:srgbClr val="EEEFF1"/>
    </a:custClr>
    <a:custClr name="Grey Tint 3">
      <a:srgbClr val="F5F7F8"/>
    </a:custClr>
  </a:custClrLst>
  <a:extLst>
    <a:ext uri="{05A4C25C-085E-4340-85A3-A5531E510DB2}">
      <thm15:themeFamily xmlns:thm15="http://schemas.microsoft.com/office/thememl/2012/main" name="PwC_ppt_template" id="{4CEFDDFA-E6F6-E148-85E7-7FD761DA9A39}" vid="{4235F95A-BDD2-F14F-A7C1-37149C6A0C91}"/>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702454D1-E47C-8143-BD11-D1CE754A9956}">
  <we:reference id="2cb3dfe7-199f-46bf-bb56-17a7fca0f469" version="14.1.0.1" store="EXCatalog" storeType="EXCatalog"/>
  <we:alternateReferences/>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97e8b437-35a7-403d-b441-9a58c785291c" xsi:nil="true"/>
    <lcf76f155ced4ddcb4097134ff3c332f xmlns="3a9c51b2-9e0f-4bc2-9910-ef1614313984">
      <Terms xmlns="http://schemas.microsoft.com/office/infopath/2007/PartnerControls"/>
    </lcf76f155ced4ddcb4097134ff3c332f>
    <_dlc_DocId xmlns="97e8b437-35a7-403d-b441-9a58c785291c">EWEH37SXK6E7-1222720316-877</_dlc_DocId>
    <_dlc_DocIdUrl xmlns="97e8b437-35a7-403d-b441-9a58c785291c">
      <Url>https://polpwc.sharepoint.com/sites/KZ-SD-0AHD0o_jXjSKtUk9PVA/_layouts/15/DocIdRedir.aspx?ID=EWEH37SXK6E7-1222720316-877</Url>
      <Description>EWEH37SXK6E7-1222720316-877</Description>
    </_dlc_DocIdUrl>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8D26D05D9E76784389331D128FBB662F" ma:contentTypeVersion="11" ma:contentTypeDescription="Create a new document." ma:contentTypeScope="" ma:versionID="db1ff85b90d27bc7f15e0d7d10fb999c">
  <xsd:schema xmlns:xsd="http://www.w3.org/2001/XMLSchema" xmlns:xs="http://www.w3.org/2001/XMLSchema" xmlns:p="http://schemas.microsoft.com/office/2006/metadata/properties" xmlns:ns2="97e8b437-35a7-403d-b441-9a58c785291c" xmlns:ns3="3a9c51b2-9e0f-4bc2-9910-ef1614313984" targetNamespace="http://schemas.microsoft.com/office/2006/metadata/properties" ma:root="true" ma:fieldsID="abe7f5b73667b9bde4227a8167c12125" ns2:_="" ns3:_="">
    <xsd:import namespace="97e8b437-35a7-403d-b441-9a58c785291c"/>
    <xsd:import namespace="3a9c51b2-9e0f-4bc2-9910-ef1614313984"/>
    <xsd:element name="properties">
      <xsd:complexType>
        <xsd:sequence>
          <xsd:element name="documentManagement">
            <xsd:complexType>
              <xsd:all>
                <xsd:element ref="ns2:_dlc_DocId" minOccurs="0"/>
                <xsd:element ref="ns2:_dlc_DocIdUrl" minOccurs="0"/>
                <xsd:element ref="ns2:_dlc_DocIdPersistId" minOccurs="0"/>
                <xsd:element ref="ns3:MediaServiceMetadata" minOccurs="0"/>
                <xsd:element ref="ns3:MediaServiceFastMetadata" minOccurs="0"/>
                <xsd:element ref="ns3:MediaServiceSearchProperties" minOccurs="0"/>
                <xsd:element ref="ns3:MediaServiceDateTaken" minOccurs="0"/>
                <xsd:element ref="ns3:lcf76f155ced4ddcb4097134ff3c332f" minOccurs="0"/>
                <xsd:element ref="ns2:TaxCatchAll" minOccurs="0"/>
                <xsd:element ref="ns3:MediaServiceOCR" minOccurs="0"/>
                <xsd:element ref="ns3:MediaServiceGenerationTime" minOccurs="0"/>
                <xsd:element ref="ns3: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7e8b437-35a7-403d-b441-9a58c785291c" elementFormDefault="qualified">
    <xsd:import namespace="http://schemas.microsoft.com/office/2006/documentManagement/types"/>
    <xsd:import namespace="http://schemas.microsoft.com/office/infopath/2007/PartnerControls"/>
    <xsd:element name="_dlc_DocId" ma:index="8" nillable="true" ma:displayName="Document ID Value" ma:description="The value of the document ID assigned to this item." ma:indexed="true" ma:internalName="_dlc_DocId" ma:readOnly="true">
      <xsd:simpleType>
        <xsd:restriction base="dms:Text"/>
      </xsd:simpleType>
    </xsd:element>
    <xsd:element name="_dlc_DocIdUrl" ma:index="9" nillable="true" ma:displayName="Document ID" ma:description="Permanent link to this document." ma:hidden="true" ma:internalName="_dlc_DocIdUrl" ma:readOnly="true">
      <xsd:complexType>
        <xsd:complexContent>
          <xsd:extension base="dms:URL">
            <xsd:sequence>
              <xsd:element name="Url" type="dms:ValidUrl" minOccurs="0" nillable="true"/>
              <xsd:element name="Description" type="xsd:string" nillable="true"/>
            </xsd:sequence>
          </xsd:extension>
        </xsd:complexContent>
      </xsd:complexType>
    </xsd:element>
    <xsd:element name="_dlc_DocIdPersistId" ma:index="10" nillable="true" ma:displayName="Persist ID" ma:description="Keep ID on add." ma:hidden="true" ma:internalName="_dlc_DocIdPersistId" ma:readOnly="true">
      <xsd:simpleType>
        <xsd:restriction base="dms:Boolean"/>
      </xsd:simpleType>
    </xsd:element>
    <xsd:element name="TaxCatchAll" ma:index="17" nillable="true" ma:displayName="Taxonomy Catch All Column" ma:hidden="true" ma:list="{d6caf6a9-a355-43e7-a37c-ae4de4ef2ab5}" ma:internalName="TaxCatchAll" ma:showField="CatchAllData" ma:web="97e8b437-35a7-403d-b441-9a58c785291c">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3a9c51b2-9e0f-4bc2-9910-ef1614313984"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SearchProperties" ma:index="13" nillable="true" ma:displayName="MediaServiceSearchProperties" ma:hidden="true" ma:internalName="MediaServiceSearchProperties" ma:readOnly="true">
      <xsd:simpleType>
        <xsd:restriction base="dms:Note"/>
      </xsd:simpleType>
    </xsd:element>
    <xsd:element name="MediaServiceDateTaken" ma:index="14" nillable="true" ma:displayName="MediaServiceDateTaken" ma:hidden="true" ma:indexed="true" ma:internalName="MediaServiceDateTaken" ma:readOnly="true">
      <xsd:simpleType>
        <xsd:restriction base="dms:Text"/>
      </xsd:simpleType>
    </xsd:element>
    <xsd:element name="lcf76f155ced4ddcb4097134ff3c332f" ma:index="16" nillable="true" ma:taxonomy="true" ma:internalName="lcf76f155ced4ddcb4097134ff3c332f" ma:taxonomyFieldName="MediaServiceImageTags" ma:displayName="Image Tags" ma:readOnly="false" ma:fieldId="{5cf76f15-5ced-4ddc-b409-7134ff3c332f}" ma:taxonomyMulti="true" ma:sspId="47bde53e-b0a2-4e98-8550-8a152603f3a2" ma:termSetId="09814cd3-568e-fe90-9814-8d621ff8fb84" ma:anchorId="fba54fb3-c3e1-fe81-a776-ca4b69148c4d" ma:open="true" ma:isKeyword="false">
      <xsd:complexType>
        <xsd:sequence>
          <xsd:element ref="pc:Terms" minOccurs="0" maxOccurs="1"/>
        </xsd:sequence>
      </xsd:complexType>
    </xsd:element>
    <xsd:element name="MediaServiceOCR" ma:index="18" nillable="true" ma:displayName="Extracted Text" ma:internalName="MediaServiceOCR" ma:readOnly="true">
      <xsd:simpleType>
        <xsd:restriction base="dms:Note">
          <xsd:maxLength value="255"/>
        </xsd:restriction>
      </xsd:simple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4.xml><?xml version="1.0" encoding="utf-8"?>
<?mso-contentType ?>
<spe:Receivers xmlns:spe="http://schemas.microsoft.com/sharepoint/events">
  <Receiver>
    <Name>Document ID Generator</Name>
    <Synchronization>Synchronous</Synchronization>
    <Type>10001</Type>
    <SequenceNumber>1000</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10002</Type>
    <SequenceNumber>1001</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10004</Type>
    <SequenceNumber>1002</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10006</Type>
    <SequenceNumber>1003</SequenceNumber>
    <Url/>
    <Assembly>Microsoft.Office.DocumentManagement, Version=16.0.0.0, Culture=neutral, PublicKeyToken=71e9bce111e9429c</Assembly>
    <Class>Microsoft.Office.DocumentManagement.Internal.DocIdHandler</Class>
    <Data/>
    <Filter/>
  </Receiver>
</spe:Receivers>
</file>

<file path=customXml/itemProps1.xml><?xml version="1.0" encoding="utf-8"?>
<ds:datastoreItem xmlns:ds="http://schemas.openxmlformats.org/officeDocument/2006/customXml" ds:itemID="{FA758F2C-2961-4F3E-AF6C-A7AAF8C806B2}">
  <ds:schemaRefs>
    <ds:schemaRef ds:uri="0056b031-4573-4fe7-80ee-265e69623125"/>
    <ds:schemaRef ds:uri="0eb31e45-9e7a-4b27-9c00-9fad91bc3e81"/>
    <ds:schemaRef ds:uri="2b5d75f8-4be9-4138-8cdb-24158306651c"/>
    <ds:schemaRef ds:uri="34019470-8c37-432e-bd60-e96f16f3b3a2"/>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 ds:uri="8ca74ca8-7f6e-4540-bd23-28d8a9f97d31"/>
    <ds:schemaRef ds:uri="c2ecb849-8ecd-4031-bff6-c06255e80cba"/>
    <ds:schemaRef ds:uri="5863b4a2-8897-49db-b918-c06bffd2282e"/>
    <ds:schemaRef ds:uri="8f266713-a88b-449d-980c-9245e572258f"/>
  </ds:schemaRefs>
</ds:datastoreItem>
</file>

<file path=customXml/itemProps2.xml><?xml version="1.0" encoding="utf-8"?>
<ds:datastoreItem xmlns:ds="http://schemas.openxmlformats.org/officeDocument/2006/customXml" ds:itemID="{361F0112-1749-42F2-9EAF-1814486896DE}"/>
</file>

<file path=customXml/itemProps3.xml><?xml version="1.0" encoding="utf-8"?>
<ds:datastoreItem xmlns:ds="http://schemas.openxmlformats.org/officeDocument/2006/customXml" ds:itemID="{0C265105-FE1D-453C-BB54-B143C57411F1}">
  <ds:schemaRefs>
    <ds:schemaRef ds:uri="http://schemas.microsoft.com/sharepoint/v3/contenttype/forms"/>
  </ds:schemaRefs>
</ds:datastoreItem>
</file>

<file path=customXml/itemProps4.xml><?xml version="1.0" encoding="utf-8"?>
<ds:datastoreItem xmlns:ds="http://schemas.openxmlformats.org/officeDocument/2006/customXml" ds:itemID="{515723C7-3E26-4F29-83F0-2FB02886D874}">
  <ds:schemaRefs>
    <ds:schemaRef ds:uri="http://schemas.microsoft.com/sharepoint/events"/>
  </ds:schemaRefs>
</ds:datastoreItem>
</file>

<file path=docMetadata/LabelInfo.xml><?xml version="1.0" encoding="utf-8"?>
<clbl:labelList xmlns:clbl="http://schemas.microsoft.com/office/2020/mipLabelMetadata">
  <clbl:label id="{d026e4c1-5892-497a-b9da-ee493c9f0364}" enabled="0" method="" siteId="{d026e4c1-5892-497a-b9da-ee493c9f0364}" removed="1"/>
</clbl:labelList>
</file>

<file path=docProps/app.xml><?xml version="1.0" encoding="utf-8"?>
<Properties xmlns="http://schemas.openxmlformats.org/officeDocument/2006/extended-properties" xmlns:vt="http://schemas.openxmlformats.org/officeDocument/2006/docPropsVTypes">
  <Template>PwC Slide Master</Template>
  <TotalTime>1606</TotalTime>
  <Words>2540</Words>
  <Application>Microsoft Office PowerPoint</Application>
  <PresentationFormat>Widescreen</PresentationFormat>
  <Paragraphs>260</Paragraphs>
  <Slides>14</Slides>
  <Notes>12</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14</vt:i4>
      </vt:variant>
    </vt:vector>
  </HeadingPairs>
  <TitlesOfParts>
    <vt:vector size="20" baseType="lpstr">
      <vt:lpstr>Arial</vt:lpstr>
      <vt:lpstr>Calibri</vt:lpstr>
      <vt:lpstr>Georgia</vt:lpstr>
      <vt:lpstr>Wingdings</vt:lpstr>
      <vt:lpstr>1_PwC Slide Master</vt:lpstr>
      <vt:lpstr>PwC Slide Master</vt:lpstr>
      <vt:lpstr>PwC Risk Management</vt:lpstr>
      <vt:lpstr>Role of Risk Management</vt:lpstr>
      <vt:lpstr>Risk management team in PwC [Eurasia] Assurance</vt:lpstr>
      <vt:lpstr>Risk management team in PwC [Eurasia] Advisory</vt:lpstr>
      <vt:lpstr>Risk management team in PwC [Eurasia] Tax&amp;Legal</vt:lpstr>
      <vt:lpstr>PowerPoint Presentation</vt:lpstr>
      <vt:lpstr>The types of risks we need to consider</vt:lpstr>
      <vt:lpstr>Policies and procedures</vt:lpstr>
      <vt:lpstr>Network Standards</vt:lpstr>
      <vt:lpstr>PwC Network</vt:lpstr>
      <vt:lpstr>Anti-Money Laundering</vt:lpstr>
      <vt:lpstr>Do you know?</vt:lpstr>
      <vt:lpstr>Useful links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Pelletier, Kristopher (NYC-FUB)</dc:creator>
  <cp:lastModifiedBy>Aigerim Seitkali (KZ)</cp:lastModifiedBy>
  <cp:revision>14</cp:revision>
  <dcterms:created xsi:type="dcterms:W3CDTF">2025-05-28T20:02:15Z</dcterms:created>
  <dcterms:modified xsi:type="dcterms:W3CDTF">2026-07-16T10:45:32Z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0x0101008D26D05D9E76784389331D128FBB662F</vt:lpwstr>
  </property>
  <property fmtid="{D5CDD505-2E9C-101B-9397-08002B2CF9AE}" pid="3" name="Order">
    <vt:r8>77800</vt:r8>
  </property>
  <property fmtid="{D5CDD505-2E9C-101B-9397-08002B2CF9AE}" pid="4" name="TriggerFlowInfo">
    <vt:lpwstr/>
  </property>
  <property fmtid="{D5CDD505-2E9C-101B-9397-08002B2CF9AE}" pid="5" name="ComplianceAssetId">
    <vt:lpwstr/>
  </property>
  <property fmtid="{D5CDD505-2E9C-101B-9397-08002B2CF9AE}" pid="6" name="_activity">
    <vt:lpwstr>{"FileActivityType":"9","FileActivityTimeStamp":"2025-06-02T15:08:22.117Z","FileActivityUsersOnPage":[{"DisplayName":"Jantzen, Martin (NYC-FUB)","Id":"mjantzen@futurebrand.com"},{"DisplayName":"Minty, Erin (NYC-FUB)","Id":"eminty@futurebrand.com"},{"DisplayName":"Harris, Harry (NYC-FUB)","Id":"hharris@futurebrand.com"}],"FileActivityNavigationId":null}</vt:lpwstr>
  </property>
  <property fmtid="{D5CDD505-2E9C-101B-9397-08002B2CF9AE}" pid="7" name="_ExtendedDescription">
    <vt:lpwstr/>
  </property>
  <property fmtid="{D5CDD505-2E9C-101B-9397-08002B2CF9AE}" pid="8" name="MediaServiceImageTags">
    <vt:lpwstr/>
  </property>
  <property fmtid="{D5CDD505-2E9C-101B-9397-08002B2CF9AE}" pid="9" name="xd_ProgID">
    <vt:lpwstr/>
  </property>
  <property fmtid="{D5CDD505-2E9C-101B-9397-08002B2CF9AE}" pid="10" name="TemplateUrl">
    <vt:lpwstr/>
  </property>
  <property fmtid="{D5CDD505-2E9C-101B-9397-08002B2CF9AE}" pid="11" name="xd_Signature">
    <vt:lpwstr/>
  </property>
  <property fmtid="{D5CDD505-2E9C-101B-9397-08002B2CF9AE}" pid="12" name="_dlc_DocIdItemGuid">
    <vt:lpwstr>e654e301-1a31-4eb9-bdb9-0cb1fca7c622</vt:lpwstr>
  </property>
</Properties>
</file>