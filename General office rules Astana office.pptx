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5"/>
  </p:sldMasterIdLst>
  <p:notesMasterIdLst>
    <p:notesMasterId r:id="rId27"/>
  </p:notesMasterIdLst>
  <p:sldIdLst>
    <p:sldId id="370" r:id="rId6"/>
    <p:sldId id="2147471614" r:id="rId7"/>
    <p:sldId id="271" r:id="rId8"/>
    <p:sldId id="299" r:id="rId9"/>
    <p:sldId id="273" r:id="rId10"/>
    <p:sldId id="2147471617" r:id="rId11"/>
    <p:sldId id="2147471616" r:id="rId12"/>
    <p:sldId id="2147471629" r:id="rId13"/>
    <p:sldId id="270" r:id="rId14"/>
    <p:sldId id="2147471626" r:id="rId15"/>
    <p:sldId id="2147471630" r:id="rId16"/>
    <p:sldId id="257" r:id="rId17"/>
    <p:sldId id="2147471631" r:id="rId18"/>
    <p:sldId id="2147471632" r:id="rId19"/>
    <p:sldId id="268" r:id="rId20"/>
    <p:sldId id="2147471634" r:id="rId21"/>
    <p:sldId id="2147471636" r:id="rId22"/>
    <p:sldId id="2147471637" r:id="rId23"/>
    <p:sldId id="2147471638" r:id="rId24"/>
    <p:sldId id="2147471639" r:id="rId25"/>
    <p:sldId id="214747164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8266405-1265-3645-FEC3-B98F30ED7DD0}" name="Ioanna Gogolin (DE)" initials="I(" userId="S::ioanna.gogolin@pwc.com::3977a7d5-4a9b-41b2-9d31-c7d02a7be676" providerId="AD"/>
  <p188:author id="{46604609-4143-34EC-2FB2-4A0BCD7CD854}" name="Sherief AbouElSeoud (US)" initials="S(" userId="S::sherief.abouelseoud@pwc.com::30e3dad6-d7b9-45f1-bae4-4c9539738e1c" providerId="AD"/>
  <p188:author id="{A9399B12-079F-3075-A5FA-60804F7EECA5}" name="Sarah White (US)" initials="S(" userId="S::sarah.f.white@pwc.com::93f80c14-03ac-43e4-afcf-16d6b0e85821" providerId="AD"/>
  <p188:author id="{D9BF7317-69EE-ACE5-9647-8FDCFBA96F4F}" name="Phillips, Bert (NYC-FUB)" initials="BP" userId="S::BPhillips@futurebrand.com::61ff2c91-b8fe-469b-b38a-cd259e391620" providerId="AD"/>
  <p188:author id="{26791C20-38B1-4CE2-06B1-8FB029627E30}" name="Palmieri, Rodrigo (NYC-FUB)" initials="RP" userId="S::rpalmieri@futurebrand.com::c5da2a80-a7eb-482b-b549-745122432425" providerId="AD"/>
  <p188:author id="{21F3F136-0CA4-7CFA-20AB-7EDA782701D6}" name="Pelletier, Kristopher (NYC-FUB)" initials="KP" userId="S::kpelletier@futurebrand.com::3dbb6ce9-1c6b-48e6-ace3-55df3cc2393d" providerId="AD"/>
  <p188:author id="{D48EB160-ACD6-1AF4-8FA6-56F4514EF9AA}" name="Spencer Herbst (US)" initials="S(" userId="S::spencer.h.herbst@pwc.com::ec6e2cff-a26b-49b3-b443-910a59a4cfed" providerId="AD"/>
  <p188:author id="{FE2C736B-7B22-7F5B-BCB3-5CB5D36A58E8}" name="Jemima Fitzmorris (UK)" initials="J(" userId="S::jemima.fitzmorris@pwc.com::4f5d8c28-ac63-47b6-bb75-5209020ae8c4" providerId="AD"/>
  <p188:author id="{0BFEDE70-68F4-B2BF-1768-3062069761E5}" name="Harris, Harry (NYC-FUB)" initials="HH" userId="S::hharris@futurebrand.com::9de6fe8e-cb3a-4241-aabe-37e06dd5d9f6" providerId="AD"/>
  <p188:author id="{78430179-77E4-27B5-A3A1-11BFC6D36BD0}" name="Jantzen, Martin (NYC-FUB)" initials="JM(F" userId="S::MJantzen@futurebrand.com::34d8fa3c-d3f8-492a-ae97-01bf5a19b01c" providerId="AD"/>
  <p188:author id="{08183C7A-B5FA-9A24-4EE6-B77930CD0807}" name="Vatanian, Aryan (NYC-FUB)" initials="" userId="S::AVatanian@futurebrand.com::f5cf3103-5e65-463e-89f3-00fdde40c7ce" providerId="AD"/>
  <p188:author id="{5CDEFE8D-30E3-6C3E-D44E-5CF5BE7B3686}" name="Vo, Dany (NYC-FUB)" initials="" userId="S::DVo@futurebrand.com::9ab96f0e-2e72-4b2c-b05a-bfe78eaa06eb" providerId="AD"/>
  <p188:author id="{F42E0892-C02E-6716-4E4B-867C9B31EA88}" name="Cindy Jewett (US)" initials="C(" userId="S::cindy.jewett@pwc.com::744b3521-2f89-4420-89f7-facfb14fc164" providerId="AD"/>
  <p188:author id="{EEC7409D-5D5C-96E1-16DD-900C77BB9417}" name="ANDRES Llano Mejia (CO)" initials="A(" userId="S::andres.llano.mejia@pwc.com::705deea9-a3e3-46e9-8dbd-2ed03e2fcec9" providerId="AD"/>
  <p188:author id="{4F1E1DA4-FD3A-DD2B-E99F-63C8B468D656}" name="Minty, Erin (NYC-FUB)" initials="" userId="S::EMinty@futurebrand.com::846c58f6-939e-48b0-9f07-fd3208dff9ab" providerId="AD"/>
  <p188:author id="{2009E5A5-51B9-09C5-383E-9DD372EE65C8}" name="Elise Black (UK)" initials="E(" userId="S::elise.t.black@pwc.com::342ebd24-7617-47c3-b648-4589fdab8758" providerId="AD"/>
  <p188:author id="{B2C170A9-D6C4-82BE-CFD3-40778111AD13}" name="Christy Jewett (US)" initials="C(" userId="S::christy.jewett@pwc.com::4118f574-b4f2-45de-8005-12952c11a0dc" providerId="AD"/>
  <p188:author id="{1EFF50C2-D8CC-B0A6-A3DD-EF6720FDF0B5}" name="Kelley Grover (US)" initials="K(" userId="S::kelley.grover@pwc.com::d2a68eae-aa8e-420e-b564-e7b7fab854be" providerId="AD"/>
  <p188:author id="{4ECF5EEF-2752-C093-52F5-EA564EB1832F}" name="Lorna Hyslop (UK)" initials="" userId="S::lorna.b.hyslop@pwc.com::83be5960-bc42-46ab-b6c8-47f63e93b1de" providerId="AD"/>
  <p188:author id="{49BA57FB-033E-0C74-E403-01859207D83F}" name="Hartnett, Emily (NYC-FUB)" initials="EH" userId="S::ehartnett@futurebrand.com::76409547-0569-48d6-8157-5d9dac3ea75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ED"/>
    <a:srgbClr val="FFCDA8"/>
    <a:srgbClr val="EEEFF1"/>
    <a:srgbClr val="DFE3E6"/>
    <a:srgbClr val="F5F7F8"/>
    <a:srgbClr val="DC2626"/>
    <a:srgbClr val="E0E0E0"/>
    <a:srgbClr val="4948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FC6E18-F0A0-4EF7-BDB0-13D412170ADB}" v="4" dt="2026-08-20T05:48:41.575"/>
  </p1510:revLst>
</p1510:revInfo>
</file>

<file path=ppt/tableStyles.xml><?xml version="1.0" encoding="utf-8"?>
<a:tblStyleLst xmlns:a="http://schemas.openxmlformats.org/drawingml/2006/main" def="{605943CB-6F42-4776-B506-94E284F2829C}">
  <a:tblStyle styleId="{605943CB-6F42-4776-B506-94E284F2829C}" styleName="Brand Tab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DE8A128-FD69-4F98-BC96-439F510B2832}" styleName="Brand Tabl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56CA0EE-1E45-4AA6-A82B-0F5650326712}" styleName="Brand Tabl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B2FE71AF-C406-42DD-AC2B-C6103619A3FC}" styleName="Brand Tabl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64"/>
    <p:restoredTop sz="94701"/>
  </p:normalViewPr>
  <p:slideViewPr>
    <p:cSldViewPr snapToGrid="0">
      <p:cViewPr varScale="1">
        <p:scale>
          <a:sx n="70" d="100"/>
          <a:sy n="70" d="100"/>
        </p:scale>
        <p:origin x="5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8/10/relationships/authors" Target="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tanat Orazaliyeva (KZ)" userId="41656058-d17f-4018-ad38-662403cdae17" providerId="ADAL" clId="{ACE6810C-3181-490E-ADE8-FA8812C8CD10}"/>
    <pc:docChg chg="undo custSel addSld delSld modSld">
      <pc:chgData name="Saltanat Orazaliyeva (KZ)" userId="41656058-d17f-4018-ad38-662403cdae17" providerId="ADAL" clId="{ACE6810C-3181-490E-ADE8-FA8812C8CD10}" dt="2026-07-28T09:09:30.602" v="1433" actId="1076"/>
      <pc:docMkLst>
        <pc:docMk/>
      </pc:docMkLst>
      <pc:sldChg chg="addSp delSp modSp mod">
        <pc:chgData name="Saltanat Orazaliyeva (KZ)" userId="41656058-d17f-4018-ad38-662403cdae17" providerId="ADAL" clId="{ACE6810C-3181-490E-ADE8-FA8812C8CD10}" dt="2026-07-23T09:54:01.551" v="1428" actId="255"/>
        <pc:sldMkLst>
          <pc:docMk/>
          <pc:sldMk cId="3741098745" sldId="257"/>
        </pc:sldMkLst>
        <pc:spChg chg="mod">
          <ac:chgData name="Saltanat Orazaliyeva (KZ)" userId="41656058-d17f-4018-ad38-662403cdae17" providerId="ADAL" clId="{ACE6810C-3181-490E-ADE8-FA8812C8CD10}" dt="2026-07-23T09:54:01.551" v="1428" actId="255"/>
          <ac:spMkLst>
            <pc:docMk/>
            <pc:sldMk cId="3741098745" sldId="257"/>
            <ac:spMk id="2" creationId="{8BED19B5-10C3-F7BA-0684-0B783B6CBB54}"/>
          </ac:spMkLst>
        </pc:spChg>
        <pc:spChg chg="mod">
          <ac:chgData name="Saltanat Orazaliyeva (KZ)" userId="41656058-d17f-4018-ad38-662403cdae17" providerId="ADAL" clId="{ACE6810C-3181-490E-ADE8-FA8812C8CD10}" dt="2026-07-23T06:47:43.280" v="1045" actId="14100"/>
          <ac:spMkLst>
            <pc:docMk/>
            <pc:sldMk cId="3741098745" sldId="257"/>
            <ac:spMk id="3" creationId="{4E35D399-8BE1-7987-BB9E-23047A426BC0}"/>
          </ac:spMkLst>
        </pc:spChg>
        <pc:picChg chg="add mod">
          <ac:chgData name="Saltanat Orazaliyeva (KZ)" userId="41656058-d17f-4018-ad38-662403cdae17" providerId="ADAL" clId="{ACE6810C-3181-490E-ADE8-FA8812C8CD10}" dt="2026-07-23T06:48:04.806" v="1050" actId="1076"/>
          <ac:picMkLst>
            <pc:docMk/>
            <pc:sldMk cId="3741098745" sldId="257"/>
            <ac:picMk id="9" creationId="{413DA617-7B23-E322-6B9C-83A77582E6BA}"/>
          </ac:picMkLst>
        </pc:picChg>
      </pc:sldChg>
      <pc:sldChg chg="addSp delSp modSp mod">
        <pc:chgData name="Saltanat Orazaliyeva (KZ)" userId="41656058-d17f-4018-ad38-662403cdae17" providerId="ADAL" clId="{ACE6810C-3181-490E-ADE8-FA8812C8CD10}" dt="2026-07-28T09:09:30.602" v="1433" actId="1076"/>
        <pc:sldMkLst>
          <pc:docMk/>
          <pc:sldMk cId="4104953430" sldId="268"/>
        </pc:sldMkLst>
        <pc:spChg chg="add mod">
          <ac:chgData name="Saltanat Orazaliyeva (KZ)" userId="41656058-d17f-4018-ad38-662403cdae17" providerId="ADAL" clId="{ACE6810C-3181-490E-ADE8-FA8812C8CD10}" dt="2026-07-23T09:39:45.828" v="1253" actId="255"/>
          <ac:spMkLst>
            <pc:docMk/>
            <pc:sldMk cId="4104953430" sldId="268"/>
            <ac:spMk id="13" creationId="{AC94CD19-F7A7-C784-0E14-5F12C355D12B}"/>
          </ac:spMkLst>
        </pc:spChg>
        <pc:picChg chg="add mod">
          <ac:chgData name="Saltanat Orazaliyeva (KZ)" userId="41656058-d17f-4018-ad38-662403cdae17" providerId="ADAL" clId="{ACE6810C-3181-490E-ADE8-FA8812C8CD10}" dt="2026-07-28T09:09:30.602" v="1433" actId="1076"/>
          <ac:picMkLst>
            <pc:docMk/>
            <pc:sldMk cId="4104953430" sldId="268"/>
            <ac:picMk id="15" creationId="{9DEDBB1D-F866-5A7E-2A92-030393246C3F}"/>
          </ac:picMkLst>
        </pc:picChg>
        <pc:picChg chg="add mod">
          <ac:chgData name="Saltanat Orazaliyeva (KZ)" userId="41656058-d17f-4018-ad38-662403cdae17" providerId="ADAL" clId="{ACE6810C-3181-490E-ADE8-FA8812C8CD10}" dt="2026-07-28T09:09:25.929" v="1431" actId="1076"/>
          <ac:picMkLst>
            <pc:docMk/>
            <pc:sldMk cId="4104953430" sldId="268"/>
            <ac:picMk id="17" creationId="{5103D062-94E7-827C-1404-49C90F1B5241}"/>
          </ac:picMkLst>
        </pc:picChg>
      </pc:sldChg>
      <pc:sldChg chg="delSp modSp mod">
        <pc:chgData name="Saltanat Orazaliyeva (KZ)" userId="41656058-d17f-4018-ad38-662403cdae17" providerId="ADAL" clId="{ACE6810C-3181-490E-ADE8-FA8812C8CD10}" dt="2026-07-23T06:32:29.280" v="567" actId="1076"/>
        <pc:sldMkLst>
          <pc:docMk/>
          <pc:sldMk cId="3285397602" sldId="270"/>
        </pc:sldMkLst>
        <pc:spChg chg="mod">
          <ac:chgData name="Saltanat Orazaliyeva (KZ)" userId="41656058-d17f-4018-ad38-662403cdae17" providerId="ADAL" clId="{ACE6810C-3181-490E-ADE8-FA8812C8CD10}" dt="2026-07-23T06:32:29.280" v="567" actId="1076"/>
          <ac:spMkLst>
            <pc:docMk/>
            <pc:sldMk cId="3285397602" sldId="270"/>
            <ac:spMk id="2" creationId="{8BED19B5-10C3-F7BA-0684-0B783B6CBB54}"/>
          </ac:spMkLst>
        </pc:spChg>
        <pc:spChg chg="mod">
          <ac:chgData name="Saltanat Orazaliyeva (KZ)" userId="41656058-d17f-4018-ad38-662403cdae17" providerId="ADAL" clId="{ACE6810C-3181-490E-ADE8-FA8812C8CD10}" dt="2026-07-23T06:32:20.932" v="566" actId="14100"/>
          <ac:spMkLst>
            <pc:docMk/>
            <pc:sldMk cId="3285397602" sldId="270"/>
            <ac:spMk id="3" creationId="{4E35D399-8BE1-7987-BB9E-23047A426BC0}"/>
          </ac:spMkLst>
        </pc:spChg>
      </pc:sldChg>
      <pc:sldChg chg="delSp modSp mod">
        <pc:chgData name="Saltanat Orazaliyeva (KZ)" userId="41656058-d17f-4018-ad38-662403cdae17" providerId="ADAL" clId="{ACE6810C-3181-490E-ADE8-FA8812C8CD10}" dt="2026-07-23T06:17:23.279" v="183" actId="207"/>
        <pc:sldMkLst>
          <pc:docMk/>
          <pc:sldMk cId="3406126089" sldId="271"/>
        </pc:sldMkLst>
        <pc:spChg chg="mod">
          <ac:chgData name="Saltanat Orazaliyeva (KZ)" userId="41656058-d17f-4018-ad38-662403cdae17" providerId="ADAL" clId="{ACE6810C-3181-490E-ADE8-FA8812C8CD10}" dt="2026-07-23T06:15:02.584" v="166" actId="20577"/>
          <ac:spMkLst>
            <pc:docMk/>
            <pc:sldMk cId="3406126089" sldId="271"/>
            <ac:spMk id="2" creationId="{13E8DAA6-632E-57AF-6AF9-6275D63DE837}"/>
          </ac:spMkLst>
        </pc:spChg>
        <pc:spChg chg="mod">
          <ac:chgData name="Saltanat Orazaliyeva (KZ)" userId="41656058-d17f-4018-ad38-662403cdae17" providerId="ADAL" clId="{ACE6810C-3181-490E-ADE8-FA8812C8CD10}" dt="2026-07-23T06:17:23.279" v="183" actId="207"/>
          <ac:spMkLst>
            <pc:docMk/>
            <pc:sldMk cId="3406126089" sldId="271"/>
            <ac:spMk id="9" creationId="{C5DE3CC5-21F0-2728-BA29-170AD1BCD6C4}"/>
          </ac:spMkLst>
        </pc:spChg>
      </pc:sldChg>
      <pc:sldChg chg="delSp modSp mod">
        <pc:chgData name="Saltanat Orazaliyeva (KZ)" userId="41656058-d17f-4018-ad38-662403cdae17" providerId="ADAL" clId="{ACE6810C-3181-490E-ADE8-FA8812C8CD10}" dt="2026-07-23T06:24:05.830" v="274" actId="33524"/>
        <pc:sldMkLst>
          <pc:docMk/>
          <pc:sldMk cId="1721443460" sldId="273"/>
        </pc:sldMkLst>
        <pc:spChg chg="mod">
          <ac:chgData name="Saltanat Orazaliyeva (KZ)" userId="41656058-d17f-4018-ad38-662403cdae17" providerId="ADAL" clId="{ACE6810C-3181-490E-ADE8-FA8812C8CD10}" dt="2026-07-23T06:18:31.633" v="192" actId="20577"/>
          <ac:spMkLst>
            <pc:docMk/>
            <pc:sldMk cId="1721443460" sldId="273"/>
            <ac:spMk id="2" creationId="{13E8DAA6-632E-57AF-6AF9-6275D63DE837}"/>
          </ac:spMkLst>
        </pc:spChg>
        <pc:spChg chg="mod">
          <ac:chgData name="Saltanat Orazaliyeva (KZ)" userId="41656058-d17f-4018-ad38-662403cdae17" providerId="ADAL" clId="{ACE6810C-3181-490E-ADE8-FA8812C8CD10}" dt="2026-07-23T06:23:58.880" v="273" actId="14100"/>
          <ac:spMkLst>
            <pc:docMk/>
            <pc:sldMk cId="1721443460" sldId="273"/>
            <ac:spMk id="3" creationId="{5710B0DC-3E0F-73BD-FBA9-ADBB4736F752}"/>
          </ac:spMkLst>
        </pc:spChg>
        <pc:spChg chg="mod">
          <ac:chgData name="Saltanat Orazaliyeva (KZ)" userId="41656058-d17f-4018-ad38-662403cdae17" providerId="ADAL" clId="{ACE6810C-3181-490E-ADE8-FA8812C8CD10}" dt="2026-07-23T06:24:05.830" v="274" actId="33524"/>
          <ac:spMkLst>
            <pc:docMk/>
            <pc:sldMk cId="1721443460" sldId="273"/>
            <ac:spMk id="9" creationId="{C5DE3CC5-21F0-2728-BA29-170AD1BCD6C4}"/>
          </ac:spMkLst>
        </pc:spChg>
      </pc:sldChg>
      <pc:sldChg chg="addSp modSp mod">
        <pc:chgData name="Saltanat Orazaliyeva (KZ)" userId="41656058-d17f-4018-ad38-662403cdae17" providerId="ADAL" clId="{ACE6810C-3181-490E-ADE8-FA8812C8CD10}" dt="2026-07-23T06:02:19.293" v="33" actId="20577"/>
        <pc:sldMkLst>
          <pc:docMk/>
          <pc:sldMk cId="1206566176" sldId="370"/>
        </pc:sldMkLst>
        <pc:spChg chg="add mod">
          <ac:chgData name="Saltanat Orazaliyeva (KZ)" userId="41656058-d17f-4018-ad38-662403cdae17" providerId="ADAL" clId="{ACE6810C-3181-490E-ADE8-FA8812C8CD10}" dt="2026-07-23T06:02:19.293" v="33" actId="20577"/>
          <ac:spMkLst>
            <pc:docMk/>
            <pc:sldMk cId="1206566176" sldId="370"/>
            <ac:spMk id="5" creationId="{274AD09A-8917-710B-7D1A-79E63ADF8381}"/>
          </ac:spMkLst>
        </pc:spChg>
        <pc:picChg chg="add mod">
          <ac:chgData name="Saltanat Orazaliyeva (KZ)" userId="41656058-d17f-4018-ad38-662403cdae17" providerId="ADAL" clId="{ACE6810C-3181-490E-ADE8-FA8812C8CD10}" dt="2026-07-23T06:01:21.962" v="0"/>
          <ac:picMkLst>
            <pc:docMk/>
            <pc:sldMk cId="1206566176" sldId="370"/>
            <ac:picMk id="4" creationId="{4B3AD73E-05C4-FC37-8174-0453D3F3803C}"/>
          </ac:picMkLst>
        </pc:picChg>
      </pc:sldChg>
      <pc:sldChg chg="addSp delSp modSp mod">
        <pc:chgData name="Saltanat Orazaliyeva (KZ)" userId="41656058-d17f-4018-ad38-662403cdae17" providerId="ADAL" clId="{ACE6810C-3181-490E-ADE8-FA8812C8CD10}" dt="2026-07-23T06:32:56.382" v="591" actId="20577"/>
        <pc:sldMkLst>
          <pc:docMk/>
          <pc:sldMk cId="211574090" sldId="2147471614"/>
        </pc:sldMkLst>
        <pc:spChg chg="mod">
          <ac:chgData name="Saltanat Orazaliyeva (KZ)" userId="41656058-d17f-4018-ad38-662403cdae17" providerId="ADAL" clId="{ACE6810C-3181-490E-ADE8-FA8812C8CD10}" dt="2026-07-23T06:09:19.255" v="147" actId="20577"/>
          <ac:spMkLst>
            <pc:docMk/>
            <pc:sldMk cId="211574090" sldId="2147471614"/>
            <ac:spMk id="9" creationId="{279F39DF-8570-1214-0495-6BE981BE6B26}"/>
          </ac:spMkLst>
        </pc:spChg>
        <pc:spChg chg="mod">
          <ac:chgData name="Saltanat Orazaliyeva (KZ)" userId="41656058-d17f-4018-ad38-662403cdae17" providerId="ADAL" clId="{ACE6810C-3181-490E-ADE8-FA8812C8CD10}" dt="2026-07-23T06:32:56.382" v="591" actId="20577"/>
          <ac:spMkLst>
            <pc:docMk/>
            <pc:sldMk cId="211574090" sldId="2147471614"/>
            <ac:spMk id="10" creationId="{4A826AEE-162C-A868-65C7-C47E4DF21304}"/>
          </ac:spMkLst>
        </pc:spChg>
      </pc:sldChg>
      <pc:sldChg chg="addSp delSp modSp mod">
        <pc:chgData name="Saltanat Orazaliyeva (KZ)" userId="41656058-d17f-4018-ad38-662403cdae17" providerId="ADAL" clId="{ACE6810C-3181-490E-ADE8-FA8812C8CD10}" dt="2026-07-23T09:53:19.362" v="1421" actId="1076"/>
        <pc:sldMkLst>
          <pc:docMk/>
          <pc:sldMk cId="2037838540" sldId="2147471616"/>
        </pc:sldMkLst>
        <pc:spChg chg="mod">
          <ac:chgData name="Saltanat Orazaliyeva (KZ)" userId="41656058-d17f-4018-ad38-662403cdae17" providerId="ADAL" clId="{ACE6810C-3181-490E-ADE8-FA8812C8CD10}" dt="2026-07-23T09:53:19.362" v="1421" actId="1076"/>
          <ac:spMkLst>
            <pc:docMk/>
            <pc:sldMk cId="2037838540" sldId="2147471616"/>
            <ac:spMk id="7" creationId="{03E09CD3-0F83-1996-E990-51D56EDBE901}"/>
          </ac:spMkLst>
        </pc:spChg>
        <pc:spChg chg="mod">
          <ac:chgData name="Saltanat Orazaliyeva (KZ)" userId="41656058-d17f-4018-ad38-662403cdae17" providerId="ADAL" clId="{ACE6810C-3181-490E-ADE8-FA8812C8CD10}" dt="2026-07-23T06:29:44.396" v="495" actId="20577"/>
          <ac:spMkLst>
            <pc:docMk/>
            <pc:sldMk cId="2037838540" sldId="2147471616"/>
            <ac:spMk id="8" creationId="{7C76AA6D-9CA5-8E7A-AA5F-75323518D602}"/>
          </ac:spMkLst>
        </pc:spChg>
      </pc:sldChg>
      <pc:sldChg chg="addSp delSp modSp mod">
        <pc:chgData name="Saltanat Orazaliyeva (KZ)" userId="41656058-d17f-4018-ad38-662403cdae17" providerId="ADAL" clId="{ACE6810C-3181-490E-ADE8-FA8812C8CD10}" dt="2026-07-23T09:53:07.361" v="1420" actId="1076"/>
        <pc:sldMkLst>
          <pc:docMk/>
          <pc:sldMk cId="3368126" sldId="2147471617"/>
        </pc:sldMkLst>
        <pc:spChg chg="mod">
          <ac:chgData name="Saltanat Orazaliyeva (KZ)" userId="41656058-d17f-4018-ad38-662403cdae17" providerId="ADAL" clId="{ACE6810C-3181-490E-ADE8-FA8812C8CD10}" dt="2026-07-23T06:26:38.416" v="310" actId="1076"/>
          <ac:spMkLst>
            <pc:docMk/>
            <pc:sldMk cId="3368126" sldId="2147471617"/>
            <ac:spMk id="9" creationId="{ADDB9406-FEE1-ECCA-34F6-F69D790F3CC6}"/>
          </ac:spMkLst>
        </pc:spChg>
        <pc:spChg chg="mod">
          <ac:chgData name="Saltanat Orazaliyeva (KZ)" userId="41656058-d17f-4018-ad38-662403cdae17" providerId="ADAL" clId="{ACE6810C-3181-490E-ADE8-FA8812C8CD10}" dt="2026-07-23T09:53:07.361" v="1420" actId="1076"/>
          <ac:spMkLst>
            <pc:docMk/>
            <pc:sldMk cId="3368126" sldId="2147471617"/>
            <ac:spMk id="10" creationId="{32B07277-EA27-0935-32B0-F6D74F3A1E88}"/>
          </ac:spMkLst>
        </pc:spChg>
      </pc:sldChg>
      <pc:sldChg chg="addSp delSp modSp mod">
        <pc:chgData name="Saltanat Orazaliyeva (KZ)" userId="41656058-d17f-4018-ad38-662403cdae17" providerId="ADAL" clId="{ACE6810C-3181-490E-ADE8-FA8812C8CD10}" dt="2026-07-23T06:41:12.592" v="898" actId="478"/>
        <pc:sldMkLst>
          <pc:docMk/>
          <pc:sldMk cId="2896275427" sldId="2147471626"/>
        </pc:sldMkLst>
        <pc:spChg chg="mod">
          <ac:chgData name="Saltanat Orazaliyeva (KZ)" userId="41656058-d17f-4018-ad38-662403cdae17" providerId="ADAL" clId="{ACE6810C-3181-490E-ADE8-FA8812C8CD10}" dt="2026-07-23T06:34:08.359" v="650" actId="1076"/>
          <ac:spMkLst>
            <pc:docMk/>
            <pc:sldMk cId="2896275427" sldId="2147471626"/>
            <ac:spMk id="8" creationId="{1234F08A-E146-E7EB-9C0E-9BEC19EA18FE}"/>
          </ac:spMkLst>
        </pc:spChg>
        <pc:spChg chg="mod">
          <ac:chgData name="Saltanat Orazaliyeva (KZ)" userId="41656058-d17f-4018-ad38-662403cdae17" providerId="ADAL" clId="{ACE6810C-3181-490E-ADE8-FA8812C8CD10}" dt="2026-07-23T06:41:04.811" v="896" actId="20577"/>
          <ac:spMkLst>
            <pc:docMk/>
            <pc:sldMk cId="2896275427" sldId="2147471626"/>
            <ac:spMk id="9" creationId="{CE20521A-78E0-7948-7F43-7B684E92F40D}"/>
          </ac:spMkLst>
        </pc:spChg>
      </pc:sldChg>
      <pc:sldChg chg="addSp delSp modSp mod">
        <pc:chgData name="Saltanat Orazaliyeva (KZ)" userId="41656058-d17f-4018-ad38-662403cdae17" providerId="ADAL" clId="{ACE6810C-3181-490E-ADE8-FA8812C8CD10}" dt="2026-07-23T09:53:34.534" v="1424" actId="1076"/>
        <pc:sldMkLst>
          <pc:docMk/>
          <pc:sldMk cId="3837611485" sldId="2147471629"/>
        </pc:sldMkLst>
        <pc:spChg chg="mod">
          <ac:chgData name="Saltanat Orazaliyeva (KZ)" userId="41656058-d17f-4018-ad38-662403cdae17" providerId="ADAL" clId="{ACE6810C-3181-490E-ADE8-FA8812C8CD10}" dt="2026-07-23T09:53:30.313" v="1423" actId="1076"/>
          <ac:spMkLst>
            <pc:docMk/>
            <pc:sldMk cId="3837611485" sldId="2147471629"/>
            <ac:spMk id="9" creationId="{D7899584-5A01-CC2A-D71F-403E6A406C74}"/>
          </ac:spMkLst>
        </pc:spChg>
        <pc:spChg chg="mod">
          <ac:chgData name="Saltanat Orazaliyeva (KZ)" userId="41656058-d17f-4018-ad38-662403cdae17" providerId="ADAL" clId="{ACE6810C-3181-490E-ADE8-FA8812C8CD10}" dt="2026-07-23T09:53:34.534" v="1424" actId="1076"/>
          <ac:spMkLst>
            <pc:docMk/>
            <pc:sldMk cId="3837611485" sldId="2147471629"/>
            <ac:spMk id="10" creationId="{18A9F8CC-A275-04A1-93FF-7169C46DA072}"/>
          </ac:spMkLst>
        </pc:spChg>
      </pc:sldChg>
      <pc:sldChg chg="addSp delSp modSp mod">
        <pc:chgData name="Saltanat Orazaliyeva (KZ)" userId="41656058-d17f-4018-ad38-662403cdae17" providerId="ADAL" clId="{ACE6810C-3181-490E-ADE8-FA8812C8CD10}" dt="2026-07-23T09:53:48.914" v="1426" actId="255"/>
        <pc:sldMkLst>
          <pc:docMk/>
          <pc:sldMk cId="1207138666" sldId="2147471630"/>
        </pc:sldMkLst>
        <pc:spChg chg="mod">
          <ac:chgData name="Saltanat Orazaliyeva (KZ)" userId="41656058-d17f-4018-ad38-662403cdae17" providerId="ADAL" clId="{ACE6810C-3181-490E-ADE8-FA8812C8CD10}" dt="2026-07-23T09:53:48.914" v="1426" actId="255"/>
          <ac:spMkLst>
            <pc:docMk/>
            <pc:sldMk cId="1207138666" sldId="2147471630"/>
            <ac:spMk id="9" creationId="{A635E1A4-B226-B5BF-C97B-9227FA4C41B4}"/>
          </ac:spMkLst>
        </pc:spChg>
        <pc:spChg chg="mod">
          <ac:chgData name="Saltanat Orazaliyeva (KZ)" userId="41656058-d17f-4018-ad38-662403cdae17" providerId="ADAL" clId="{ACE6810C-3181-490E-ADE8-FA8812C8CD10}" dt="2026-07-23T06:45:34.150" v="997" actId="20577"/>
          <ac:spMkLst>
            <pc:docMk/>
            <pc:sldMk cId="1207138666" sldId="2147471630"/>
            <ac:spMk id="10" creationId="{B06996E9-933D-14E4-C214-C741CCA2B2B0}"/>
          </ac:spMkLst>
        </pc:spChg>
      </pc:sldChg>
      <pc:sldChg chg="addSp delSp modSp mod">
        <pc:chgData name="Saltanat Orazaliyeva (KZ)" userId="41656058-d17f-4018-ad38-662403cdae17" providerId="ADAL" clId="{ACE6810C-3181-490E-ADE8-FA8812C8CD10}" dt="2026-07-23T06:50:44.517" v="1102" actId="478"/>
        <pc:sldMkLst>
          <pc:docMk/>
          <pc:sldMk cId="614627524" sldId="2147471631"/>
        </pc:sldMkLst>
        <pc:spChg chg="mod">
          <ac:chgData name="Saltanat Orazaliyeva (KZ)" userId="41656058-d17f-4018-ad38-662403cdae17" providerId="ADAL" clId="{ACE6810C-3181-490E-ADE8-FA8812C8CD10}" dt="2026-07-23T06:48:40.707" v="1073" actId="1076"/>
          <ac:spMkLst>
            <pc:docMk/>
            <pc:sldMk cId="614627524" sldId="2147471631"/>
            <ac:spMk id="7" creationId="{52295BFD-CC3C-594C-C42A-DB91D10839DB}"/>
          </ac:spMkLst>
        </pc:spChg>
        <pc:spChg chg="mod">
          <ac:chgData name="Saltanat Orazaliyeva (KZ)" userId="41656058-d17f-4018-ad38-662403cdae17" providerId="ADAL" clId="{ACE6810C-3181-490E-ADE8-FA8812C8CD10}" dt="2026-07-23T06:48:56.064" v="1077" actId="1076"/>
          <ac:spMkLst>
            <pc:docMk/>
            <pc:sldMk cId="614627524" sldId="2147471631"/>
            <ac:spMk id="8" creationId="{242C0897-786D-E659-C9C2-DB5F4D282E4B}"/>
          </ac:spMkLst>
        </pc:spChg>
        <pc:picChg chg="add mod">
          <ac:chgData name="Saltanat Orazaliyeva (KZ)" userId="41656058-d17f-4018-ad38-662403cdae17" providerId="ADAL" clId="{ACE6810C-3181-490E-ADE8-FA8812C8CD10}" dt="2026-07-23T06:49:13.739" v="1080" actId="1076"/>
          <ac:picMkLst>
            <pc:docMk/>
            <pc:sldMk cId="614627524" sldId="2147471631"/>
            <ac:picMk id="10" creationId="{B84F2B4F-9C95-C91D-C09D-6CD7A30DFAEC}"/>
          </ac:picMkLst>
        </pc:picChg>
      </pc:sldChg>
      <pc:sldChg chg="addSp delSp modSp mod">
        <pc:chgData name="Saltanat Orazaliyeva (KZ)" userId="41656058-d17f-4018-ad38-662403cdae17" providerId="ADAL" clId="{ACE6810C-3181-490E-ADE8-FA8812C8CD10}" dt="2026-07-23T06:53:04.787" v="1153" actId="14100"/>
        <pc:sldMkLst>
          <pc:docMk/>
          <pc:sldMk cId="1747922726" sldId="2147471632"/>
        </pc:sldMkLst>
        <pc:spChg chg="mod">
          <ac:chgData name="Saltanat Orazaliyeva (KZ)" userId="41656058-d17f-4018-ad38-662403cdae17" providerId="ADAL" clId="{ACE6810C-3181-490E-ADE8-FA8812C8CD10}" dt="2026-07-23T06:51:35.305" v="1134" actId="1076"/>
          <ac:spMkLst>
            <pc:docMk/>
            <pc:sldMk cId="1747922726" sldId="2147471632"/>
            <ac:spMk id="9" creationId="{C6C0A5DF-548F-E1A1-568F-882816BEBF69}"/>
          </ac:spMkLst>
        </pc:spChg>
        <pc:spChg chg="mod">
          <ac:chgData name="Saltanat Orazaliyeva (KZ)" userId="41656058-d17f-4018-ad38-662403cdae17" providerId="ADAL" clId="{ACE6810C-3181-490E-ADE8-FA8812C8CD10}" dt="2026-07-23T06:53:04.787" v="1153" actId="14100"/>
          <ac:spMkLst>
            <pc:docMk/>
            <pc:sldMk cId="1747922726" sldId="2147471632"/>
            <ac:spMk id="10" creationId="{55C56F23-1D86-BF18-2952-8E26D0F1F6E2}"/>
          </ac:spMkLst>
        </pc:spChg>
      </pc:sldChg>
      <pc:sldChg chg="addSp delSp modSp mod">
        <pc:chgData name="Saltanat Orazaliyeva (KZ)" userId="41656058-d17f-4018-ad38-662403cdae17" providerId="ADAL" clId="{ACE6810C-3181-490E-ADE8-FA8812C8CD10}" dt="2026-07-23T09:41:22.326" v="1296" actId="1076"/>
        <pc:sldMkLst>
          <pc:docMk/>
          <pc:sldMk cId="1291237695" sldId="2147471634"/>
        </pc:sldMkLst>
        <pc:spChg chg="mod">
          <ac:chgData name="Saltanat Orazaliyeva (KZ)" userId="41656058-d17f-4018-ad38-662403cdae17" providerId="ADAL" clId="{ACE6810C-3181-490E-ADE8-FA8812C8CD10}" dt="2026-07-23T09:41:22.326" v="1296" actId="1076"/>
          <ac:spMkLst>
            <pc:docMk/>
            <pc:sldMk cId="1291237695" sldId="2147471634"/>
            <ac:spMk id="9" creationId="{127FE04E-3857-BFBB-25C2-65EF88DAC816}"/>
          </ac:spMkLst>
        </pc:spChg>
        <pc:spChg chg="mod">
          <ac:chgData name="Saltanat Orazaliyeva (KZ)" userId="41656058-d17f-4018-ad38-662403cdae17" providerId="ADAL" clId="{ACE6810C-3181-490E-ADE8-FA8812C8CD10}" dt="2026-07-23T09:39:20.971" v="1250" actId="1076"/>
          <ac:spMkLst>
            <pc:docMk/>
            <pc:sldMk cId="1291237695" sldId="2147471634"/>
            <ac:spMk id="10" creationId="{6D1F329C-BF30-8BF5-07AF-C02C32E4E096}"/>
          </ac:spMkLst>
        </pc:spChg>
      </pc:sldChg>
      <pc:sldChg chg="modSp add mod">
        <pc:chgData name="Saltanat Orazaliyeva (KZ)" userId="41656058-d17f-4018-ad38-662403cdae17" providerId="ADAL" clId="{ACE6810C-3181-490E-ADE8-FA8812C8CD10}" dt="2026-07-23T09:41:15.150" v="1295" actId="1076"/>
        <pc:sldMkLst>
          <pc:docMk/>
          <pc:sldMk cId="3188907487" sldId="2147471636"/>
        </pc:sldMkLst>
        <pc:spChg chg="mod">
          <ac:chgData name="Saltanat Orazaliyeva (KZ)" userId="41656058-d17f-4018-ad38-662403cdae17" providerId="ADAL" clId="{ACE6810C-3181-490E-ADE8-FA8812C8CD10}" dt="2026-07-23T09:41:15.150" v="1295" actId="1076"/>
          <ac:spMkLst>
            <pc:docMk/>
            <pc:sldMk cId="3188907487" sldId="2147471636"/>
            <ac:spMk id="9" creationId="{427AB927-EF85-3AD0-EFBF-1F7F2E7686A0}"/>
          </ac:spMkLst>
        </pc:spChg>
        <pc:spChg chg="mod">
          <ac:chgData name="Saltanat Orazaliyeva (KZ)" userId="41656058-d17f-4018-ad38-662403cdae17" providerId="ADAL" clId="{ACE6810C-3181-490E-ADE8-FA8812C8CD10}" dt="2026-07-23T09:40:33.224" v="1257"/>
          <ac:spMkLst>
            <pc:docMk/>
            <pc:sldMk cId="3188907487" sldId="2147471636"/>
            <ac:spMk id="10" creationId="{873D7436-2B75-75B9-9E07-1C5E2A3076B5}"/>
          </ac:spMkLst>
        </pc:spChg>
      </pc:sldChg>
      <pc:sldChg chg="modSp add mod">
        <pc:chgData name="Saltanat Orazaliyeva (KZ)" userId="41656058-d17f-4018-ad38-662403cdae17" providerId="ADAL" clId="{ACE6810C-3181-490E-ADE8-FA8812C8CD10}" dt="2026-07-23T09:42:55.490" v="1337" actId="14100"/>
        <pc:sldMkLst>
          <pc:docMk/>
          <pc:sldMk cId="3459513984" sldId="2147471637"/>
        </pc:sldMkLst>
        <pc:spChg chg="mod">
          <ac:chgData name="Saltanat Orazaliyeva (KZ)" userId="41656058-d17f-4018-ad38-662403cdae17" providerId="ADAL" clId="{ACE6810C-3181-490E-ADE8-FA8812C8CD10}" dt="2026-07-23T09:42:55.490" v="1337" actId="14100"/>
          <ac:spMkLst>
            <pc:docMk/>
            <pc:sldMk cId="3459513984" sldId="2147471637"/>
            <ac:spMk id="9" creationId="{FDE00208-6211-8689-F158-67930B40A48E}"/>
          </ac:spMkLst>
        </pc:spChg>
        <pc:spChg chg="mod">
          <ac:chgData name="Saltanat Orazaliyeva (KZ)" userId="41656058-d17f-4018-ad38-662403cdae17" providerId="ADAL" clId="{ACE6810C-3181-490E-ADE8-FA8812C8CD10}" dt="2026-07-23T09:42:19.942" v="1301" actId="1076"/>
          <ac:spMkLst>
            <pc:docMk/>
            <pc:sldMk cId="3459513984" sldId="2147471637"/>
            <ac:spMk id="10" creationId="{8DAA068B-A692-799F-C35D-873D20EEDB4E}"/>
          </ac:spMkLst>
        </pc:spChg>
      </pc:sldChg>
      <pc:sldChg chg="modSp add mod">
        <pc:chgData name="Saltanat Orazaliyeva (KZ)" userId="41656058-d17f-4018-ad38-662403cdae17" providerId="ADAL" clId="{ACE6810C-3181-490E-ADE8-FA8812C8CD10}" dt="2026-07-23T09:44:38.191" v="1360" actId="20577"/>
        <pc:sldMkLst>
          <pc:docMk/>
          <pc:sldMk cId="1931594621" sldId="2147471638"/>
        </pc:sldMkLst>
        <pc:spChg chg="mod">
          <ac:chgData name="Saltanat Orazaliyeva (KZ)" userId="41656058-d17f-4018-ad38-662403cdae17" providerId="ADAL" clId="{ACE6810C-3181-490E-ADE8-FA8812C8CD10}" dt="2026-07-23T09:44:15.653" v="1347" actId="20577"/>
          <ac:spMkLst>
            <pc:docMk/>
            <pc:sldMk cId="1931594621" sldId="2147471638"/>
            <ac:spMk id="9" creationId="{7FC33AC9-6445-0B9F-DE9F-29CBC2B7F25D}"/>
          </ac:spMkLst>
        </pc:spChg>
        <pc:spChg chg="mod">
          <ac:chgData name="Saltanat Orazaliyeva (KZ)" userId="41656058-d17f-4018-ad38-662403cdae17" providerId="ADAL" clId="{ACE6810C-3181-490E-ADE8-FA8812C8CD10}" dt="2026-07-23T09:44:38.191" v="1360" actId="20577"/>
          <ac:spMkLst>
            <pc:docMk/>
            <pc:sldMk cId="1931594621" sldId="2147471638"/>
            <ac:spMk id="10" creationId="{EA82439D-D389-EB53-83EA-F6DE21B36492}"/>
          </ac:spMkLst>
        </pc:spChg>
      </pc:sldChg>
      <pc:sldChg chg="modSp add mod">
        <pc:chgData name="Saltanat Orazaliyeva (KZ)" userId="41656058-d17f-4018-ad38-662403cdae17" providerId="ADAL" clId="{ACE6810C-3181-490E-ADE8-FA8812C8CD10}" dt="2026-07-23T09:45:52.516" v="1394"/>
        <pc:sldMkLst>
          <pc:docMk/>
          <pc:sldMk cId="1297916845" sldId="2147471639"/>
        </pc:sldMkLst>
        <pc:spChg chg="mod">
          <ac:chgData name="Saltanat Orazaliyeva (KZ)" userId="41656058-d17f-4018-ad38-662403cdae17" providerId="ADAL" clId="{ACE6810C-3181-490E-ADE8-FA8812C8CD10}" dt="2026-07-23T09:45:47.508" v="1393" actId="20577"/>
          <ac:spMkLst>
            <pc:docMk/>
            <pc:sldMk cId="1297916845" sldId="2147471639"/>
            <ac:spMk id="9" creationId="{445A5581-8BBE-A0EB-5502-647F65EC61F8}"/>
          </ac:spMkLst>
        </pc:spChg>
        <pc:spChg chg="mod">
          <ac:chgData name="Saltanat Orazaliyeva (KZ)" userId="41656058-d17f-4018-ad38-662403cdae17" providerId="ADAL" clId="{ACE6810C-3181-490E-ADE8-FA8812C8CD10}" dt="2026-07-23T09:45:52.516" v="1394"/>
          <ac:spMkLst>
            <pc:docMk/>
            <pc:sldMk cId="1297916845" sldId="2147471639"/>
            <ac:spMk id="10" creationId="{F4BFC7DF-A0A8-81C6-45CE-A7DC0EAEC99C}"/>
          </ac:spMkLst>
        </pc:spChg>
      </pc:sldChg>
      <pc:sldChg chg="modSp add mod">
        <pc:chgData name="Saltanat Orazaliyeva (KZ)" userId="41656058-d17f-4018-ad38-662403cdae17" providerId="ADAL" clId="{ACE6810C-3181-490E-ADE8-FA8812C8CD10}" dt="2026-07-23T09:48:43.988" v="1419"/>
        <pc:sldMkLst>
          <pc:docMk/>
          <pc:sldMk cId="3001013935" sldId="2147471640"/>
        </pc:sldMkLst>
        <pc:spChg chg="mod">
          <ac:chgData name="Saltanat Orazaliyeva (KZ)" userId="41656058-d17f-4018-ad38-662403cdae17" providerId="ADAL" clId="{ACE6810C-3181-490E-ADE8-FA8812C8CD10}" dt="2026-07-23T09:46:49.552" v="1418" actId="20577"/>
          <ac:spMkLst>
            <pc:docMk/>
            <pc:sldMk cId="3001013935" sldId="2147471640"/>
            <ac:spMk id="9" creationId="{79ED39F4-8A58-69D9-4A48-71C1BCF7FFA1}"/>
          </ac:spMkLst>
        </pc:spChg>
        <pc:spChg chg="mod">
          <ac:chgData name="Saltanat Orazaliyeva (KZ)" userId="41656058-d17f-4018-ad38-662403cdae17" providerId="ADAL" clId="{ACE6810C-3181-490E-ADE8-FA8812C8CD10}" dt="2026-07-23T09:48:43.988" v="1419"/>
          <ac:spMkLst>
            <pc:docMk/>
            <pc:sldMk cId="3001013935" sldId="2147471640"/>
            <ac:spMk id="10" creationId="{7FF46311-F647-4403-4F7C-1285DDEBCC75}"/>
          </ac:spMkLst>
        </pc:spChg>
      </pc:sldChg>
    </pc:docChg>
  </pc:docChgLst>
  <pc:docChgLst>
    <pc:chgData name="Aigerim Seitkali (KZ)" userId="0ee0fdb9-32a2-404f-981e-33ec43c023ac" providerId="ADAL" clId="{6DC37B1F-D284-4033-B34F-31D5FE082355}"/>
    <pc:docChg chg="addSld delSld modSld">
      <pc:chgData name="Aigerim Seitkali (KZ)" userId="0ee0fdb9-32a2-404f-981e-33ec43c023ac" providerId="ADAL" clId="{6DC37B1F-D284-4033-B34F-31D5FE082355}" dt="2026-08-20T05:48:43.018" v="183" actId="47"/>
      <pc:docMkLst>
        <pc:docMk/>
      </pc:docMkLst>
      <pc:sldChg chg="modSp mod">
        <pc:chgData name="Aigerim Seitkali (KZ)" userId="0ee0fdb9-32a2-404f-981e-33ec43c023ac" providerId="ADAL" clId="{6DC37B1F-D284-4033-B34F-31D5FE082355}" dt="2026-08-10T05:30:42.203" v="181" actId="20577"/>
        <pc:sldMkLst>
          <pc:docMk/>
          <pc:sldMk cId="1721443460" sldId="273"/>
        </pc:sldMkLst>
        <pc:spChg chg="mod">
          <ac:chgData name="Aigerim Seitkali (KZ)" userId="0ee0fdb9-32a2-404f-981e-33ec43c023ac" providerId="ADAL" clId="{6DC37B1F-D284-4033-B34F-31D5FE082355}" dt="2026-08-10T05:30:42.203" v="181" actId="20577"/>
          <ac:spMkLst>
            <pc:docMk/>
            <pc:sldMk cId="1721443460" sldId="273"/>
            <ac:spMk id="9" creationId="{C5DE3CC5-21F0-2728-BA29-170AD1BCD6C4}"/>
          </ac:spMkLst>
        </pc:spChg>
      </pc:sldChg>
      <pc:sldChg chg="add">
        <pc:chgData name="Aigerim Seitkali (KZ)" userId="0ee0fdb9-32a2-404f-981e-33ec43c023ac" providerId="ADAL" clId="{6DC37B1F-D284-4033-B34F-31D5FE082355}" dt="2026-08-20T05:48:41.575" v="182"/>
        <pc:sldMkLst>
          <pc:docMk/>
          <pc:sldMk cId="2278847432" sldId="299"/>
        </pc:sldMkLst>
      </pc:sldChg>
      <pc:sldChg chg="del">
        <pc:chgData name="Aigerim Seitkali (KZ)" userId="0ee0fdb9-32a2-404f-981e-33ec43c023ac" providerId="ADAL" clId="{6DC37B1F-D284-4033-B34F-31D5FE082355}" dt="2026-08-20T05:48:43.018" v="183" actId="47"/>
        <pc:sldMkLst>
          <pc:docMk/>
          <pc:sldMk cId="3895503935" sldId="21474716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BEB4EF7-6755-4417-96B3-8A9D9B3986FB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338F507-FFAD-4585-99E0-9DC17883AD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9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8F507-FFAD-4585-99E0-9DC17883AD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44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8F507-FFAD-4585-99E0-9DC17883AD4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75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8F507-FFAD-4585-99E0-9DC17883AD4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67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B6B06-7F77-B9B9-6601-A57D24EAA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F9393-3B7F-E76D-05E4-DFE40C469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37B43-EBFE-BC91-A8D6-D20C3326B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4AD53-81FC-6017-3D43-9E1845BE6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8F507-FFAD-4585-99E0-9DC17883AD4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13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385865-AC61-A495-F399-61E2BED383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62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64" y="1950115"/>
            <a:ext cx="5637249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363" y="6058947"/>
            <a:ext cx="4684447" cy="45322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400050"/>
            <a:ext cx="1064007" cy="5179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376474-8301-A324-FA7C-51F05EE9BC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625" y="2975252"/>
            <a:ext cx="7562850" cy="159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743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64" y="1950115"/>
            <a:ext cx="5637249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3188" y="6057540"/>
            <a:ext cx="4684447" cy="45322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400050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505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8" y="4003373"/>
            <a:ext cx="468065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7CEB63-9B36-E4A1-E80A-B2DC695745F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63261" y="405398"/>
            <a:ext cx="5638214" cy="35979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0F0E8-7444-AC05-13B4-40ECCF48D04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43FB9-4CB3-C9E6-636B-A5F1CEB9E0A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5BEE6F-2499-4ECB-C61E-BE4C14B8DA4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21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071" y="4008317"/>
            <a:ext cx="4791992" cy="14161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E89857-A48D-DB54-0C83-9542D0FE496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63260" y="405398"/>
            <a:ext cx="5638767" cy="36029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43353E-8F92-9978-B620-8DC70214772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36C75A-66D0-A39E-B9F7-7397E12FAD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D53065-33B7-0423-342B-2D0B8AC1FC0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786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28" y="400337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5AE161-4C3E-4191-87D7-9E2A30FBEF8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63260" y="405398"/>
            <a:ext cx="5638215" cy="35979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EC63E8-5961-AE2C-96A9-B014632150D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A188744-7C74-DDE7-E800-B8E562F0B4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D73AC-E04C-A280-C7A2-C15455BA40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218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28" y="400337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626008-A72B-9C9B-87CE-5ED14678FB0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63260" y="405398"/>
            <a:ext cx="5638767" cy="35935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0961C-4A45-9DEC-5C06-6F00EC9307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89E7DB8-B6F3-BDCB-243E-6D36A494AB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7F82A2-C8D2-84F2-BDF2-ECDF55D758A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95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27" y="400337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7041-E9DC-98BB-04D1-2512170C5B3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04409" y="405397"/>
            <a:ext cx="6597065" cy="35935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0783E-E537-4776-C513-BBB49D3BC16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148491C-B8CF-A728-38F3-47D2136DC74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E4F957-E04C-CFB4-569E-E4CA4CCFA2E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80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bi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27" y="400337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7041-E9DC-98BB-04D1-2512170C5B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57913" y="405398"/>
            <a:ext cx="5643561" cy="3079165"/>
          </a:xfrm>
        </p:spPr>
        <p:txBody>
          <a:bodyPr/>
          <a:lstStyle>
            <a:lvl2pPr>
              <a:defRPr sz="1600"/>
            </a:lvl2pPr>
          </a:lstStyle>
          <a:p>
            <a:pPr lvl="1"/>
            <a:r>
              <a:rPr lang="en-GB"/>
              <a:t>Second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6EC276-3627-6ED3-ACC7-6D690C9922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83549" y="5139323"/>
            <a:ext cx="3723271" cy="800100"/>
          </a:xfrm>
        </p:spPr>
        <p:txBody>
          <a:bodyPr anchor="b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4573B6-45C7-9732-9BBF-56F180D537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607" y="4151313"/>
            <a:ext cx="1454150" cy="1787525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E5F59E5-3BCA-20EA-D3B3-B0654D078B1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C591AE-859C-530C-6837-BFB4DC8D4B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609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3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1568B3-CD5C-D29D-4CF8-E6576255A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44D076-19FD-8097-28CA-C07410502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641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32" y="776988"/>
            <a:ext cx="6601818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57913" y="572408"/>
            <a:ext cx="5498006" cy="43088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1568B3-CD5C-D29D-4CF8-E6576255A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44D076-19FD-8097-28CA-C07410502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0A7832-0C82-6A3E-9EE7-89A318C703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4966" y="3489479"/>
            <a:ext cx="6604000" cy="23256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70412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32" y="3484563"/>
            <a:ext cx="5645841" cy="2568670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5A39B-A588-7105-6314-91D2E73FDA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8868956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  <a:prstGeom prst="rect">
            <a:avLst/>
          </a:prstGeo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94445-0B2D-22D7-A429-801CFF143A1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55724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prstGeom prst="rect">
            <a:avLst/>
          </a:prstGeo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2142" y="924105"/>
            <a:ext cx="3719885" cy="193339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90AEA0-2DD8-05ED-5B4C-54DB24C0759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82548" y="2977147"/>
            <a:ext cx="3718928" cy="30759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BE53E1-32E9-B04F-C805-F67867E6EBB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328659" y="6497440"/>
            <a:ext cx="2510791" cy="161583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253328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prstGeom prst="rect">
            <a:avLst/>
          </a:prstGeo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294" y="924105"/>
            <a:ext cx="4671730" cy="193339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5A4BFF2-5058-D8EC-29C9-5B71B92282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18350" y="2977147"/>
            <a:ext cx="4683677" cy="295674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B92F6B-614B-157C-0DC7-224F81A7410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824867" y="6497440"/>
            <a:ext cx="3128883" cy="161583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2705320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prstGeom prst="rect">
            <a:avLst/>
          </a:prstGeo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4545" y="404994"/>
            <a:ext cx="5636930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C95773B-EE31-139A-EA65-0149AC70AD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64263" y="1951621"/>
            <a:ext cx="5636930" cy="39872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B4616-A11B-29D0-23F3-29EB015CEBE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839902" y="6497440"/>
            <a:ext cx="3999547" cy="161583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507436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prstGeom prst="rect">
            <a:avLst/>
          </a:prstGeo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006" y="404994"/>
            <a:ext cx="659746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5203825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77003" y="6497441"/>
            <a:ext cx="4472465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29C797-230D-D818-C159-05052BC80F0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203825" y="1951623"/>
            <a:ext cx="6597650" cy="41015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54641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4994"/>
            <a:ext cx="4274253" cy="142380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prstGeom prst="rect">
            <a:avLst/>
          </a:prstGeo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917125-C22B-5914-DA75-0559C49072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9063" y="404813"/>
            <a:ext cx="6602412" cy="5534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31835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204753" y="808892"/>
            <a:ext cx="6597274" cy="3328416"/>
          </a:xfrm>
          <a:prstGeom prst="rect">
            <a:avLst/>
          </a:prstGeo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GB"/>
              <a:t>Click icon to add table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12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9DEE-6989-9A74-BDE8-CA73B910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able Placeholder 6">
            <a:extLst>
              <a:ext uri="{FF2B5EF4-FFF2-40B4-BE49-F238E27FC236}">
                <a16:creationId xmlns:a16="http://schemas.microsoft.com/office/drawing/2014/main" id="{20981518-E379-4F77-CAB2-B5B28A3988E7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204753" y="808892"/>
            <a:ext cx="6597274" cy="3328416"/>
          </a:xfrm>
          <a:prstGeom prst="rect">
            <a:avLst/>
          </a:prstGeo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GB"/>
              <a:t>Click icon to add table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2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177702" y="809096"/>
            <a:ext cx="4090962" cy="2675467"/>
          </a:xfrm>
          <a:prstGeom prst="rect">
            <a:avLst/>
          </a:prstGeo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GB"/>
              <a:t>Click icon to add table</a:t>
            </a:r>
            <a:endParaRPr lang="en-US"/>
          </a:p>
        </p:txBody>
      </p:sp>
      <p:sp>
        <p:nvSpPr>
          <p:cNvPr id="6" name="Table Placeholder 6">
            <a:extLst>
              <a:ext uri="{FF2B5EF4-FFF2-40B4-BE49-F238E27FC236}">
                <a16:creationId xmlns:a16="http://schemas.microsoft.com/office/drawing/2014/main" id="{CE0852A2-F289-0299-38DA-54988A9CF4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7711066" y="809096"/>
            <a:ext cx="4090962" cy="2675467"/>
          </a:xfrm>
          <a:prstGeom prst="rect">
            <a:avLst/>
          </a:prstGeo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GB"/>
              <a:t>Click icon to add table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D3D9662-5F2D-57D9-7407-78275144A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417BEBC1-805D-DD3E-7FB7-E733D35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875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EEDD237-2AD5-3154-E113-01E98DC09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3079065-EEA7-BD3F-374F-2BD4FA17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9EB10B1-191A-630B-CAE5-F7CB250CA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86306" y="922518"/>
            <a:ext cx="4093635" cy="2589534"/>
          </a:xfrm>
          <a:prstGeom prst="rect">
            <a:avLst/>
          </a:prstGeom>
        </p:spPr>
        <p:txBody>
          <a:bodyPr lIns="91440"/>
          <a:lstStyle>
            <a:lvl1pPr marL="292608" indent="-573088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/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B735FB7-5411-F2F1-D974-F773B1B83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08392" y="922518"/>
            <a:ext cx="4093635" cy="2589534"/>
          </a:xfrm>
          <a:prstGeom prst="rect">
            <a:avLst/>
          </a:prstGeom>
        </p:spPr>
        <p:txBody>
          <a:bodyPr lIns="91440"/>
          <a:lstStyle>
            <a:lvl1pPr marL="393192" indent="-676656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>
                <a:tab pos="225425" algn="r"/>
              </a:tabLst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58549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AB21AD-223E-D641-59AC-31DEC3894AB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1638" y="1948448"/>
            <a:ext cx="5635625" cy="41015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CAB3A-9984-16DC-456B-3777BE3A0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40268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ntent-sub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AB21AD-223E-D641-59AC-31DEC3894AB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1638" y="1948448"/>
            <a:ext cx="5635625" cy="41015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430B05-F88C-9D25-119A-7671C7967E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4489" y="920102"/>
            <a:ext cx="11401425" cy="508648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856D21-042D-B75B-6DE7-C5281B89F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66337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9B8E6-5B56-A80D-E477-0E5D503519C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1638" y="1948447"/>
            <a:ext cx="4678362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7BA4AF4-492C-CC88-5621-8FABFC98402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63261" y="1951622"/>
            <a:ext cx="4678362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DCE02AD-F797-FE56-9C7A-E64F0679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00542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-sub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9B8E6-5B56-A80D-E477-0E5D503519C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1638" y="1948447"/>
            <a:ext cx="4678362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7BA4AF4-492C-CC88-5621-8FABFC98402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63261" y="1948447"/>
            <a:ext cx="4678362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19614C0-4A4E-93BD-312A-0F3E8998D3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4489" y="920102"/>
            <a:ext cx="11401425" cy="508648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A60901A-5A1F-6AAC-01DE-06C302B6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45081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54" y="3492184"/>
            <a:ext cx="3831071" cy="24545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50937" cy="4510882"/>
          </a:xfrm>
          <a:prstGeom prst="rect">
            <a:avLst/>
          </a:prstGeo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56AB70-B001-F407-DDA0-8274B081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B0E27A5-BC84-EBC4-82C5-E8CF838E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BCE70-1ED4-1EEB-6B0E-0B292C607CB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7638" y="403225"/>
            <a:ext cx="2763837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71105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78" y="404104"/>
            <a:ext cx="3836015" cy="553155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2455068"/>
          </a:xfrm>
          <a:prstGeom prst="rect">
            <a:avLst/>
          </a:prstGeo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1444" y="2977040"/>
            <a:ext cx="3649948" cy="2455068"/>
          </a:xfrm>
          <a:prstGeom prst="rect">
            <a:avLst/>
          </a:prstGeo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0C2534F-0DED-9179-1BA0-BA7BBA63E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C21211E5-4A9D-2EA5-349A-BFEBB51D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887DF-914A-80C0-879F-7DA33F8219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42986" y="405397"/>
            <a:ext cx="2759042" cy="2452103"/>
          </a:xfrm>
        </p:spPr>
        <p:txBody>
          <a:bodyPr/>
          <a:lstStyle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32E4FE-E252-0EE9-B1F3-6386AD5AFD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042986" y="2981910"/>
            <a:ext cx="2758490" cy="2442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75184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 Matr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431438"/>
            <a:ext cx="2657075" cy="1938825"/>
          </a:xfrm>
          <a:prstGeom prst="rect">
            <a:avLst/>
          </a:prstGeo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2831" y="3486944"/>
            <a:ext cx="2657075" cy="1938825"/>
          </a:xfrm>
          <a:prstGeom prst="rect">
            <a:avLst/>
          </a:prstGeo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7E05F9-3B71-A92F-C27D-3EA729554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0294" y="1431438"/>
            <a:ext cx="2657075" cy="1938825"/>
          </a:xfrm>
          <a:prstGeom prst="rect">
            <a:avLst/>
          </a:prstGeo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436620D-30A8-EA32-EBA9-0FB0D98A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0294" y="3486944"/>
            <a:ext cx="2657075" cy="1938825"/>
          </a:xfrm>
          <a:prstGeom prst="rect">
            <a:avLst/>
          </a:prstGeo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7498BA-199C-F469-8714-950C6E6B0ED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286710" y="1428750"/>
            <a:ext cx="2762250" cy="19415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C078B18-EA5D-7AF0-657F-512EA7A084F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40480" y="1428750"/>
            <a:ext cx="2762250" cy="19415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ADBAD221-0DB3-88F8-3953-808E9149394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86710" y="3492834"/>
            <a:ext cx="2762250" cy="19415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457EFE2-7709-F16C-313F-E8807F8FA33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040480" y="3492834"/>
            <a:ext cx="2762250" cy="19415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2596B8-7373-20B8-AAA5-E361E70C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53409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1638" y="1948447"/>
            <a:ext cx="3238917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41048" y="1948447"/>
            <a:ext cx="3238917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80458" y="1948447"/>
            <a:ext cx="3238917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5ABD8C-2D78-677F-F957-A0C53C17A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496242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ntent-sub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1638" y="1948447"/>
            <a:ext cx="3238917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41048" y="1948447"/>
            <a:ext cx="3238917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80458" y="1948447"/>
            <a:ext cx="3238917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8BA9644-91F3-1394-DA8C-388D2541A5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4489" y="920102"/>
            <a:ext cx="11401425" cy="50229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E8A131-50AB-FFF0-9909-5DB75271D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67338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1638" y="194844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41048" y="194844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4844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13263"/>
            <a:ext cx="1285875" cy="1425575"/>
          </a:xfrm>
        </p:spPr>
        <p:txBody>
          <a:bodyPr/>
          <a:lstStyle/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27613"/>
            <a:ext cx="2230437" cy="915987"/>
          </a:xfrm>
        </p:spPr>
        <p:txBody>
          <a:bodyPr anchor="b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0A3FD0-79FF-A98F-5AEB-3E48BB5C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65265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E946374-FA30-CA90-8DA8-4D3D9C8D9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7BD091D-1A71-D98C-9FBE-055914E8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DD77958-05AB-8BBC-6961-7ABC44D6604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1638" y="1948447"/>
            <a:ext cx="3238917" cy="3992563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1FF1C9-A619-5A8C-2294-70069FEEAF7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41048" y="1948447"/>
            <a:ext cx="3238917" cy="3992563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E7D303B-B443-9E37-C6CA-D76511F2065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80458" y="1948447"/>
            <a:ext cx="3238917" cy="3992563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2B746C6-E994-40F3-DD89-1165E234F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75186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04458" y="1433158"/>
            <a:ext cx="5237163" cy="451008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161B32-F7CA-4AD1-FC0C-D0C2BE43DA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3260" y="2459622"/>
            <a:ext cx="2765425" cy="34760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BD968E94-8BD6-D4B1-0962-42EBC7E2AC4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040146" y="2462797"/>
            <a:ext cx="2761882" cy="34760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C3EE0D-D88E-3B59-E980-52D92B7A3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17079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955500F-3808-9CA2-1F44-A64164571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E6F2E23D-BB9F-B34F-EC85-66F73AA73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C7E1D74-85BB-C8B1-25F5-C44B3C333C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41800" y="1949410"/>
            <a:ext cx="3281363" cy="39894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A7773B85-5354-E0B9-6F40-7598F13332F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1211" y="1949410"/>
            <a:ext cx="3281363" cy="39894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6CE8F38-D095-BA69-777F-E6DE1722FA7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1639" y="3689350"/>
            <a:ext cx="3275764" cy="2249488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0EACC4-E386-7F82-CB96-D69BE1BD5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055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Fou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0684"/>
            <a:ext cx="3280410" cy="15275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8E7DA0-330F-0EFA-F5EA-9B8D8ADDB8B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081608" y="1950684"/>
            <a:ext cx="3280410" cy="15275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934F8D-EEE5-A5C7-4F51-62B220EA007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42435" y="3727982"/>
            <a:ext cx="3280410" cy="15275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F4A050-73C7-4EF8-22E1-17E2117180F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81608" y="3727982"/>
            <a:ext cx="3280410" cy="15275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79AEC2-3D38-AA3C-D9ED-F56066F02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1F2E443D-FB19-EC91-F034-92383A4D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6AB1D9-F219-F033-F6E7-E50BD6EE8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ABE63535-00B0-9D2D-DE3D-F13F1E42F9D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01639" y="3689350"/>
            <a:ext cx="3275764" cy="2249488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619374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394" y="1431816"/>
            <a:ext cx="3448050" cy="44985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689588"/>
            <a:ext cx="3621405" cy="2257189"/>
          </a:xfrm>
          <a:prstGeom prst="rect">
            <a:avLst/>
          </a:prstGeo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3689588"/>
            <a:ext cx="3621405" cy="2257189"/>
          </a:xfrm>
          <a:prstGeom prst="rect">
            <a:avLst/>
          </a:prstGeo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7D3849-C8CD-8658-1466-0AC905A32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45FB2FC1-37EA-E80B-8E2C-5BB79F8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A2037F7-B3A9-12F0-2FF5-CE932889ED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40797" y="1430922"/>
            <a:ext cx="3621405" cy="19415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9B8FF16B-AB78-F870-CB74-79A24D01016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81110" y="1430922"/>
            <a:ext cx="3621405" cy="19415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001DBD-0599-7AE4-5E39-052B6B93D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98053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prstGeom prst="rect">
            <a:avLst/>
          </a:prstGeo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prstGeom prst="rect">
            <a:avLst/>
          </a:prstGeo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prstGeom prst="rect">
            <a:avLst/>
          </a:prstGeo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ECE73D-C1BF-CCBB-D06F-251C2E25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A426DA8-9708-CB0C-B947-860398B10C6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2222" y="4003257"/>
            <a:ext cx="3621404" cy="2054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32218E21-0AC5-4E19-357E-90B0D30839E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41633" y="4003257"/>
            <a:ext cx="3621404" cy="2054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EE364641-7424-AD97-6598-4249E197D4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1043" y="4001085"/>
            <a:ext cx="3621404" cy="2054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96735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Two Image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898A4C-932E-23E9-DC30-A54F174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14" y="4002723"/>
            <a:ext cx="3389473" cy="19299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410052"/>
            <a:ext cx="3621405" cy="3474561"/>
          </a:xfrm>
          <a:prstGeom prst="rect">
            <a:avLst/>
          </a:prstGeo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410052"/>
            <a:ext cx="3621405" cy="3474561"/>
          </a:xfrm>
          <a:prstGeom prst="rect">
            <a:avLst/>
          </a:prstGeo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BD5BA45-6FFD-0692-0F0F-E110F28E6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A0EF6EA-3F57-5496-E0F3-4864ED11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3790D4C0-BD69-D564-4240-2AA4D16A217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41633" y="4003257"/>
            <a:ext cx="3621404" cy="2054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31096CE-21DD-3159-9766-BCDF99B5B8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1043" y="4001085"/>
            <a:ext cx="3621404" cy="2054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5238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1EFE3FD-F731-A8D3-3C19-422508E23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1638" y="1948447"/>
            <a:ext cx="2763837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A02A83A7-0DA9-3CC2-220B-C7AC43CD446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84871" y="1948447"/>
            <a:ext cx="2757487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CDE442B-5CEF-3730-FCB5-C2243E310EC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61755" y="1948447"/>
            <a:ext cx="2757487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DD9F663-A828-2635-7F1A-84CC718501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38640" y="1948447"/>
            <a:ext cx="2757487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FDDD9-500F-9A43-0FC8-B82E1ADAC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985391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Content-sub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1EFE3FD-F731-A8D3-3C19-422508E23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1638" y="1948447"/>
            <a:ext cx="2763837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A02A83A7-0DA9-3CC2-220B-C7AC43CD446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84874" y="1948447"/>
            <a:ext cx="2767010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CDE442B-5CEF-3730-FCB5-C2243E310EC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61755" y="1948447"/>
            <a:ext cx="2763837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DD9F663-A828-2635-7F1A-84CC718501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41815" y="1948447"/>
            <a:ext cx="2757487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3880C2E-9B88-5C24-48CA-D4BBEC7F56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4489" y="920102"/>
            <a:ext cx="11401425" cy="51347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762341A-343A-0397-BF36-1093C3241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316218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Content Stats-op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684E12-75C3-A4CD-C212-F0AAFDCC17CF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1EFE3FD-F731-A8D3-3C19-422508E23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1639" y="2971800"/>
            <a:ext cx="2465178" cy="29723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A02A83A7-0DA9-3CC2-220B-C7AC43CD446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84872" y="2971800"/>
            <a:ext cx="2465178" cy="29723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CDE442B-5CEF-3730-FCB5-C2243E310EC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45875" y="2971800"/>
            <a:ext cx="2465178" cy="29723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DD9F663-A828-2635-7F1A-84CC718501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2760" y="2971800"/>
            <a:ext cx="2465178" cy="29723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A257EC-A4D1-9641-7201-52C35054A8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553" y="1870881"/>
            <a:ext cx="2465178" cy="1003300"/>
          </a:xfrm>
        </p:spPr>
        <p:txBody>
          <a:bodyPr/>
          <a:lstStyle>
            <a:lvl1pPr>
              <a:defRPr sz="6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XX%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9A33C6D-E15D-B1BA-3EB6-EBDDAB9669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3885" y="1870881"/>
            <a:ext cx="2476165" cy="1003300"/>
          </a:xfrm>
        </p:spPr>
        <p:txBody>
          <a:bodyPr/>
          <a:lstStyle>
            <a:lvl1pPr>
              <a:defRPr sz="6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XX%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B0823EB-598C-0B1B-37D0-6705A7E712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45875" y="1870881"/>
            <a:ext cx="2465178" cy="1003300"/>
          </a:xfrm>
        </p:spPr>
        <p:txBody>
          <a:bodyPr/>
          <a:lstStyle>
            <a:lvl1pPr>
              <a:defRPr sz="6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XX%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6F03D17A-3AF9-A7EB-F529-3535C61E01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22760" y="1870881"/>
            <a:ext cx="2476165" cy="1003300"/>
          </a:xfrm>
        </p:spPr>
        <p:txBody>
          <a:bodyPr/>
          <a:lstStyle>
            <a:lvl1pPr>
              <a:defRPr sz="6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XX%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CEC71C-3633-A2D4-EF16-CD7E2D67E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636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Content Stats-op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C5B68A-2574-16C1-5136-228ACC6D9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D643F4-E5D2-AD25-096D-E449DCBAE1C7}"/>
              </a:ext>
            </a:extLst>
          </p:cNvPr>
          <p:cNvSpPr/>
          <p:nvPr userDrawn="1"/>
        </p:nvSpPr>
        <p:spPr>
          <a:xfrm>
            <a:off x="406401" y="1428750"/>
            <a:ext cx="5637212" cy="4624389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AEDE4F-0026-AD12-3F35-A211D8431BC6}"/>
              </a:ext>
            </a:extLst>
          </p:cNvPr>
          <p:cNvSpPr/>
          <p:nvPr userDrawn="1"/>
        </p:nvSpPr>
        <p:spPr>
          <a:xfrm>
            <a:off x="6157913" y="1428750"/>
            <a:ext cx="5644114" cy="4624389"/>
          </a:xfrm>
          <a:prstGeom prst="rect">
            <a:avLst/>
          </a:prstGeom>
          <a:solidFill>
            <a:srgbClr val="FF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BC9CA8F0-A1E2-D6DE-6CF7-739BBC4EE76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7391" y="2971800"/>
            <a:ext cx="2465178" cy="29723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0927176E-E33C-BE22-A626-3626A49114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14274" y="2971800"/>
            <a:ext cx="2465178" cy="29723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27C55F1A-6068-0AE9-6F02-22D687042C1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10859" y="2971800"/>
            <a:ext cx="2465178" cy="29723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08154767-B3C2-7C91-6327-E7631CFA31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87744" y="2971800"/>
            <a:ext cx="2465178" cy="29723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809B7D-46AE-2601-C506-048975672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7391" y="1827212"/>
            <a:ext cx="2465178" cy="1089025"/>
          </a:xfrm>
        </p:spPr>
        <p:txBody>
          <a:bodyPr/>
          <a:lstStyle>
            <a:lvl1pPr>
              <a:defRPr sz="6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00%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E94723C-52DD-15F2-DA8C-7E3709A55B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4274" y="1827212"/>
            <a:ext cx="2465178" cy="1089025"/>
          </a:xfrm>
        </p:spPr>
        <p:txBody>
          <a:bodyPr/>
          <a:lstStyle>
            <a:lvl1pPr>
              <a:defRPr sz="6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00%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2780D81-4E65-1159-9A14-068EC5A569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0859" y="1827212"/>
            <a:ext cx="2465178" cy="1089025"/>
          </a:xfrm>
        </p:spPr>
        <p:txBody>
          <a:bodyPr/>
          <a:lstStyle>
            <a:lvl1pPr>
              <a:defRPr sz="6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00%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1E36755-6DDC-6902-2100-03A9B00CEA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87742" y="1827212"/>
            <a:ext cx="2465178" cy="1089025"/>
          </a:xfrm>
        </p:spPr>
        <p:txBody>
          <a:bodyPr/>
          <a:lstStyle>
            <a:lvl1pPr>
              <a:defRPr sz="6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00%</a:t>
            </a:r>
          </a:p>
        </p:txBody>
      </p:sp>
    </p:spTree>
    <p:extLst>
      <p:ext uri="{BB962C8B-B14F-4D97-AF65-F5344CB8AC3E}">
        <p14:creationId xmlns:p14="http://schemas.microsoft.com/office/powerpoint/2010/main" val="19052618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DAB432F-854F-42B3-F530-13E74D7AA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B9F6906-FD55-4ECF-BC68-21EDA9D47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F9210D-8193-5B5B-8A06-4AC31C309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43B211-76C2-9721-51CB-FAFA11DA918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1638" y="3489910"/>
            <a:ext cx="3238917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909879B-6A6E-F50B-1C20-13FF22AEC9E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41048" y="3489910"/>
            <a:ext cx="3238917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E8501E22-3A31-FF7C-58B3-AF37C9E9A39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80458" y="3489910"/>
            <a:ext cx="3238917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33739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B11690-3DC6-7B4C-5196-E388A5114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8A6C4D-3F5E-1CC8-64FD-F01177BD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FEB347-CE1D-FC9D-9727-6314A0AEA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A1358E4E-2FC5-1FEC-6E97-21740F016E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1638" y="3489743"/>
            <a:ext cx="2763837" cy="24490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BF40F59-4CFF-21A4-945A-030E5ED2CD4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84871" y="3489743"/>
            <a:ext cx="2757487" cy="24490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4D05270-E5C7-6348-EEB4-5B799356CEF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61755" y="3489743"/>
            <a:ext cx="2757487" cy="24490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D7EF37C7-3015-2857-4544-FD29939509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38640" y="3489743"/>
            <a:ext cx="2757487" cy="24490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1261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ro Four Content Four Infographic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48D2-B18D-75C7-0C7E-1D9DB1396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9EBCD51-8DA2-A863-38B9-4D39E92C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A4BC54-87F6-3629-E4B6-3E36F85D1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B2003B-6D58-53B0-AFFE-26D0039B5A1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3225" y="1431925"/>
            <a:ext cx="11398250" cy="1428749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B2A3F4D1-2261-3C27-8AB6-E5B275299E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7988" y="2971801"/>
            <a:ext cx="2757487" cy="2967038"/>
          </a:xfrm>
          <a:solidFill>
            <a:srgbClr val="FFE8D4"/>
          </a:solidFill>
        </p:spPr>
        <p:txBody>
          <a:bodyPr lIns="108000" tIns="108000" rIns="108000" bIns="108000" anchor="b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8EA90A77-B444-6124-E839-553C54D97C2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84871" y="2971801"/>
            <a:ext cx="2757487" cy="2967038"/>
          </a:xfrm>
          <a:solidFill>
            <a:srgbClr val="FFE8D4"/>
          </a:solidFill>
        </p:spPr>
        <p:txBody>
          <a:bodyPr lIns="108000" tIns="108000" rIns="108000" bIns="108000" anchor="b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B308BE28-7A9D-7A38-BE21-875FDC7C002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61755" y="2971801"/>
            <a:ext cx="2757487" cy="2967038"/>
          </a:xfrm>
          <a:solidFill>
            <a:srgbClr val="FFE8D4"/>
          </a:solidFill>
        </p:spPr>
        <p:txBody>
          <a:bodyPr lIns="108000" tIns="108000" rIns="108000" bIns="108000" anchor="b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07EDB8D8-2506-078E-21F8-FB32F9B308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38640" y="2971801"/>
            <a:ext cx="2757487" cy="2967038"/>
          </a:xfrm>
          <a:solidFill>
            <a:srgbClr val="FFE8D4"/>
          </a:solidFill>
        </p:spPr>
        <p:txBody>
          <a:bodyPr lIns="108000" tIns="108000" rIns="108000" bIns="108000" anchor="b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60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5F5E5E69-4FFF-DFC2-659C-7E55787A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669" y="1428750"/>
            <a:ext cx="2647951" cy="2455863"/>
          </a:xfrm>
          <a:prstGeom prst="rect">
            <a:avLst/>
          </a:prstGeo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EE2C3B1-D32B-2DC8-8154-D81D14148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89821" y="1428750"/>
            <a:ext cx="2647951" cy="2455863"/>
          </a:xfrm>
          <a:prstGeom prst="rect">
            <a:avLst/>
          </a:prstGeo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4143737-9FAE-4BEB-0906-D059D53A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6511" y="1428750"/>
            <a:ext cx="2647951" cy="2455863"/>
          </a:xfrm>
          <a:prstGeom prst="rect">
            <a:avLst/>
          </a:prstGeo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5FAA5E52-06C6-50C6-842F-09B2897E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8456" y="1428750"/>
            <a:ext cx="2647951" cy="2455863"/>
          </a:xfrm>
          <a:prstGeom prst="rect">
            <a:avLst/>
          </a:prstGeo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C3E4A20-48E1-6B96-207C-2A01DD8E9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4392E8-8FC9-D8AC-538E-69F5A15C1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B8A71A-119D-C3AD-55CF-F771252F7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6E95DF09-3BD8-86E8-013D-39770B5A22E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1638" y="4004260"/>
            <a:ext cx="2757487" cy="1939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56FBEB9-5279-240E-4F05-C76847EA631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84871" y="4004260"/>
            <a:ext cx="2757487" cy="1939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D0F526C7-0E6F-B040-4C29-AF024D06183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61755" y="4004260"/>
            <a:ext cx="2757487" cy="1939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EBCE231-CE99-4180-BDF9-11F22E980B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38640" y="4004260"/>
            <a:ext cx="2757487" cy="1939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4559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7914" y="1428750"/>
            <a:ext cx="5634604" cy="2455863"/>
          </a:xfrm>
          <a:prstGeom prst="rect">
            <a:avLst/>
          </a:prstGeo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361E65-8489-022E-9A46-0B36035A1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F60ED92-61BC-58F9-6255-C99E6BFB7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030FBA-D4A7-934B-67C0-E6F29E4CF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08E5EE-6C5F-D85F-6006-424DB5A611E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222" y="1428750"/>
            <a:ext cx="2765425" cy="451008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6B720A43-6E19-4AEF-66DB-A640BC9CB7D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87628" y="1428750"/>
            <a:ext cx="2755985" cy="45100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787B767-5055-48B3-35CD-14CF774C17A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68440" y="4000834"/>
            <a:ext cx="2579855" cy="19380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6F3F18B8-AD62-7522-3F7D-AE57074D970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39977" y="4000834"/>
            <a:ext cx="2579855" cy="19380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08052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FE178-C50A-D4BC-23B3-FCFC9C26F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78" y="1428750"/>
            <a:ext cx="1747436" cy="91034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BF0A3254-6C33-5884-7861-A2AE733CB6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62391" y="2971800"/>
            <a:ext cx="1808163" cy="29723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F4BFDC30-86D3-C9E6-03E2-DC0866B2613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78938" y="2971800"/>
            <a:ext cx="1808163" cy="29723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18887492-7BCC-83E5-2329-2A0D47483D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22947" y="2971800"/>
            <a:ext cx="1808163" cy="29723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B978364F-C35F-06F2-DC68-2F767D05513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9494" y="2971800"/>
            <a:ext cx="1808163" cy="29723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088185DE-9CFD-E20D-BB15-576E7E8D812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998659" y="2971800"/>
            <a:ext cx="1808163" cy="29723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A68569-EB8E-895D-F3C9-43ABE10AB9A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324685" y="1428750"/>
            <a:ext cx="1808162" cy="1428750"/>
          </a:xfrm>
          <a:ln>
            <a:solidFill>
              <a:srgbClr val="F5F7F8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20579DB8-8E0B-0C0E-E451-7F09E309DA6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43178" y="1428750"/>
            <a:ext cx="1808162" cy="1428750"/>
          </a:xfrm>
          <a:ln>
            <a:solidFill>
              <a:srgbClr val="F5F7F8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FACAFEEF-7E12-E8F4-7A72-64FC68087BB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1671" y="1428750"/>
            <a:ext cx="1808162" cy="1428750"/>
          </a:xfrm>
          <a:ln>
            <a:solidFill>
              <a:srgbClr val="F5F7F8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1E315559-F16E-F3F9-FF8B-9A87040FC1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80165" y="1428750"/>
            <a:ext cx="1808162" cy="1428750"/>
          </a:xfrm>
          <a:ln>
            <a:solidFill>
              <a:srgbClr val="F5F7F8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D1A15438-B093-8E23-0FCF-C0C1CBAE736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998659" y="1428750"/>
            <a:ext cx="1808162" cy="1428750"/>
          </a:xfrm>
          <a:ln>
            <a:solidFill>
              <a:srgbClr val="F5F7F8"/>
            </a:solidFill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8762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ntent op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FE178-C50A-D4BC-23B3-FCFC9C26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A0BB6D6-980C-7998-263D-D93CFD9AD4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0050" y="3487738"/>
            <a:ext cx="1808163" cy="2459622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BF0A3254-6C33-5884-7861-A2AE733CB6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598883" y="3487738"/>
            <a:ext cx="1808163" cy="2459622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F4BFDC30-86D3-C9E6-03E2-DC0866B2613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98492" y="3487738"/>
            <a:ext cx="1802983" cy="2459622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18887492-7BCC-83E5-2329-2A0D47483D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99661" y="3487738"/>
            <a:ext cx="1808163" cy="2459622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B978364F-C35F-06F2-DC68-2F767D05513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02448" y="3487738"/>
            <a:ext cx="1804990" cy="2459622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50329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ntent op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FE178-C50A-D4BC-23B3-FCFC9C26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A0BB6D6-980C-7998-263D-D93CFD9AD4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0050" y="3487738"/>
            <a:ext cx="1808163" cy="2459622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BF0A3254-6C33-5884-7861-A2AE733CB6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598883" y="3487738"/>
            <a:ext cx="1808163" cy="2459622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F4BFDC30-86D3-C9E6-03E2-DC0866B2613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98492" y="3484563"/>
            <a:ext cx="1808163" cy="2459622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18887492-7BCC-83E5-2329-2A0D47483D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99661" y="3487738"/>
            <a:ext cx="1808163" cy="2459622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B978364F-C35F-06F2-DC68-2F767D05513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02447" y="3487738"/>
            <a:ext cx="1808163" cy="2459622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E41D6AF-825C-DCBA-949C-17309627E046}"/>
              </a:ext>
            </a:extLst>
          </p:cNvPr>
          <p:cNvCxnSpPr>
            <a:cxnSpLocks/>
          </p:cNvCxnSpPr>
          <p:nvPr userDrawn="1"/>
        </p:nvCxnSpPr>
        <p:spPr>
          <a:xfrm>
            <a:off x="-4800" y="3227009"/>
            <a:ext cx="12196800" cy="0"/>
          </a:xfrm>
          <a:prstGeom prst="line">
            <a:avLst/>
          </a:prstGeom>
          <a:ln w="19050">
            <a:solidFill>
              <a:srgbClr val="DF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3BFCB25-7E7F-7F68-F158-62D138A007BF}"/>
              </a:ext>
            </a:extLst>
          </p:cNvPr>
          <p:cNvSpPr/>
          <p:nvPr userDrawn="1"/>
        </p:nvSpPr>
        <p:spPr>
          <a:xfrm>
            <a:off x="407553" y="3099314"/>
            <a:ext cx="252000" cy="252000"/>
          </a:xfrm>
          <a:prstGeom prst="rect">
            <a:avLst/>
          </a:prstGeom>
          <a:solidFill>
            <a:srgbClr val="FFE8D4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02B35F-49DF-DD51-E409-25C952F6FCBB}"/>
              </a:ext>
            </a:extLst>
          </p:cNvPr>
          <p:cNvSpPr/>
          <p:nvPr userDrawn="1"/>
        </p:nvSpPr>
        <p:spPr>
          <a:xfrm>
            <a:off x="2799661" y="3099314"/>
            <a:ext cx="252000" cy="252000"/>
          </a:xfrm>
          <a:prstGeom prst="rect">
            <a:avLst/>
          </a:prstGeom>
          <a:solidFill>
            <a:srgbClr val="FFCDA8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DB3449-98E1-7EF4-311E-ED2A6A3D932B}"/>
              </a:ext>
            </a:extLst>
          </p:cNvPr>
          <p:cNvSpPr/>
          <p:nvPr userDrawn="1"/>
        </p:nvSpPr>
        <p:spPr>
          <a:xfrm>
            <a:off x="5191769" y="3099314"/>
            <a:ext cx="252000" cy="252000"/>
          </a:xfrm>
          <a:prstGeom prst="rect">
            <a:avLst/>
          </a:prstGeom>
          <a:solidFill>
            <a:srgbClr val="FFAA7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BCD507-A77E-D0C1-1FA9-9D56B17D2651}"/>
              </a:ext>
            </a:extLst>
          </p:cNvPr>
          <p:cNvSpPr/>
          <p:nvPr userDrawn="1"/>
        </p:nvSpPr>
        <p:spPr>
          <a:xfrm>
            <a:off x="7598883" y="3099314"/>
            <a:ext cx="252000" cy="252000"/>
          </a:xfrm>
          <a:prstGeom prst="rect">
            <a:avLst/>
          </a:prstGeom>
          <a:solidFill>
            <a:srgbClr val="FE7C39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5BF76B-115D-D583-DB0D-72C66BF6B15B}"/>
              </a:ext>
            </a:extLst>
          </p:cNvPr>
          <p:cNvSpPr/>
          <p:nvPr userDrawn="1"/>
        </p:nvSpPr>
        <p:spPr>
          <a:xfrm>
            <a:off x="10005997" y="3099314"/>
            <a:ext cx="252000" cy="252000"/>
          </a:xfrm>
          <a:prstGeom prst="rect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361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ntent Five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1800543" cy="14157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805986" y="1949410"/>
            <a:ext cx="1800543" cy="14157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204302" y="1949410"/>
            <a:ext cx="1800543" cy="14157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602618" y="1949410"/>
            <a:ext cx="1800543" cy="14157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0000932" y="1949410"/>
            <a:ext cx="1800543" cy="14157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53C0A1-993D-3C98-C331-16749B76A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6B43A-020D-EA59-624C-DD176BEA6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C392C2F7-97BE-F3B0-42A1-EF4A342DCB4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0050" y="3489910"/>
            <a:ext cx="1808163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BD25238D-21A9-0465-864A-AF810CA8328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00713" y="3489910"/>
            <a:ext cx="1808163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F9C1AB68-059A-7217-AAFE-D08EF701C48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000932" y="3489910"/>
            <a:ext cx="1808163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D93451E-C2D1-7B49-340A-5546B2805A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00271" y="3489910"/>
            <a:ext cx="1808163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3BEBA6E-E560-6DD9-1347-01DCD95C7C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03667" y="3489910"/>
            <a:ext cx="1808163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66677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FE178-C50A-D4BC-23B3-FCFC9C26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A0BB6D6-980C-7998-263D-D93CFD9AD4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3225" y="1948447"/>
            <a:ext cx="1808163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BF0A3254-6C33-5884-7861-A2AE733CB6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62391" y="1948447"/>
            <a:ext cx="1808163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F4BFDC30-86D3-C9E6-03E2-DC0866B2613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78939" y="1948447"/>
            <a:ext cx="1802678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18887492-7BCC-83E5-2329-2A0D47483D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22947" y="1948447"/>
            <a:ext cx="1808163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B978364F-C35F-06F2-DC68-2F767D05513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9494" y="1948447"/>
            <a:ext cx="1808163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088185DE-9CFD-E20D-BB15-576E7E8D812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998659" y="1948447"/>
            <a:ext cx="1808163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7655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x Content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FE178-C50A-D4BC-23B3-FCFC9C26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A0BB6D6-980C-7998-263D-D93CFD9AD4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3225" y="1948447"/>
            <a:ext cx="1808163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BF0A3254-6C33-5884-7861-A2AE733CB6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62391" y="1948447"/>
            <a:ext cx="1808163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F4BFDC30-86D3-C9E6-03E2-DC0866B2613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78938" y="1948447"/>
            <a:ext cx="1808163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18887492-7BCC-83E5-2329-2A0D47483D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22947" y="1948447"/>
            <a:ext cx="1808163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B978364F-C35F-06F2-DC68-2F767D05513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42669" y="1948447"/>
            <a:ext cx="1808163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088185DE-9CFD-E20D-BB15-576E7E8D812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998659" y="1948447"/>
            <a:ext cx="1808163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51575-990A-A595-7CDB-577DB40F513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04489" y="920102"/>
            <a:ext cx="11401425" cy="50229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69774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ix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1800543" cy="14157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326433" y="1949410"/>
            <a:ext cx="1800543" cy="14157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49006" y="1949410"/>
            <a:ext cx="1800543" cy="14157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67769" y="1949410"/>
            <a:ext cx="1800543" cy="14157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86532" y="1949410"/>
            <a:ext cx="1800543" cy="14157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4E5050-91BD-1F8D-DCE3-AFCCBA5D49F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0005295" y="1949410"/>
            <a:ext cx="1800543" cy="14157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53C0A1-993D-3C98-C331-16749B76A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6B43A-020D-EA59-624C-DD176BEA6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C392C2F7-97BE-F3B0-42A1-EF4A342DCB4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0050" y="3489910"/>
            <a:ext cx="1808163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BD25238D-21A9-0465-864A-AF810CA8328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59216" y="3489910"/>
            <a:ext cx="1808163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F9C1AB68-059A-7217-AAFE-D08EF701C48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78938" y="3489910"/>
            <a:ext cx="1808163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D93451E-C2D1-7B49-340A-5546B2805A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19772" y="3489910"/>
            <a:ext cx="1808163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3BEBA6E-E560-6DD9-1347-01DCD95C7C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9494" y="3489910"/>
            <a:ext cx="1808163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0A9A8DB4-B3DD-6E50-6C17-9B0C4825BE6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998659" y="3489910"/>
            <a:ext cx="1808163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96811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883" y="-300748"/>
            <a:ext cx="5638005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40C10-F5A2-1E40-474D-C57EC62F0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6039888" y="593396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135" y="1317530"/>
            <a:ext cx="5638892" cy="375818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4000" b="0" spc="-50" baseline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B9EA5E-E423-D219-6037-CCB61AE3B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901CE32-26BB-268E-2590-66DB5ADD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4A5D4A-A54A-1CBA-4DC3-F639C40BA86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1638" y="4516438"/>
            <a:ext cx="4684712" cy="1425575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0947212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72991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035" y="3489915"/>
            <a:ext cx="5498502" cy="250327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68608" y="405397"/>
            <a:ext cx="5632867" cy="4513264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32291E-24B4-2FB8-4B35-A439686DB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64B1E342-306F-8086-762A-4FD2EE0AD1B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64071" y="5030788"/>
            <a:ext cx="5637404" cy="911225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3947500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Row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68608" y="1951622"/>
            <a:ext cx="5632867" cy="4513264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32291E-24B4-2FB8-4B35-A439686DB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99EA49-CF74-B4B1-CAD6-2FBB35948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7B4FAA2-D0C5-1913-E221-773BCC5D598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367422" y="1951622"/>
            <a:ext cx="3724275" cy="911225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69E61648-D7E6-D102-1532-10800AE08E4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67422" y="3491664"/>
            <a:ext cx="3724275" cy="911225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32D0465B-7336-B018-ABEE-948C17B03C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367422" y="5037054"/>
            <a:ext cx="3724275" cy="911225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FE6EDAC-F619-CB98-5768-DC055C38CB0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05397" y="1809037"/>
            <a:ext cx="847725" cy="906462"/>
          </a:xfrm>
        </p:spPr>
        <p:txBody>
          <a:bodyPr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1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4D8557C8-B813-6381-48D8-0C1EE9180ED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05397" y="3342980"/>
            <a:ext cx="847725" cy="906462"/>
          </a:xfrm>
        </p:spPr>
        <p:txBody>
          <a:bodyPr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2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6A64B53A-B733-85D4-4F0A-33BB13C2714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05397" y="4895249"/>
            <a:ext cx="847725" cy="906462"/>
          </a:xfrm>
        </p:spPr>
        <p:txBody>
          <a:bodyPr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4E8E57D-8D36-5D02-90C4-827C8D3876BE}"/>
              </a:ext>
            </a:extLst>
          </p:cNvPr>
          <p:cNvCxnSpPr/>
          <p:nvPr userDrawn="1"/>
        </p:nvCxnSpPr>
        <p:spPr>
          <a:xfrm>
            <a:off x="400050" y="3090779"/>
            <a:ext cx="46863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8E70ED-3B73-51DD-090D-E377724AE290}"/>
              </a:ext>
            </a:extLst>
          </p:cNvPr>
          <p:cNvCxnSpPr/>
          <p:nvPr userDrawn="1"/>
        </p:nvCxnSpPr>
        <p:spPr>
          <a:xfrm>
            <a:off x="400050" y="4652211"/>
            <a:ext cx="46863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145586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Row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68608" y="1951622"/>
            <a:ext cx="5632867" cy="4513264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32291E-24B4-2FB8-4B35-A439686DB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99EA49-CF74-B4B1-CAD6-2FBB35948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4E8E57D-8D36-5D02-90C4-827C8D3876BE}"/>
              </a:ext>
            </a:extLst>
          </p:cNvPr>
          <p:cNvCxnSpPr/>
          <p:nvPr userDrawn="1"/>
        </p:nvCxnSpPr>
        <p:spPr>
          <a:xfrm>
            <a:off x="400050" y="2923674"/>
            <a:ext cx="46863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87866-7D19-4F70-36F3-D42205CE15A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5397" y="1951622"/>
            <a:ext cx="4686300" cy="911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1D26DB-5E1C-FD04-1E1A-4EF3178D46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5397" y="3011488"/>
            <a:ext cx="4686300" cy="911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F34231C-484F-438E-558D-CC57FE10E1A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397" y="4076701"/>
            <a:ext cx="4686300" cy="911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5224B8A-0C8F-CC0B-927C-049105956AE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5397" y="5141913"/>
            <a:ext cx="4686300" cy="911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052B50-99E4-03AF-3F33-5DE6920BAADB}"/>
              </a:ext>
            </a:extLst>
          </p:cNvPr>
          <p:cNvCxnSpPr/>
          <p:nvPr userDrawn="1"/>
        </p:nvCxnSpPr>
        <p:spPr>
          <a:xfrm>
            <a:off x="400050" y="3998495"/>
            <a:ext cx="46863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1B3CE6D-CDE9-0FF6-96DB-0C2CC93DD350}"/>
              </a:ext>
            </a:extLst>
          </p:cNvPr>
          <p:cNvCxnSpPr/>
          <p:nvPr userDrawn="1"/>
        </p:nvCxnSpPr>
        <p:spPr>
          <a:xfrm>
            <a:off x="400050" y="5078663"/>
            <a:ext cx="46863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7029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 Gra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72991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035" y="3486740"/>
            <a:ext cx="5498502" cy="250327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05F451-C7FA-B67A-7A4E-B4953B3BF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7A1FB0A-E7CA-63CD-DB09-C9F16CA91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6955F3B0-610E-1AD6-3A18-5F20F00BF18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64071" y="5027613"/>
            <a:ext cx="5637404" cy="911225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32001413-8642-3A36-F6EC-D0213D9C875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64071" y="405397"/>
            <a:ext cx="5637956" cy="4507916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06285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43AD5A7-567D-9EC7-BECB-71D2480F2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34788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9CEB-91F9-B7FD-86D6-A4C114DA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536" y="400051"/>
            <a:ext cx="6078018" cy="5024273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411480" tIns="1170432" rIns="365760"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1BEFAC-D99F-7020-6110-CD8460311A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FE5ED4-420E-CADB-A68A-A7D421280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961284F9-299F-5762-4D10-4246CB96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FB371-D664-A7CF-D5EE-BB0684D60FED}"/>
              </a:ext>
            </a:extLst>
          </p:cNvPr>
          <p:cNvSpPr txBox="1"/>
          <p:nvPr userDrawn="1"/>
        </p:nvSpPr>
        <p:spPr>
          <a:xfrm>
            <a:off x="6034838" y="299570"/>
            <a:ext cx="7620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rgbClr val="FC5108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“</a:t>
            </a:r>
            <a:endParaRPr kumimoji="0" lang="en-US" sz="13800" b="1" u="none" strike="noStrike" kern="0" cap="none" spc="0" normalizeH="0" baseline="0" noProof="0">
              <a:ln>
                <a:noFill/>
              </a:ln>
              <a:solidFill>
                <a:srgbClr val="FC5108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  <a:p>
            <a:endParaRPr lang="en-US" sz="6000" b="1">
              <a:solidFill>
                <a:srgbClr val="FC5108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02094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1192" y="737608"/>
            <a:ext cx="5640283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F16A-3F0F-40AD-25BD-32F2F4A17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08A7326-3929-CD18-EF4A-B9B1188FC6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3034" y="4518610"/>
            <a:ext cx="5637404" cy="911225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537817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bg>
      <p:bgPr>
        <a:solidFill>
          <a:srgbClr val="DFE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D27D-46ED-F893-79F1-23481FEA9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206B60F-A556-76A5-2FBC-4C736F4B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DEAD1FC-BE2F-BA2C-B4A9-05B1BA82F5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3034" y="4518610"/>
            <a:ext cx="5637404" cy="911225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5503359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336" y="-300748"/>
            <a:ext cx="564127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77249-98B8-FACA-4ACE-60FB5325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427FF8A-B4F7-3F6B-6AC3-2F7EC1DC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05F0F7C-247B-D6B6-57B0-DF2912F90D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3034" y="4518610"/>
            <a:ext cx="5637404" cy="911225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17226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2C136D6-EB53-8EAB-067D-F21D72B54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3" y="-319682"/>
            <a:ext cx="5695950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3CF2F-7A33-6AA8-EBBC-3A558D724586}"/>
              </a:ext>
            </a:extLst>
          </p:cNvPr>
          <p:cNvSpPr txBox="1"/>
          <p:nvPr userDrawn="1"/>
        </p:nvSpPr>
        <p:spPr>
          <a:xfrm>
            <a:off x="394728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l"/>
            <a:r>
              <a:rPr lang="en-US" sz="1050" b="1">
                <a:solidFill>
                  <a:schemeClr val="bg1"/>
                </a:solidFill>
              </a:rPr>
              <a:t>PwC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94593D8-AEB6-3CA5-7E3B-6BA6D552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1E67C1D-7D69-01C7-F212-8FD6EC41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84DD360C-5E47-5E0D-F03E-8F6C345A62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3034" y="4518610"/>
            <a:ext cx="5637404" cy="9112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46467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055151-7117-866F-6824-F774A7F56F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284" y="3488005"/>
            <a:ext cx="4448779" cy="2447658"/>
          </a:xfrm>
        </p:spPr>
        <p:txBody>
          <a:bodyPr/>
          <a:lstStyle>
            <a:lvl1pPr>
              <a:lnSpc>
                <a:spcPct val="100000"/>
              </a:lnSpc>
              <a:defRPr sz="3200" b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54-0B82-0332-CB0D-B653A047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204411" y="405397"/>
            <a:ext cx="6597616" cy="5538788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29E8A37-B7AE-34F5-AC2C-2C3307E45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3E901E5-0C0F-02C2-6E8B-66E81BE06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07823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619E784-11F4-A104-BB77-5E8F8D39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B70DD66-5F18-3733-AB25-92256F3C47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204411" y="405397"/>
            <a:ext cx="6597616" cy="5538788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FED767D-74DD-D430-55A1-01C45A72E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53" y="407280"/>
            <a:ext cx="3727450" cy="91034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D5B058B-4A45-2D3C-6DFE-C4AFBD1DF0B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2222" y="2973972"/>
            <a:ext cx="3727450" cy="29670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47175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619E784-11F4-A104-BB77-5E8F8D39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B70DD66-5F18-3733-AB25-92256F3C47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8077199" y="1946275"/>
            <a:ext cx="3724827" cy="3997910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720000" tIns="1440000" rIns="7200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D5B058B-4A45-2D3C-6DFE-C4AFBD1DF0B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2222" y="1950828"/>
            <a:ext cx="3364498" cy="29670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AFA0899-2020-1D12-443D-A8625A237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41634" y="1950828"/>
            <a:ext cx="3364498" cy="29670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E66E8E0-559F-A45F-5A8B-410265DB1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089570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5F8295-3C5A-A1AE-F43F-1FA6D8B2F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0A1C61F-1977-8EC5-355B-66B6908EB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8FF515D-AF08-494F-FFD1-C5F2FEFB4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88471" y="405397"/>
            <a:ext cx="8513514" cy="5540196"/>
          </a:xfrm>
          <a:custGeom>
            <a:avLst/>
            <a:gdLst>
              <a:gd name="connsiteX0" fmla="*/ 3049 w 8513514"/>
              <a:gd name="connsiteY0" fmla="*/ 0 h 5540196"/>
              <a:gd name="connsiteX1" fmla="*/ 8513003 w 8513514"/>
              <a:gd name="connsiteY1" fmla="*/ 0 h 5540196"/>
              <a:gd name="connsiteX2" fmla="*/ 8512994 w 8513514"/>
              <a:gd name="connsiteY2" fmla="*/ 10458 h 5540196"/>
              <a:gd name="connsiteX3" fmla="*/ 8513514 w 8513514"/>
              <a:gd name="connsiteY3" fmla="*/ 10458 h 5540196"/>
              <a:gd name="connsiteX4" fmla="*/ 8508849 w 8513514"/>
              <a:gd name="connsiteY4" fmla="*/ 5182877 h 5540196"/>
              <a:gd name="connsiteX5" fmla="*/ 4273312 w 8513514"/>
              <a:gd name="connsiteY5" fmla="*/ 5179468 h 5540196"/>
              <a:gd name="connsiteX6" fmla="*/ 4037481 w 8513514"/>
              <a:gd name="connsiteY6" fmla="*/ 5538070 h 5540196"/>
              <a:gd name="connsiteX7" fmla="*/ 511 w 8513514"/>
              <a:gd name="connsiteY7" fmla="*/ 5540196 h 5540196"/>
              <a:gd name="connsiteX8" fmla="*/ 527 w 8513514"/>
              <a:gd name="connsiteY8" fmla="*/ 5529738 h 5540196"/>
              <a:gd name="connsiteX9" fmla="*/ 0 w 8513514"/>
              <a:gd name="connsiteY9" fmla="*/ 5529738 h 5540196"/>
              <a:gd name="connsiteX10" fmla="*/ 2674 w 8513514"/>
              <a:gd name="connsiteY10" fmla="*/ 2748474 h 554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514" h="5540196">
                <a:moveTo>
                  <a:pt x="3049" y="0"/>
                </a:moveTo>
                <a:lnTo>
                  <a:pt x="8513003" y="0"/>
                </a:lnTo>
                <a:lnTo>
                  <a:pt x="8512994" y="10458"/>
                </a:lnTo>
                <a:lnTo>
                  <a:pt x="8513514" y="10458"/>
                </a:lnTo>
                <a:lnTo>
                  <a:pt x="8508849" y="5182877"/>
                </a:lnTo>
                <a:lnTo>
                  <a:pt x="4273312" y="5179468"/>
                </a:lnTo>
                <a:lnTo>
                  <a:pt x="4037481" y="5538070"/>
                </a:lnTo>
                <a:lnTo>
                  <a:pt x="511" y="5540196"/>
                </a:lnTo>
                <a:lnTo>
                  <a:pt x="527" y="5529738"/>
                </a:lnTo>
                <a:lnTo>
                  <a:pt x="0" y="5529738"/>
                </a:lnTo>
                <a:cubicBezTo>
                  <a:pt x="2037" y="4608702"/>
                  <a:pt x="2547" y="3679927"/>
                  <a:pt x="2674" y="274847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188720" tIns="1554480" rIns="118872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817C7-947F-8199-FACE-4A23B3980A5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222" y="3489910"/>
            <a:ext cx="2765425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BC0F887-D252-4C74-BCF7-A7D86A0B3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78" y="2459917"/>
            <a:ext cx="2763269" cy="91034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971711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18193" y="918220"/>
            <a:ext cx="5660723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970" y="2433637"/>
            <a:ext cx="5640505" cy="30273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B293083-8587-219C-C524-D809D6A86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C9A00F-F989-8AFC-7652-904E0B2E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E7FE79-C2EF-4D42-C8D0-3D4E30A7B8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2222" y="4516438"/>
            <a:ext cx="4686300" cy="1425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0487129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23540" y="918220"/>
            <a:ext cx="5651199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970" y="2433637"/>
            <a:ext cx="5651199" cy="30273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88750FF-80B0-EEE6-F89F-A76248A4F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E9F5B4A-B723-2879-D7EE-D016027E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D49DCBEF-415E-CCFF-783B-9C7344D506E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2222" y="4516438"/>
            <a:ext cx="4686300" cy="1425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8029080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06524E-A06F-7FE8-9CD5-2244991C1E3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04495" y="3489008"/>
            <a:ext cx="3719830" cy="2446655"/>
          </a:xfrm>
          <a:prstGeom prst="rect">
            <a:avLst/>
          </a:prstGeom>
        </p:spPr>
        <p:txBody>
          <a:bodyPr/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4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099A4469-274E-EB1F-F85D-D95E959AA1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9978" y="1424941"/>
            <a:ext cx="1804072" cy="1432560"/>
          </a:xfrm>
          <a:prstGeom prst="rect">
            <a:avLst/>
          </a:prstGeo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750FAC0A-93E6-9A08-7990-0346002AB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9978" y="2981643"/>
            <a:ext cx="1804072" cy="1432560"/>
          </a:xfrm>
          <a:prstGeom prst="rect">
            <a:avLst/>
          </a:prstGeo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C66DD72C-97BB-14F2-361C-2441F75A43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99978" y="4521518"/>
            <a:ext cx="1804072" cy="1432560"/>
          </a:xfrm>
          <a:prstGeom prst="rect">
            <a:avLst/>
          </a:prstGeo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56C71D-1695-AE64-7C05-4DD0750A3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EB5F658-B8CE-7FB5-990E-79F690D1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90356-E457-E35B-1AD3-3656F4B0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CDE1D-0EA5-DC0E-46F7-1D1679B197E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123698" y="1430922"/>
            <a:ext cx="4678330" cy="1431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A4AC367-E709-4EE4-32AC-7648936C33B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123698" y="2976311"/>
            <a:ext cx="4678330" cy="1431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6CE708D-E6D2-FFBA-AA21-1AFBC77C4CD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23698" y="4516354"/>
            <a:ext cx="4678330" cy="1431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797850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011" y="3488907"/>
            <a:ext cx="4688683" cy="24490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5533" y="880660"/>
            <a:ext cx="5636494" cy="2045420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05126B4-5061-ACE1-29DB-F4E4B9305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318CA9E-32E8-938F-0187-CE5990310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048B1-EA7C-358D-B54F-B1D504722C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65850" y="3489910"/>
            <a:ext cx="5635625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306186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011" y="348583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8350" y="400050"/>
            <a:ext cx="4683125" cy="2970213"/>
          </a:xfrm>
          <a:prstGeom prst="rect">
            <a:avLst/>
          </a:prstGeo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F101EA3-1C53-C466-1D2F-25A859339BD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042567" y="3489994"/>
            <a:ext cx="2757488" cy="244884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500332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011" y="348583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400050"/>
            <a:ext cx="2765424" cy="2777490"/>
          </a:xfrm>
          <a:prstGeom prst="rect">
            <a:avLst/>
          </a:prstGeo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5745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6051" y="400050"/>
            <a:ext cx="2765424" cy="2777490"/>
          </a:xfrm>
          <a:prstGeom prst="rect">
            <a:avLst/>
          </a:prstGeo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5745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prstGeom prst="rect">
            <a:avLst/>
          </a:prstGeo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6051" y="3308287"/>
            <a:ext cx="2765424" cy="2777490"/>
          </a:xfrm>
          <a:prstGeom prst="rect">
            <a:avLst/>
          </a:prstGeo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609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012" y="3485833"/>
            <a:ext cx="257547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400050"/>
            <a:ext cx="2765424" cy="2777490"/>
          </a:xfrm>
          <a:prstGeom prst="rect">
            <a:avLst/>
          </a:prstGeo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5745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6051" y="400050"/>
            <a:ext cx="2765424" cy="2777490"/>
          </a:xfrm>
          <a:prstGeom prst="rect">
            <a:avLst/>
          </a:prstGeo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5745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prstGeom prst="rect">
            <a:avLst/>
          </a:prstGeom>
          <a:solidFill>
            <a:srgbClr val="FFCDA8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6051" y="3308287"/>
            <a:ext cx="2765424" cy="2777490"/>
          </a:xfrm>
          <a:prstGeom prst="rect">
            <a:avLst/>
          </a:prstGeom>
          <a:solidFill>
            <a:srgbClr val="FFF5ED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670FEE5-9E0A-0502-9064-02C2958C24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86377" y="400050"/>
            <a:ext cx="2765424" cy="2777490"/>
          </a:xfrm>
          <a:prstGeom prst="rect">
            <a:avLst/>
          </a:prstGeom>
          <a:solidFill>
            <a:schemeClr val="accent2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47B6220-EA18-FCE3-B24E-B96EEBDB7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48618" y="245745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0CC769-A58F-89B1-9B4D-4242345AA6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86377" y="3308287"/>
            <a:ext cx="2765424" cy="2777490"/>
          </a:xfrm>
          <a:prstGeom prst="rect">
            <a:avLst/>
          </a:prstGeom>
          <a:solidFill>
            <a:schemeClr val="accent3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A5CE9CF-2B9A-9CCE-16EB-AF781F3473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48618" y="536568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209231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3310128" cy="969264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7643" y="2459736"/>
            <a:ext cx="3310128" cy="969264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87598" y="2459736"/>
            <a:ext cx="3310128" cy="969264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AAB0-21A6-A5E6-8408-219CAA2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7989" y="3489909"/>
            <a:ext cx="3309588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42629" y="3489909"/>
            <a:ext cx="3309588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5215" y="3489909"/>
            <a:ext cx="3309588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722095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87598" y="624990"/>
            <a:ext cx="3310128" cy="2232510"/>
          </a:xfrm>
          <a:prstGeom prst="rect">
            <a:avLst/>
          </a:prstGeom>
          <a:solidFill>
            <a:schemeClr val="accent1"/>
          </a:solidFill>
        </p:spPr>
        <p:txBody>
          <a:bodyPr lIns="144000" tIns="144000" rIns="144000" bIns="144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9600" b="0" spc="-3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1639" y="3489909"/>
            <a:ext cx="3309588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42629" y="3486734"/>
            <a:ext cx="3309588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78865" y="3489909"/>
            <a:ext cx="3309588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B3E111-6FC3-CF13-4A3C-D696AFFF7DE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267032" y="1828800"/>
            <a:ext cx="2967789" cy="919163"/>
          </a:xfrm>
        </p:spPr>
        <p:txBody>
          <a:bodyPr anchor="b" anchorCtr="0"/>
          <a:lstStyle/>
          <a:p>
            <a:pPr lvl="1"/>
            <a:r>
              <a:rPr lang="en-GB"/>
              <a:t>Second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21760F-B691-98E4-D60C-136FBFC8A3A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01638" y="1431278"/>
            <a:ext cx="6596062" cy="1543050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5B2B1-3DBC-AF3C-5E0B-5036429A6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316418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tat op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04378" y="3820628"/>
            <a:ext cx="3310128" cy="2232510"/>
          </a:xfrm>
          <a:prstGeom prst="rect">
            <a:avLst/>
          </a:prstGeom>
          <a:solidFill>
            <a:schemeClr val="accent1"/>
          </a:solidFill>
        </p:spPr>
        <p:txBody>
          <a:bodyPr lIns="144000" tIns="144000" rIns="144000" bIns="144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9600" b="0" spc="-3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204409" y="1431173"/>
            <a:ext cx="6596497" cy="141997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B3E111-6FC3-CF13-4A3C-D696AFFF7DE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86987" y="5024438"/>
            <a:ext cx="2967789" cy="919163"/>
          </a:xfrm>
        </p:spPr>
        <p:txBody>
          <a:bodyPr anchor="b" anchorCtr="0"/>
          <a:lstStyle/>
          <a:p>
            <a:pPr lvl="1"/>
            <a:r>
              <a:rPr lang="en-GB"/>
              <a:t>Second level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9784B8CC-5B7E-5362-D04F-2D06A226A55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01743" y="1431172"/>
            <a:ext cx="3309588" cy="20523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A5FFD8BB-9662-65F2-0523-B066643DBAE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204409" y="2971048"/>
            <a:ext cx="6596497" cy="14215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D8B2093B-E410-7AA4-C651-BE7775C6358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204409" y="4518860"/>
            <a:ext cx="6596497" cy="14215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451A91-904B-9189-BF24-255512764D9F}"/>
              </a:ext>
            </a:extLst>
          </p:cNvPr>
          <p:cNvCxnSpPr/>
          <p:nvPr userDrawn="1"/>
        </p:nvCxnSpPr>
        <p:spPr>
          <a:xfrm>
            <a:off x="5204409" y="2914315"/>
            <a:ext cx="659649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82EEF3-1C6E-1A5A-2FA7-59E0D16D5467}"/>
              </a:ext>
            </a:extLst>
          </p:cNvPr>
          <p:cNvCxnSpPr/>
          <p:nvPr userDrawn="1"/>
        </p:nvCxnSpPr>
        <p:spPr>
          <a:xfrm>
            <a:off x="5204409" y="4459704"/>
            <a:ext cx="659649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A068A449-2C58-F082-0F7F-9D220CFC6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092035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281363" y="4518861"/>
            <a:ext cx="4140784" cy="1419977"/>
          </a:xfrm>
          <a:prstGeom prst="rect">
            <a:avLst/>
          </a:prstGeom>
          <a:solidFill>
            <a:schemeClr val="accent1"/>
          </a:solidFill>
        </p:spPr>
        <p:txBody>
          <a:bodyPr lIns="144000" tIns="144000" rIns="144000" bIns="144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200" b="0" spc="-3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87923" y="1431173"/>
            <a:ext cx="2755689" cy="29614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B3E111-6FC3-CF13-4A3C-D696AFFF7DE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82186" y="5379453"/>
            <a:ext cx="3811625" cy="495328"/>
          </a:xfrm>
        </p:spPr>
        <p:txBody>
          <a:bodyPr anchor="b" anchorCtr="0"/>
          <a:lstStyle/>
          <a:p>
            <a:pPr lvl="1"/>
            <a:r>
              <a:rPr lang="en-GB"/>
              <a:t>Second level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9784B8CC-5B7E-5362-D04F-2D06A226A55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01743" y="2974892"/>
            <a:ext cx="2714770" cy="296143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DB6CB495-9473-5780-7111-C87E9E36785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63260" y="1431173"/>
            <a:ext cx="2755689" cy="29614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D7BCAB6-F28C-A4B4-5C70-164E1AB026E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045491" y="1437523"/>
            <a:ext cx="2755689" cy="29614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7C435D4-7F8C-9595-3F1B-6F367325B539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7660858" y="4518861"/>
            <a:ext cx="4140784" cy="1419977"/>
          </a:xfrm>
          <a:prstGeom prst="rect">
            <a:avLst/>
          </a:prstGeom>
          <a:solidFill>
            <a:schemeClr val="accent4"/>
          </a:solidFill>
        </p:spPr>
        <p:txBody>
          <a:bodyPr lIns="144000" tIns="144000" rIns="144000" bIns="144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200" b="0" spc="-39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AD153791-45BA-2F21-68E8-EE5CD5EA7D06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861681" y="5379453"/>
            <a:ext cx="3811625" cy="495328"/>
          </a:xfrm>
        </p:spPr>
        <p:txBody>
          <a:bodyPr anchor="b" anchorCtr="0"/>
          <a:lstStyle/>
          <a:p>
            <a:pPr lvl="1"/>
            <a:r>
              <a:rPr lang="en-GB"/>
              <a:t>Second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B8E12F-1EC9-99BF-546E-376A4378F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49944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AAB0-21A6-A5E6-8408-219CAA2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1639" y="3998913"/>
            <a:ext cx="3309588" cy="19452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54" y="4002088"/>
            <a:ext cx="3309588" cy="19452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5215" y="1428751"/>
            <a:ext cx="3716812" cy="4515434"/>
          </a:xfrm>
          <a:solidFill>
            <a:srgbClr val="FFF5ED"/>
          </a:solidFill>
        </p:spPr>
        <p:txBody>
          <a:bodyPr lIns="144000" tIns="144000" rIns="144000" bIns="144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434820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2396050" cy="898948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8624" y="2459736"/>
            <a:ext cx="2396050" cy="898948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63450" y="2459736"/>
            <a:ext cx="2396050" cy="898948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C89EB2-461C-D9DB-DBF2-EA17EA40A6C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041451" y="2459736"/>
            <a:ext cx="2396050" cy="898948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50DA203-9211-4FDA-05C5-46A210422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B4612D97-4010-1226-69CD-B037A384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9A7587-677C-A05A-2121-022AD13D8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DBA3ACD-0D2C-D641-01D7-8C26F0185CF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2223" y="3489910"/>
            <a:ext cx="2403448" cy="2568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236C013A-BB35-AEC0-28AD-4D514322A25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87629" y="3489910"/>
            <a:ext cx="2403448" cy="2568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0345759C-9894-A51C-0B53-9A2BA51B38B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164514" y="3489910"/>
            <a:ext cx="2403448" cy="2568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Content Placeholder 14">
            <a:extLst>
              <a:ext uri="{FF2B5EF4-FFF2-40B4-BE49-F238E27FC236}">
                <a16:creationId xmlns:a16="http://schemas.microsoft.com/office/drawing/2014/main" id="{2AADA5E6-3641-18E7-E548-12550E3137BC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041400" y="3489910"/>
            <a:ext cx="2403448" cy="2568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093717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5C8901-E3E8-993D-2DFE-F65F4F7C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90D19D-B7DB-A86C-63BB-00591DCD83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2222" y="3489910"/>
            <a:ext cx="4680953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588794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6137" y="1948779"/>
            <a:ext cx="2759338" cy="24501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tIns="36576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88386" y="1948779"/>
            <a:ext cx="2753786" cy="2450184"/>
          </a:xfrm>
          <a:prstGeom prst="rect">
            <a:avLst/>
          </a:prstGeom>
          <a:solidFill>
            <a:schemeClr val="bg2"/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65083" y="1948779"/>
            <a:ext cx="2757533" cy="2450184"/>
          </a:xfrm>
          <a:prstGeom prst="rect">
            <a:avLst/>
          </a:prstGeom>
          <a:solidFill>
            <a:schemeClr val="bg2"/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5527" y="1948779"/>
            <a:ext cx="2755947" cy="2450184"/>
          </a:xfrm>
          <a:prstGeom prst="rect">
            <a:avLst/>
          </a:prstGeom>
          <a:solidFill>
            <a:schemeClr val="bg2"/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6083D5-893A-8B99-8ED3-6048CBD24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630EE810-9CC0-3D39-4E81-CACE7F8E261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5397" y="4518611"/>
            <a:ext cx="2759337" cy="14202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18EC1B5D-1AEE-5E2F-0944-D7623B162FA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87629" y="4518610"/>
            <a:ext cx="2755984" cy="14202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16086CB6-2134-7590-0CAD-90E4AA4F7F7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164513" y="4518611"/>
            <a:ext cx="2755983" cy="14202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A96820DE-A885-8CCE-08E5-56ADF488BBF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041399" y="4518611"/>
            <a:ext cx="2760075" cy="14202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122554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4379" y="1949108"/>
            <a:ext cx="2761096" cy="1937390"/>
          </a:xfrm>
          <a:prstGeom prst="rect">
            <a:avLst/>
          </a:prstGeom>
          <a:solidFill>
            <a:schemeClr val="bg2"/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1958" y="4004623"/>
            <a:ext cx="2763517" cy="1934215"/>
          </a:xfrm>
          <a:prstGeom prst="rect">
            <a:avLst/>
          </a:prstGeom>
          <a:solidFill>
            <a:schemeClr val="bg2"/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66923" y="1946275"/>
            <a:ext cx="2753991" cy="1938338"/>
          </a:xfrm>
          <a:prstGeom prst="rect">
            <a:avLst/>
          </a:prstGeom>
          <a:solidFill>
            <a:schemeClr val="bg2"/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64431" y="3998913"/>
            <a:ext cx="2762250" cy="1939925"/>
          </a:xfrm>
          <a:prstGeom prst="rect">
            <a:avLst/>
          </a:prstGeom>
          <a:solidFill>
            <a:schemeClr val="bg2"/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AA9382-7EAF-E99D-1D54-CFB328331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ADEA744-ACBB-0687-0C37-6A8D5FE6498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86710" y="1948447"/>
            <a:ext cx="2753991" cy="19278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A6FD734C-1632-B422-3FB0-B9514EDBA6C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9042651" y="1948447"/>
            <a:ext cx="2755649" cy="19278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A5120B6B-B886-A6D4-331C-12456F85977F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3286710" y="4004009"/>
            <a:ext cx="2762250" cy="19284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C8FEFFF0-9C60-7A42-34FE-10F5E6E68696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2651" y="4004009"/>
            <a:ext cx="2753991" cy="19278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53395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435835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A6F20-3183-89C9-54E7-E4ACDCA1BD19}"/>
              </a:ext>
            </a:extLst>
          </p:cNvPr>
          <p:cNvCxnSpPr/>
          <p:nvPr userDrawn="1"/>
        </p:nvCxnSpPr>
        <p:spPr>
          <a:xfrm>
            <a:off x="2850147" y="14287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EEB207-28DC-549F-C2B0-58055E671FC9}"/>
              </a:ext>
            </a:extLst>
          </p:cNvPr>
          <p:cNvCxnSpPr/>
          <p:nvPr userDrawn="1"/>
        </p:nvCxnSpPr>
        <p:spPr>
          <a:xfrm>
            <a:off x="5821815" y="14287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47F83-D89B-6628-15F9-FAC5866A9E4E}"/>
              </a:ext>
            </a:extLst>
          </p:cNvPr>
          <p:cNvCxnSpPr/>
          <p:nvPr userDrawn="1"/>
        </p:nvCxnSpPr>
        <p:spPr>
          <a:xfrm>
            <a:off x="8835145" y="14287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B81DD67-9485-2892-F206-E91C7ED50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8182" y="1431925"/>
            <a:ext cx="2093372" cy="1939925"/>
          </a:xfrm>
        </p:spPr>
        <p:txBody>
          <a:bodyPr/>
          <a:lstStyle/>
          <a:p>
            <a:endParaRPr lang="en-GB"/>
          </a:p>
        </p:txBody>
      </p:sp>
      <p:sp>
        <p:nvSpPr>
          <p:cNvPr id="45" name="Picture Placeholder 43">
            <a:extLst>
              <a:ext uri="{FF2B5EF4-FFF2-40B4-BE49-F238E27FC236}">
                <a16:creationId xmlns:a16="http://schemas.microsoft.com/office/drawing/2014/main" id="{A75F1099-E20F-F9CE-1544-216F25D4B7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6664" y="1878915"/>
            <a:ext cx="903806" cy="894672"/>
          </a:xfrm>
        </p:spPr>
        <p:txBody>
          <a:bodyPr/>
          <a:lstStyle/>
          <a:p>
            <a:endParaRPr lang="en-GB"/>
          </a:p>
        </p:txBody>
      </p:sp>
      <p:sp>
        <p:nvSpPr>
          <p:cNvPr id="46" name="Picture Placeholder 43">
            <a:extLst>
              <a:ext uri="{FF2B5EF4-FFF2-40B4-BE49-F238E27FC236}">
                <a16:creationId xmlns:a16="http://schemas.microsoft.com/office/drawing/2014/main" id="{54C049AD-B670-6FA8-478A-42246603A7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3717" y="2975125"/>
            <a:ext cx="764249" cy="720001"/>
          </a:xfrm>
        </p:spPr>
        <p:txBody>
          <a:bodyPr/>
          <a:lstStyle/>
          <a:p>
            <a:endParaRPr lang="en-GB"/>
          </a:p>
        </p:txBody>
      </p:sp>
      <p:sp>
        <p:nvSpPr>
          <p:cNvPr id="49" name="Picture Placeholder 43">
            <a:extLst>
              <a:ext uri="{FF2B5EF4-FFF2-40B4-BE49-F238E27FC236}">
                <a16:creationId xmlns:a16="http://schemas.microsoft.com/office/drawing/2014/main" id="{DFCCFE31-D96A-03E7-8B0C-7C81DAE880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53717" y="3798048"/>
            <a:ext cx="764249" cy="720001"/>
          </a:xfrm>
        </p:spPr>
        <p:txBody>
          <a:bodyPr/>
          <a:lstStyle/>
          <a:p>
            <a:endParaRPr lang="en-GB"/>
          </a:p>
        </p:txBody>
      </p:sp>
      <p:sp>
        <p:nvSpPr>
          <p:cNvPr id="50" name="Picture Placeholder 43">
            <a:extLst>
              <a:ext uri="{FF2B5EF4-FFF2-40B4-BE49-F238E27FC236}">
                <a16:creationId xmlns:a16="http://schemas.microsoft.com/office/drawing/2014/main" id="{709A4940-D1BB-7013-F2FE-DACDC2AAE6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53717" y="4610848"/>
            <a:ext cx="764249" cy="720001"/>
          </a:xfrm>
        </p:spPr>
        <p:txBody>
          <a:bodyPr/>
          <a:lstStyle/>
          <a:p>
            <a:endParaRPr lang="en-GB"/>
          </a:p>
        </p:txBody>
      </p:sp>
      <p:sp>
        <p:nvSpPr>
          <p:cNvPr id="51" name="Picture Placeholder 43">
            <a:extLst>
              <a:ext uri="{FF2B5EF4-FFF2-40B4-BE49-F238E27FC236}">
                <a16:creationId xmlns:a16="http://schemas.microsoft.com/office/drawing/2014/main" id="{D9A72C90-D9E8-D491-3497-24DB531EE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3717" y="5424488"/>
            <a:ext cx="764249" cy="720001"/>
          </a:xfrm>
        </p:spPr>
        <p:txBody>
          <a:bodyPr/>
          <a:lstStyle/>
          <a:p>
            <a:endParaRPr lang="en-GB"/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E0196963-74D4-62E4-DBA4-A28466BE51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00050" y="3484562"/>
            <a:ext cx="2093368" cy="245427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4" name="Content Placeholder 52">
            <a:extLst>
              <a:ext uri="{FF2B5EF4-FFF2-40B4-BE49-F238E27FC236}">
                <a16:creationId xmlns:a16="http://schemas.microsoft.com/office/drawing/2014/main" id="{46FE757E-B05C-D13A-2993-3097F76DD8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7167" y="1871801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5" name="Content Placeholder 52">
            <a:extLst>
              <a:ext uri="{FF2B5EF4-FFF2-40B4-BE49-F238E27FC236}">
                <a16:creationId xmlns:a16="http://schemas.microsoft.com/office/drawing/2014/main" id="{3CDDB1B6-64C0-315A-3605-A92DFB8E06C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98965" y="297828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6" name="Content Placeholder 52">
            <a:extLst>
              <a:ext uri="{FF2B5EF4-FFF2-40B4-BE49-F238E27FC236}">
                <a16:creationId xmlns:a16="http://schemas.microsoft.com/office/drawing/2014/main" id="{6C7C3849-49F9-942D-717C-41E2CBE8704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98965" y="3794091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7" name="Content Placeholder 52">
            <a:extLst>
              <a:ext uri="{FF2B5EF4-FFF2-40B4-BE49-F238E27FC236}">
                <a16:creationId xmlns:a16="http://schemas.microsoft.com/office/drawing/2014/main" id="{D54496E2-99F7-2A6B-0035-0EA0460E2E2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98965" y="4609894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8" name="Content Placeholder 52">
            <a:extLst>
              <a:ext uri="{FF2B5EF4-FFF2-40B4-BE49-F238E27FC236}">
                <a16:creationId xmlns:a16="http://schemas.microsoft.com/office/drawing/2014/main" id="{2010DB3D-EBE2-2E5B-0D78-F29E12395A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98965" y="5421349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9" name="Picture Placeholder 43">
            <a:extLst>
              <a:ext uri="{FF2B5EF4-FFF2-40B4-BE49-F238E27FC236}">
                <a16:creationId xmlns:a16="http://schemas.microsoft.com/office/drawing/2014/main" id="{2B2BB839-9B2F-0F73-5CB1-3ADFE293FE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1073" y="1886029"/>
            <a:ext cx="903806" cy="894672"/>
          </a:xfrm>
        </p:spPr>
        <p:txBody>
          <a:bodyPr/>
          <a:lstStyle/>
          <a:p>
            <a:endParaRPr lang="en-GB"/>
          </a:p>
        </p:txBody>
      </p:sp>
      <p:sp>
        <p:nvSpPr>
          <p:cNvPr id="60" name="Picture Placeholder 43">
            <a:extLst>
              <a:ext uri="{FF2B5EF4-FFF2-40B4-BE49-F238E27FC236}">
                <a16:creationId xmlns:a16="http://schemas.microsoft.com/office/drawing/2014/main" id="{718DD6F0-5DCD-0835-B530-18A8F025BE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48126" y="2982239"/>
            <a:ext cx="764249" cy="720001"/>
          </a:xfrm>
        </p:spPr>
        <p:txBody>
          <a:bodyPr/>
          <a:lstStyle/>
          <a:p>
            <a:endParaRPr lang="en-GB"/>
          </a:p>
        </p:txBody>
      </p:sp>
      <p:sp>
        <p:nvSpPr>
          <p:cNvPr id="61" name="Picture Placeholder 43">
            <a:extLst>
              <a:ext uri="{FF2B5EF4-FFF2-40B4-BE49-F238E27FC236}">
                <a16:creationId xmlns:a16="http://schemas.microsoft.com/office/drawing/2014/main" id="{4C142BCC-188D-696E-44E7-6A710E9A2A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48126" y="3805162"/>
            <a:ext cx="764249" cy="720001"/>
          </a:xfrm>
        </p:spPr>
        <p:txBody>
          <a:bodyPr/>
          <a:lstStyle/>
          <a:p>
            <a:endParaRPr lang="en-GB"/>
          </a:p>
        </p:txBody>
      </p:sp>
      <p:sp>
        <p:nvSpPr>
          <p:cNvPr id="62" name="Picture Placeholder 43">
            <a:extLst>
              <a:ext uri="{FF2B5EF4-FFF2-40B4-BE49-F238E27FC236}">
                <a16:creationId xmlns:a16="http://schemas.microsoft.com/office/drawing/2014/main" id="{F1318988-B64A-06EE-187B-DC71BA9F29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8126" y="4617962"/>
            <a:ext cx="764249" cy="720001"/>
          </a:xfrm>
        </p:spPr>
        <p:txBody>
          <a:bodyPr/>
          <a:lstStyle/>
          <a:p>
            <a:endParaRPr lang="en-GB"/>
          </a:p>
        </p:txBody>
      </p:sp>
      <p:sp>
        <p:nvSpPr>
          <p:cNvPr id="63" name="Picture Placeholder 43">
            <a:extLst>
              <a:ext uri="{FF2B5EF4-FFF2-40B4-BE49-F238E27FC236}">
                <a16:creationId xmlns:a16="http://schemas.microsoft.com/office/drawing/2014/main" id="{DD510472-5924-8787-2C9E-08AC89F629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48126" y="5431602"/>
            <a:ext cx="764249" cy="720001"/>
          </a:xfrm>
        </p:spPr>
        <p:txBody>
          <a:bodyPr/>
          <a:lstStyle/>
          <a:p>
            <a:endParaRPr lang="en-GB"/>
          </a:p>
        </p:txBody>
      </p:sp>
      <p:sp>
        <p:nvSpPr>
          <p:cNvPr id="64" name="Content Placeholder 52">
            <a:extLst>
              <a:ext uri="{FF2B5EF4-FFF2-40B4-BE49-F238E27FC236}">
                <a16:creationId xmlns:a16="http://schemas.microsoft.com/office/drawing/2014/main" id="{93B5743B-317B-CC4D-E4AF-4C26D139284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951576" y="18789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5" name="Content Placeholder 52">
            <a:extLst>
              <a:ext uri="{FF2B5EF4-FFF2-40B4-BE49-F238E27FC236}">
                <a16:creationId xmlns:a16="http://schemas.microsoft.com/office/drawing/2014/main" id="{2DE2C93E-A220-A125-AB00-7242BE79F93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793374" y="29854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6" name="Content Placeholder 52">
            <a:extLst>
              <a:ext uri="{FF2B5EF4-FFF2-40B4-BE49-F238E27FC236}">
                <a16:creationId xmlns:a16="http://schemas.microsoft.com/office/drawing/2014/main" id="{130A4148-657E-CA2A-AD39-C1C60B47A2E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793374" y="38012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7" name="Content Placeholder 52">
            <a:extLst>
              <a:ext uri="{FF2B5EF4-FFF2-40B4-BE49-F238E27FC236}">
                <a16:creationId xmlns:a16="http://schemas.microsoft.com/office/drawing/2014/main" id="{3B8B5468-901B-7B82-D8D3-DF6F47B26B3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93374" y="46170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8" name="Content Placeholder 52">
            <a:extLst>
              <a:ext uri="{FF2B5EF4-FFF2-40B4-BE49-F238E27FC236}">
                <a16:creationId xmlns:a16="http://schemas.microsoft.com/office/drawing/2014/main" id="{43B694E8-3A07-E3A2-9F3F-697F039D904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793374" y="54284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9" name="Picture Placeholder 43">
            <a:extLst>
              <a:ext uri="{FF2B5EF4-FFF2-40B4-BE49-F238E27FC236}">
                <a16:creationId xmlns:a16="http://schemas.microsoft.com/office/drawing/2014/main" id="{E19D1C64-222F-0744-20C8-0662359E691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33778" y="1886029"/>
            <a:ext cx="903806" cy="894672"/>
          </a:xfrm>
        </p:spPr>
        <p:txBody>
          <a:bodyPr/>
          <a:lstStyle/>
          <a:p>
            <a:endParaRPr lang="en-GB"/>
          </a:p>
        </p:txBody>
      </p:sp>
      <p:sp>
        <p:nvSpPr>
          <p:cNvPr id="70" name="Picture Placeholder 43">
            <a:extLst>
              <a:ext uri="{FF2B5EF4-FFF2-40B4-BE49-F238E27FC236}">
                <a16:creationId xmlns:a16="http://schemas.microsoft.com/office/drawing/2014/main" id="{8D5DB854-0C4A-401B-87E8-5CAEA904F35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940831" y="2982239"/>
            <a:ext cx="764249" cy="720001"/>
          </a:xfrm>
        </p:spPr>
        <p:txBody>
          <a:bodyPr/>
          <a:lstStyle/>
          <a:p>
            <a:endParaRPr lang="en-GB"/>
          </a:p>
        </p:txBody>
      </p:sp>
      <p:sp>
        <p:nvSpPr>
          <p:cNvPr id="71" name="Picture Placeholder 43">
            <a:extLst>
              <a:ext uri="{FF2B5EF4-FFF2-40B4-BE49-F238E27FC236}">
                <a16:creationId xmlns:a16="http://schemas.microsoft.com/office/drawing/2014/main" id="{BB0B7C6F-E2B7-F7E6-056F-E3FF400CB9C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940831" y="3805162"/>
            <a:ext cx="764249" cy="720001"/>
          </a:xfrm>
        </p:spPr>
        <p:txBody>
          <a:bodyPr/>
          <a:lstStyle/>
          <a:p>
            <a:endParaRPr lang="en-GB"/>
          </a:p>
        </p:txBody>
      </p:sp>
      <p:sp>
        <p:nvSpPr>
          <p:cNvPr id="72" name="Picture Placeholder 43">
            <a:extLst>
              <a:ext uri="{FF2B5EF4-FFF2-40B4-BE49-F238E27FC236}">
                <a16:creationId xmlns:a16="http://schemas.microsoft.com/office/drawing/2014/main" id="{77751A25-C2A3-B5B4-8FBB-127A6616BD8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40831" y="4617962"/>
            <a:ext cx="764249" cy="720001"/>
          </a:xfrm>
        </p:spPr>
        <p:txBody>
          <a:bodyPr/>
          <a:lstStyle/>
          <a:p>
            <a:endParaRPr lang="en-GB"/>
          </a:p>
        </p:txBody>
      </p:sp>
      <p:sp>
        <p:nvSpPr>
          <p:cNvPr id="73" name="Picture Placeholder 43">
            <a:extLst>
              <a:ext uri="{FF2B5EF4-FFF2-40B4-BE49-F238E27FC236}">
                <a16:creationId xmlns:a16="http://schemas.microsoft.com/office/drawing/2014/main" id="{DE2714AF-4313-7AA1-D7CD-E39C0A1F07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40831" y="5431602"/>
            <a:ext cx="764249" cy="720001"/>
          </a:xfrm>
        </p:spPr>
        <p:txBody>
          <a:bodyPr/>
          <a:lstStyle/>
          <a:p>
            <a:endParaRPr lang="en-GB"/>
          </a:p>
        </p:txBody>
      </p:sp>
      <p:sp>
        <p:nvSpPr>
          <p:cNvPr id="74" name="Content Placeholder 52">
            <a:extLst>
              <a:ext uri="{FF2B5EF4-FFF2-40B4-BE49-F238E27FC236}">
                <a16:creationId xmlns:a16="http://schemas.microsoft.com/office/drawing/2014/main" id="{B8073BB6-ACFE-F384-C36D-E495A757AB9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944281" y="18789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5" name="Content Placeholder 52">
            <a:extLst>
              <a:ext uri="{FF2B5EF4-FFF2-40B4-BE49-F238E27FC236}">
                <a16:creationId xmlns:a16="http://schemas.microsoft.com/office/drawing/2014/main" id="{1A1F259C-8EB0-5D96-40FD-D099944BF34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786079" y="29854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6" name="Content Placeholder 52">
            <a:extLst>
              <a:ext uri="{FF2B5EF4-FFF2-40B4-BE49-F238E27FC236}">
                <a16:creationId xmlns:a16="http://schemas.microsoft.com/office/drawing/2014/main" id="{D3C41004-FFC5-4EB9-1545-D7B24B936B2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786079" y="38012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7" name="Content Placeholder 52">
            <a:extLst>
              <a:ext uri="{FF2B5EF4-FFF2-40B4-BE49-F238E27FC236}">
                <a16:creationId xmlns:a16="http://schemas.microsoft.com/office/drawing/2014/main" id="{92567D26-CC94-BD45-CF55-A29A4E477FF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786079" y="46170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8" name="Content Placeholder 52">
            <a:extLst>
              <a:ext uri="{FF2B5EF4-FFF2-40B4-BE49-F238E27FC236}">
                <a16:creationId xmlns:a16="http://schemas.microsoft.com/office/drawing/2014/main" id="{B6E43B1D-4477-345E-4E27-069457E30EB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786079" y="54284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9" name="Content Placeholder 52">
            <a:extLst>
              <a:ext uri="{FF2B5EF4-FFF2-40B4-BE49-F238E27FC236}">
                <a16:creationId xmlns:a16="http://schemas.microsoft.com/office/drawing/2014/main" id="{9D4D08CE-4663-A5B8-3FEA-01A045F65D3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953718" y="14337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0" name="Content Placeholder 52">
            <a:extLst>
              <a:ext uri="{FF2B5EF4-FFF2-40B4-BE49-F238E27FC236}">
                <a16:creationId xmlns:a16="http://schemas.microsoft.com/office/drawing/2014/main" id="{CD74F49C-4668-965D-013F-EA197AFED4F2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5939624" y="14337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" name="Content Placeholder 52">
            <a:extLst>
              <a:ext uri="{FF2B5EF4-FFF2-40B4-BE49-F238E27FC236}">
                <a16:creationId xmlns:a16="http://schemas.microsoft.com/office/drawing/2014/main" id="{58583576-3574-8BBB-274A-DDAF2CF9A77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8933778" y="14337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79325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-One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988" y="1953154"/>
            <a:ext cx="1800225" cy="1938338"/>
          </a:xfrm>
          <a:solidFill>
            <a:srgbClr val="EEEFF1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1638" y="4002088"/>
            <a:ext cx="1800225" cy="1939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537C81-8D77-5257-7438-91D290209EF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86710" y="1949450"/>
            <a:ext cx="2762250" cy="34718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8350" y="1946275"/>
            <a:ext cx="4683125" cy="347821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8604812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-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988" y="1953154"/>
            <a:ext cx="1800225" cy="1938338"/>
          </a:xfrm>
          <a:solidFill>
            <a:srgbClr val="EEEFF1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98463" y="3998913"/>
            <a:ext cx="1800225" cy="1939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918" y="194627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BA4CE36-EFF2-1254-C89C-04B58ADD5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1756" y="1953154"/>
            <a:ext cx="1800225" cy="1938338"/>
          </a:xfrm>
          <a:solidFill>
            <a:srgbClr val="EEEFF1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8EBCEF-BA40-9584-6AE5-C7A98252EE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1756" y="3998913"/>
            <a:ext cx="1800225" cy="1939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9101461-B876-7D7A-B834-0387E08CC08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62686" y="194627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0942778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talk-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ject 2">
            <a:extLst>
              <a:ext uri="{FF2B5EF4-FFF2-40B4-BE49-F238E27FC236}">
                <a16:creationId xmlns:a16="http://schemas.microsoft.com/office/drawing/2014/main" id="{E11249E7-9170-C556-C371-66BD88D71249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048" y="0"/>
            <a:ext cx="12188952" cy="685800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78" y="2973827"/>
            <a:ext cx="3719947" cy="910345"/>
          </a:xfrm>
        </p:spPr>
        <p:txBody>
          <a:bodyPr anchor="b" anchorCtr="0"/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1638" y="4002088"/>
            <a:ext cx="3719512" cy="1939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BA4CE36-EFF2-1254-C89C-04B58ADD5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1756" y="1431925"/>
            <a:ext cx="2394033" cy="2452688"/>
          </a:xfrm>
          <a:solidFill>
            <a:srgbClr val="EEEFF1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8EBCEF-BA40-9584-6AE5-C7A98252EE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1756" y="4002088"/>
            <a:ext cx="2394033" cy="1939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3278752C-0CAC-0916-7122-97587E9A4F7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38640" y="1431925"/>
            <a:ext cx="2394033" cy="2452688"/>
          </a:xfrm>
          <a:solidFill>
            <a:srgbClr val="EEEFF1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D02DDEC1-56EC-AEEF-00A6-506612D9AEA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38640" y="3998913"/>
            <a:ext cx="2394033" cy="1939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B54B6C-F47E-2F63-F47C-3ABC1A02CA11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186022341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-Three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48735" y="1953154"/>
            <a:ext cx="1800225" cy="1938338"/>
          </a:xfrm>
          <a:solidFill>
            <a:srgbClr val="EEEFF1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42385" y="4002088"/>
            <a:ext cx="1800225" cy="1939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4144" y="3484563"/>
            <a:ext cx="2760078" cy="245427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D98C7A9-0033-A08C-5C2C-6910B5E66D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20272" y="1953154"/>
            <a:ext cx="1800225" cy="1938338"/>
          </a:xfrm>
          <a:solidFill>
            <a:srgbClr val="EEEFF1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0D2FD-01B8-FE51-DDAB-0CD8DD4EC5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23447" y="4002088"/>
            <a:ext cx="1800225" cy="1939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3D0DB1F-A6EA-AECF-A117-E753C44395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97156" y="1953154"/>
            <a:ext cx="1800225" cy="1938338"/>
          </a:xfrm>
          <a:solidFill>
            <a:srgbClr val="EEEFF1"/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4AE2FE3-6FA3-4900-16ED-D0812C6C0D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997156" y="3998913"/>
            <a:ext cx="1800225" cy="1939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3675969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-Four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989" y="1953154"/>
            <a:ext cx="1335254" cy="1417109"/>
          </a:xfrm>
          <a:solidFill>
            <a:srgbClr val="EEEFF1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1638" y="3489910"/>
            <a:ext cx="2757487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B0240B5-53DE-E0D1-1D5B-AFBA09737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90221" y="1953154"/>
            <a:ext cx="1335254" cy="1417109"/>
          </a:xfrm>
          <a:solidFill>
            <a:srgbClr val="EEEFF1"/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183E717-A409-A034-5344-1947E3F983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87045" y="3489910"/>
            <a:ext cx="2757487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5C242D0-2328-C358-F50B-AFCBA02790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7108" y="1953154"/>
            <a:ext cx="1335254" cy="1417109"/>
          </a:xfrm>
          <a:solidFill>
            <a:srgbClr val="EEEFF1"/>
          </a:solidFill>
        </p:spPr>
        <p:txBody>
          <a:bodyPr/>
          <a:lstStyle/>
          <a:p>
            <a:endParaRPr lang="en-GB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491F5A2B-72AD-5B1E-1630-FEB88892F6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7107" y="3489910"/>
            <a:ext cx="2757487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0FD4528-E035-DDBD-ED86-A241F5FEC8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38646" y="1953154"/>
            <a:ext cx="1335254" cy="1417109"/>
          </a:xfrm>
          <a:solidFill>
            <a:srgbClr val="EEEFF1"/>
          </a:solidFill>
        </p:spPr>
        <p:txBody>
          <a:bodyPr/>
          <a:lstStyle/>
          <a:p>
            <a:endParaRPr lang="en-GB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72F79ED0-1F83-0104-4637-7DB4EA707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38645" y="3489910"/>
            <a:ext cx="2757487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1969713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E39F2B-8A3F-205D-16C4-F9CA9902340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1638" y="3484563"/>
            <a:ext cx="2757487" cy="245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7523501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688FCD4-650D-9754-A431-CE452572F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49962D1-3866-8382-AE37-FC366FF57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8068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8F99880-94B3-9D84-6F85-4EE14C59C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3954" y="1948447"/>
            <a:ext cx="6596921" cy="1418641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04554" y="4797648"/>
            <a:ext cx="6596921" cy="1655540"/>
          </a:xfrm>
          <a:prstGeom prst="rect">
            <a:avLst/>
          </a:prstGeo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1100" b="0"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legal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799582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4603" y="1434097"/>
            <a:ext cx="8520907" cy="1933344"/>
          </a:xfrm>
        </p:spPr>
        <p:txBody>
          <a:bodyPr anchor="b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604" y="3489332"/>
            <a:ext cx="8520908" cy="142297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294338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4603" y="1946731"/>
            <a:ext cx="5229304" cy="2441537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63261" y="1952078"/>
            <a:ext cx="4681536" cy="2441538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739822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978934B-5525-9236-62EF-C2B06F0B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582" y="405398"/>
            <a:ext cx="11387893" cy="3479216"/>
          </a:xfrm>
          <a:prstGeom prst="rect">
            <a:avLst/>
          </a:prstGeo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1885" y="4404768"/>
            <a:ext cx="5630031" cy="1541462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9939" y="4403764"/>
            <a:ext cx="4681536" cy="1541463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1015850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873B9CA-C271-768C-0B16-88845540153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56A229-FEBB-D152-453C-CB7311E22927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7FF471-697B-D4E0-EF71-0DC20046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F03588-3DAF-9813-B337-B22D80C6899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3810" y="1945272"/>
            <a:ext cx="9478962" cy="39925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4554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336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07336A-CA43-BA10-15BC-4A7C003A234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88643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65802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38614DA-316C-FC85-3F42-B262BEAC7A89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165805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2961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19D1C7E-BE40-062C-9607-4651359E8EAD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50247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71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78" y="404105"/>
            <a:ext cx="11394474" cy="51347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1B756F-0D0C-06A2-4DE5-D4C99AEB8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1818" y="1948990"/>
            <a:ext cx="11396482" cy="410097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310318-BFB6-9AB9-2F8C-EA8799E45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263" y="6497440"/>
            <a:ext cx="41148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037676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847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  <p:sldLayoutId id="2147483766" r:id="rId18"/>
    <p:sldLayoutId id="2147483767" r:id="rId19"/>
    <p:sldLayoutId id="2147483768" r:id="rId20"/>
    <p:sldLayoutId id="2147483769" r:id="rId21"/>
    <p:sldLayoutId id="2147483770" r:id="rId22"/>
    <p:sldLayoutId id="2147483771" r:id="rId23"/>
    <p:sldLayoutId id="2147483772" r:id="rId24"/>
    <p:sldLayoutId id="2147483773" r:id="rId25"/>
    <p:sldLayoutId id="2147483774" r:id="rId26"/>
    <p:sldLayoutId id="2147483775" r:id="rId27"/>
    <p:sldLayoutId id="2147483776" r:id="rId28"/>
    <p:sldLayoutId id="2147483777" r:id="rId29"/>
    <p:sldLayoutId id="2147483778" r:id="rId30"/>
    <p:sldLayoutId id="2147483779" r:id="rId31"/>
    <p:sldLayoutId id="2147483780" r:id="rId32"/>
    <p:sldLayoutId id="2147483781" r:id="rId33"/>
    <p:sldLayoutId id="2147483782" r:id="rId34"/>
    <p:sldLayoutId id="2147483783" r:id="rId35"/>
    <p:sldLayoutId id="2147483784" r:id="rId36"/>
    <p:sldLayoutId id="2147483785" r:id="rId37"/>
    <p:sldLayoutId id="2147483786" r:id="rId38"/>
    <p:sldLayoutId id="2147483787" r:id="rId39"/>
    <p:sldLayoutId id="2147483788" r:id="rId40"/>
    <p:sldLayoutId id="2147483789" r:id="rId41"/>
    <p:sldLayoutId id="2147483790" r:id="rId42"/>
    <p:sldLayoutId id="2147483791" r:id="rId43"/>
    <p:sldLayoutId id="2147483792" r:id="rId44"/>
    <p:sldLayoutId id="2147483793" r:id="rId45"/>
    <p:sldLayoutId id="2147483794" r:id="rId46"/>
    <p:sldLayoutId id="2147483795" r:id="rId47"/>
    <p:sldLayoutId id="2147483796" r:id="rId48"/>
    <p:sldLayoutId id="2147483797" r:id="rId49"/>
    <p:sldLayoutId id="2147483798" r:id="rId50"/>
    <p:sldLayoutId id="2147483799" r:id="rId51"/>
    <p:sldLayoutId id="2147483800" r:id="rId52"/>
    <p:sldLayoutId id="2147483801" r:id="rId53"/>
    <p:sldLayoutId id="2147483802" r:id="rId54"/>
    <p:sldLayoutId id="2147483803" r:id="rId55"/>
    <p:sldLayoutId id="2147483804" r:id="rId56"/>
    <p:sldLayoutId id="2147483805" r:id="rId57"/>
    <p:sldLayoutId id="2147483806" r:id="rId58"/>
    <p:sldLayoutId id="2147483807" r:id="rId59"/>
    <p:sldLayoutId id="2147483808" r:id="rId60"/>
    <p:sldLayoutId id="2147483809" r:id="rId61"/>
    <p:sldLayoutId id="2147483810" r:id="rId62"/>
    <p:sldLayoutId id="2147483811" r:id="rId63"/>
    <p:sldLayoutId id="2147483812" r:id="rId64"/>
    <p:sldLayoutId id="2147483813" r:id="rId65"/>
    <p:sldLayoutId id="2147483814" r:id="rId66"/>
    <p:sldLayoutId id="2147483815" r:id="rId67"/>
    <p:sldLayoutId id="2147483816" r:id="rId68"/>
    <p:sldLayoutId id="2147483817" r:id="rId69"/>
    <p:sldLayoutId id="2147483818" r:id="rId70"/>
    <p:sldLayoutId id="2147483819" r:id="rId71"/>
    <p:sldLayoutId id="2147483820" r:id="rId72"/>
    <p:sldLayoutId id="2147483821" r:id="rId73"/>
    <p:sldLayoutId id="2147483822" r:id="rId74"/>
    <p:sldLayoutId id="2147483823" r:id="rId75"/>
    <p:sldLayoutId id="2147483824" r:id="rId76"/>
    <p:sldLayoutId id="2147483825" r:id="rId77"/>
    <p:sldLayoutId id="2147483826" r:id="rId78"/>
    <p:sldLayoutId id="2147483827" r:id="rId79"/>
    <p:sldLayoutId id="2147483828" r:id="rId80"/>
    <p:sldLayoutId id="2147483829" r:id="rId81"/>
    <p:sldLayoutId id="2147483830" r:id="rId82"/>
    <p:sldLayoutId id="2147483831" r:id="rId83"/>
    <p:sldLayoutId id="2147483832" r:id="rId84"/>
    <p:sldLayoutId id="2147483833" r:id="rId85"/>
    <p:sldLayoutId id="2147483834" r:id="rId86"/>
    <p:sldLayoutId id="2147483835" r:id="rId87"/>
    <p:sldLayoutId id="2147483836" r:id="rId88"/>
    <p:sldLayoutId id="2147483837" r:id="rId89"/>
    <p:sldLayoutId id="2147483838" r:id="rId90"/>
    <p:sldLayoutId id="2147483839" r:id="rId91"/>
    <p:sldLayoutId id="2147483840" r:id="rId92"/>
    <p:sldLayoutId id="2147483841" r:id="rId93"/>
    <p:sldLayoutId id="2147483842" r:id="rId94"/>
    <p:sldLayoutId id="2147483843" r:id="rId95"/>
    <p:sldLayoutId id="2147483844" r:id="rId96"/>
    <p:sldLayoutId id="2147483845" r:id="rId97"/>
    <p:sldLayoutId id="2147483846" r:id="rId98"/>
    <p:sldLayoutId id="2147483848" r:id="rId9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uTFXRiFCGe557WYPQVmiCnZ3bnxMmd8Y?usp=sharing" TargetMode="Externa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12" Type="http://schemas.openxmlformats.org/officeDocument/2006/relationships/image" Target="../media/image16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9.xml"/><Relationship Id="rId6" Type="http://schemas.openxmlformats.org/officeDocument/2006/relationships/image" Target="../media/image10.png"/><Relationship Id="rId11" Type="http://schemas.openxmlformats.org/officeDocument/2006/relationships/image" Target="../media/image15.jpeg"/><Relationship Id="rId5" Type="http://schemas.openxmlformats.org/officeDocument/2006/relationships/image" Target="../media/image9.jpeg"/><Relationship Id="rId10" Type="http://schemas.openxmlformats.org/officeDocument/2006/relationships/image" Target="../media/image14.jpeg"/><Relationship Id="rId4" Type="http://schemas.openxmlformats.org/officeDocument/2006/relationships/image" Target="../media/image8.jpe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pwcnetwork.pwc.myshn.net/hub?id=copy_of_index_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mapiq.com/" TargetMode="Externa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pwcnetwork.service-now.com/hub?id=sc_cat_item&amp;sys_id=fe7e0ae91bb198d010a4cbfe6e4bcb9b" TargetMode="Externa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pwcnetwork.service-now.com/hub?id=sc_cat_item&amp;sys_id=fe7e0ae91bb198d010a4cbfe6e4bcb9b" TargetMode="Externa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8867C-3856-C0D9-DCE0-ADBD5C0B6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BF121-4939-9A21-A839-230CC776A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64" y="1950115"/>
            <a:ext cx="4683483" cy="1066801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lang="en-GB" sz="4400">
                <a:solidFill>
                  <a:srgbClr val="000000"/>
                </a:solidFill>
                <a:latin typeface="Georgia"/>
                <a:cs typeface="Segoe UI"/>
              </a:rPr>
              <a:t>PowerPoint for everyone</a:t>
            </a:r>
            <a:br>
              <a:rPr lang="en-GB" sz="4400">
                <a:solidFill>
                  <a:srgbClr val="000000"/>
                </a:solidFill>
                <a:latin typeface="Georgia"/>
                <a:cs typeface="Segoe UI"/>
              </a:rPr>
            </a:br>
            <a:endParaRPr lang="en-GB" sz="1400" b="1" noProof="0">
              <a:latin typeface="Arial"/>
              <a:cs typeface="Arial"/>
            </a:endParaRP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6D45FBCF-F654-37CF-10CA-7AB40D869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GB"/>
              <a:t>July 2025 | v 0.10</a:t>
            </a:r>
            <a:endParaRPr lang="en-GB" noProof="0"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6EB565-E61E-B26A-E4FB-7683CA93E16A}"/>
              </a:ext>
            </a:extLst>
          </p:cNvPr>
          <p:cNvSpPr txBox="1"/>
          <p:nvPr/>
        </p:nvSpPr>
        <p:spPr>
          <a:xfrm>
            <a:off x="408842" y="3009900"/>
            <a:ext cx="424521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+mj-lt"/>
              </a:rPr>
              <a:t>​</a:t>
            </a:r>
            <a:br>
              <a:rPr lang="en-US" sz="1400">
                <a:latin typeface="+mj-lt"/>
              </a:rPr>
            </a:br>
            <a:r>
              <a:rPr lang="en-GB" sz="1400" b="1">
                <a:latin typeface="Arial"/>
              </a:rPr>
              <a:t>Your introduction to our PowerPoint template</a:t>
            </a:r>
            <a:endParaRPr lang="en-US"/>
          </a:p>
        </p:txBody>
      </p:sp>
      <p:pic>
        <p:nvPicPr>
          <p:cNvPr id="4" name="Picture Placeholder 5">
            <a:extLst>
              <a:ext uri="{FF2B5EF4-FFF2-40B4-BE49-F238E27FC236}">
                <a16:creationId xmlns:a16="http://schemas.microsoft.com/office/drawing/2014/main" id="{4B3AD73E-05C4-FC37-8174-0453D3F38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" b="2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274AD09A-8917-710B-7D1A-79E63ADF8381}"/>
              </a:ext>
            </a:extLst>
          </p:cNvPr>
          <p:cNvSpPr txBox="1">
            <a:spLocks/>
          </p:cNvSpPr>
          <p:nvPr/>
        </p:nvSpPr>
        <p:spPr>
          <a:xfrm>
            <a:off x="401904" y="1963495"/>
            <a:ext cx="5664555" cy="182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ts val="1400"/>
              </a:spcBef>
              <a:buNone/>
              <a:defRPr sz="4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General Office Policy</a:t>
            </a:r>
          </a:p>
          <a:p>
            <a:r>
              <a:rPr lang="en-GB" sz="1800" dirty="0"/>
              <a:t>July 2026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06566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79F39DF-8570-1214-0495-6BE981BE6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Policies and Procedures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D5E4D-FE7C-79AB-B599-B6D9EDD5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A826AEE-162C-A868-65C7-C47E4DF213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2232" y="3709605"/>
            <a:ext cx="6604000" cy="2325687"/>
          </a:xfrm>
        </p:spPr>
        <p:txBody>
          <a:bodyPr vert="horz" lIns="0" tIns="0" rIns="0" bIns="0" rtlCol="0" anchor="t">
            <a:noAutofit/>
          </a:bodyPr>
          <a:lstStyle/>
          <a:p>
            <a:pPr lvl="0" algn="just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</a:pPr>
            <a:r>
              <a:rPr lang="en-US" sz="1600" b="0" dirty="0"/>
              <a:t>Responsibility of every employee of PwC Kazakhstan is to read and comply to Policies and Procedures established in the Firm</a:t>
            </a:r>
            <a:endParaRPr lang="en-US" sz="1600" dirty="0"/>
          </a:p>
          <a:p>
            <a:pPr lvl="0" algn="just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</a:pPr>
            <a:endParaRPr lang="en-US" sz="1600" b="0" dirty="0"/>
          </a:p>
          <a:p>
            <a:pPr lvl="0" algn="just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</a:pPr>
            <a:r>
              <a:rPr lang="en-US" sz="1600" b="0" dirty="0"/>
              <a:t>You can find them on PwC Portal:  </a:t>
            </a:r>
            <a:r>
              <a:rPr lang="en-US" sz="1600" b="0" u="sng" dirty="0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Policies and Procedures</a:t>
            </a:r>
            <a:endParaRPr lang="en-US" sz="1600" b="0" dirty="0">
              <a:solidFill>
                <a:srgbClr val="0000FF"/>
              </a:solidFill>
            </a:endParaRP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574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8DAA6-632E-57AF-6AF9-6275D63D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8" y="4003373"/>
            <a:ext cx="3629589" cy="1298448"/>
          </a:xfrm>
        </p:spPr>
        <p:txBody>
          <a:bodyPr/>
          <a:lstStyle/>
          <a:p>
            <a:r>
              <a:rPr lang="en-GB" dirty="0"/>
              <a:t>Clean desk policy</a:t>
            </a:r>
            <a:br>
              <a:rPr lang="en-GB" dirty="0"/>
            </a:b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DE3CC5-21F0-2728-BA29-170AD1BCD6C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18304" y="762014"/>
            <a:ext cx="6506951" cy="4751818"/>
          </a:xfrm>
        </p:spPr>
        <p:txBody>
          <a:bodyPr/>
          <a:lstStyle/>
          <a:p>
            <a: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</a:pPr>
            <a:r>
              <a:rPr lang="en-US" sz="2400" dirty="0">
                <a:latin typeface="+mj-lt"/>
              </a:rPr>
              <a:t>Keep your desk clean and tidy at ALL TIMES!</a:t>
            </a:r>
          </a:p>
          <a:p>
            <a:pPr marL="457200" lvl="0" indent="-3683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 sz="2400" b="0" dirty="0">
                <a:latin typeface="+mj-lt"/>
              </a:rPr>
              <a:t>Keep your laptop locked AT ALL times</a:t>
            </a:r>
          </a:p>
          <a:p>
            <a:pPr marL="457200" lvl="0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400" b="0" dirty="0">
                <a:latin typeface="+mj-lt"/>
              </a:rPr>
              <a:t>Lock computer and documents in your locker before leaving home</a:t>
            </a:r>
            <a:endParaRPr lang="en-US" sz="2400" dirty="0">
              <a:latin typeface="+mj-lt"/>
            </a:endParaRPr>
          </a:p>
          <a:p>
            <a:pPr marL="457200" lvl="0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400" b="0" dirty="0">
                <a:latin typeface="+mj-lt"/>
              </a:rPr>
              <a:t>Leave the desk CLEAN</a:t>
            </a:r>
            <a:endParaRPr lang="en-US" sz="2400" dirty="0">
              <a:latin typeface="+mj-lt"/>
            </a:endParaRPr>
          </a:p>
          <a:p>
            <a:pPr marL="457200" lvl="0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400" b="0" dirty="0">
                <a:latin typeface="+mj-lt"/>
              </a:rPr>
              <a:t>Do not bring food to your working desk</a:t>
            </a:r>
            <a:endParaRPr lang="en-US" sz="2400" dirty="0">
              <a:latin typeface="+mj-lt"/>
            </a:endParaRPr>
          </a:p>
          <a:p>
            <a:pPr marL="457200" lvl="0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400" b="0" dirty="0">
                <a:latin typeface="+mj-lt"/>
              </a:rPr>
              <a:t>All paper garbage shall be put into the grey TRASH BOX</a:t>
            </a:r>
          </a:p>
          <a:p>
            <a:endParaRPr lang="en-GB" sz="1600" dirty="0"/>
          </a:p>
          <a:p>
            <a:r>
              <a:rPr lang="en-US" sz="1600" b="0" dirty="0">
                <a:solidFill>
                  <a:schemeClr val="accent1"/>
                </a:solidFill>
                <a:latin typeface="+mj-lt"/>
              </a:rPr>
              <a:t>Lock computer, files and documents before leaving the office!</a:t>
            </a:r>
            <a:endParaRPr lang="en-US" sz="1600" dirty="0">
              <a:solidFill>
                <a:schemeClr val="accent1"/>
              </a:solidFill>
              <a:latin typeface="+mj-lt"/>
            </a:endParaRPr>
          </a:p>
          <a:p>
            <a:endParaRPr lang="en-GB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FB886C-A082-7436-228A-174381FDF8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126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A5D25-E826-1062-0BF8-E436E1E86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55">
            <a:extLst>
              <a:ext uri="{FF2B5EF4-FFF2-40B4-BE49-F238E27FC236}">
                <a16:creationId xmlns:a16="http://schemas.microsoft.com/office/drawing/2014/main" id="{78B7465D-1CFF-3C11-C0DE-5786A716C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7"/>
            <a:ext cx="8814816" cy="422522"/>
          </a:xfrm>
        </p:spPr>
        <p:txBody>
          <a:bodyPr/>
          <a:lstStyle/>
          <a:p>
            <a:r>
              <a:rPr lang="en-GB" dirty="0"/>
              <a:t>Astana Infrastructure and Procurement Team</a:t>
            </a:r>
            <a:endParaRPr lang="en-GB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B6BB2E-A24E-7D1C-D2F1-5744216ECE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AC032-1535-134B-A583-D5E1DDD0D167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Google Shape;379;p54">
            <a:extLst>
              <a:ext uri="{FF2B5EF4-FFF2-40B4-BE49-F238E27FC236}">
                <a16:creationId xmlns:a16="http://schemas.microsoft.com/office/drawing/2014/main" id="{4B7C84AE-829E-94AE-8F6E-C6816570EBE7}"/>
              </a:ext>
            </a:extLst>
          </p:cNvPr>
          <p:cNvSpPr/>
          <p:nvPr/>
        </p:nvSpPr>
        <p:spPr>
          <a:xfrm>
            <a:off x="1564049" y="1114771"/>
            <a:ext cx="1316311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Saltanat Orazaliyeva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400"/>
              </a:spcAft>
              <a:buSzPts val="900"/>
            </a:pPr>
            <a:r>
              <a:rPr lang="en-GB" sz="900" dirty="0">
                <a:solidFill>
                  <a:schemeClr val="dk1"/>
                </a:solidFill>
                <a:latin typeface="+mj-lt"/>
                <a:ea typeface="Georgia"/>
                <a:cs typeface="Georgia"/>
                <a:sym typeface="Georgia"/>
              </a:rPr>
              <a:t>I&amp;P </a:t>
            </a:r>
            <a:r>
              <a:rPr lang="en-GB" sz="900" b="0" i="0" u="none" strike="noStrike" cap="none" dirty="0">
                <a:solidFill>
                  <a:schemeClr val="dk1"/>
                </a:solidFill>
                <a:latin typeface="+mj-lt"/>
                <a:ea typeface="Georgia"/>
                <a:cs typeface="Georgia"/>
                <a:sym typeface="Georgia"/>
              </a:rPr>
              <a:t>Manager</a:t>
            </a:r>
            <a:endParaRPr lang="en-GB" sz="900" b="1" dirty="0">
              <a:solidFill>
                <a:schemeClr val="dk1"/>
              </a:solidFill>
              <a:latin typeface="+mj-lt"/>
              <a:ea typeface="Georgia"/>
              <a:cs typeface="Arial"/>
              <a:sym typeface="Arial"/>
            </a:endParaRPr>
          </a:p>
          <a:p>
            <a:pPr>
              <a:spcAft>
                <a:spcPts val="400"/>
              </a:spcAft>
              <a:buSzPts val="900"/>
            </a:pPr>
            <a:r>
              <a:rPr lang="en-GB" sz="900" b="0" i="0" u="none" strike="noStrike" cap="none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mob: </a:t>
            </a:r>
            <a:r>
              <a:rPr lang="en-GB" sz="9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+7 701 711 91 65</a:t>
            </a:r>
            <a:endParaRPr lang="en-GB" sz="900" dirty="0"/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solidFill>
                  <a:schemeClr val="dk1"/>
                </a:solidFill>
                <a:latin typeface="+mj-lt"/>
                <a:ea typeface="Georgia"/>
                <a:cs typeface="Georgia"/>
                <a:sym typeface="Georgia"/>
              </a:rPr>
              <a:t>H&amp;S, Procedures, agreements, contractors, </a:t>
            </a:r>
            <a:br>
              <a:rPr lang="en-GB" sz="900" dirty="0">
                <a:solidFill>
                  <a:schemeClr val="dk1"/>
                </a:solidFill>
                <a:latin typeface="+mj-lt"/>
                <a:ea typeface="Georgia"/>
                <a:cs typeface="Georgia"/>
                <a:sym typeface="Georgia"/>
              </a:rPr>
            </a:br>
            <a:r>
              <a:rPr lang="en-GB" sz="900" b="0" i="0" u="none" strike="noStrike" cap="none" dirty="0">
                <a:solidFill>
                  <a:schemeClr val="dk1"/>
                </a:solidFill>
                <a:latin typeface="+mj-lt"/>
                <a:ea typeface="Georgia"/>
                <a:cs typeface="Georgia"/>
                <a:sym typeface="Georgia"/>
              </a:rPr>
              <a:t>office administration, invoice review, events support, security issues Business continuity, coffee lady and drivers coordinating</a:t>
            </a:r>
            <a:endParaRPr sz="900" b="0" i="0" u="none" strike="noStrike" cap="none" dirty="0">
              <a:solidFill>
                <a:schemeClr val="dk1"/>
              </a:solidFill>
              <a:latin typeface="+mj-lt"/>
              <a:ea typeface="Georgia"/>
              <a:cs typeface="Georgia"/>
              <a:sym typeface="Georgia"/>
            </a:endParaRPr>
          </a:p>
        </p:txBody>
      </p:sp>
      <p:sp>
        <p:nvSpPr>
          <p:cNvPr id="22" name="Google Shape;385;p54">
            <a:extLst>
              <a:ext uri="{FF2B5EF4-FFF2-40B4-BE49-F238E27FC236}">
                <a16:creationId xmlns:a16="http://schemas.microsoft.com/office/drawing/2014/main" id="{AA733C4C-741E-2E73-4C64-62D84036F563}"/>
              </a:ext>
            </a:extLst>
          </p:cNvPr>
          <p:cNvSpPr/>
          <p:nvPr/>
        </p:nvSpPr>
        <p:spPr>
          <a:xfrm>
            <a:off x="4355979" y="1173261"/>
            <a:ext cx="1295014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000" b="1" dirty="0">
                <a:solidFill>
                  <a:schemeClr val="dk1"/>
                </a:solidFill>
                <a:latin typeface="+mn-lt"/>
                <a:ea typeface="Georgia"/>
                <a:cs typeface="Georgia"/>
                <a:sym typeface="Georgia"/>
              </a:rPr>
              <a:t>Damira </a:t>
            </a:r>
            <a:r>
              <a:rPr lang="en-US" sz="1000" b="1" dirty="0" err="1">
                <a:solidFill>
                  <a:schemeClr val="dk1"/>
                </a:solidFill>
                <a:latin typeface="+mn-lt"/>
                <a:ea typeface="Georgia"/>
                <a:cs typeface="Georgia"/>
                <a:sym typeface="Georgia"/>
              </a:rPr>
              <a:t>Telzhanova</a:t>
            </a:r>
            <a:endParaRPr sz="1000" b="1" dirty="0">
              <a:solidFill>
                <a:schemeClr val="dk1"/>
              </a:solidFill>
              <a:latin typeface="+mn-lt"/>
              <a:ea typeface="Georgia"/>
              <a:cs typeface="Georgia"/>
              <a:sym typeface="Georgia"/>
            </a:endParaRPr>
          </a:p>
          <a:p>
            <a:pPr marL="0" lvl="0" indent="0" rtl="0"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GB" sz="900" dirty="0">
                <a:solidFill>
                  <a:schemeClr val="dk1"/>
                </a:solidFill>
                <a:latin typeface="Georgia"/>
                <a:sym typeface="Georgia"/>
              </a:rPr>
              <a:t>Office manager</a:t>
            </a:r>
            <a:endParaRPr dirty="0">
              <a:solidFill>
                <a:schemeClr val="dk1"/>
              </a:solidFill>
            </a:endParaRPr>
          </a:p>
          <a:p>
            <a:pPr>
              <a:spcAft>
                <a:spcPts val="400"/>
              </a:spcAft>
              <a:buClr>
                <a:schemeClr val="dk1"/>
              </a:buClr>
              <a:buSzPts val="900"/>
            </a:pPr>
            <a:r>
              <a:rPr lang="en-GB" sz="900" dirty="0">
                <a:solidFill>
                  <a:schemeClr val="dk1"/>
                </a:solidFill>
                <a:latin typeface="+mj-lt"/>
                <a:ea typeface="Georgia"/>
                <a:cs typeface="Georgia"/>
                <a:sym typeface="Georgia"/>
              </a:rPr>
              <a:t>mob:+ </a:t>
            </a:r>
            <a:r>
              <a:rPr lang="en-GB" sz="9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7 778 713 52 12</a:t>
            </a:r>
            <a:endParaRPr lang="en-GB" sz="900" dirty="0"/>
          </a:p>
          <a:p>
            <a:pPr marL="0" lvl="0" indent="0" rtl="0"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900"/>
              <a:buFont typeface="Arial"/>
              <a:buNone/>
            </a:pPr>
            <a:endParaRPr lang="en-GB" sz="900" dirty="0">
              <a:solidFill>
                <a:schemeClr val="dk1"/>
              </a:solidFill>
              <a:latin typeface="+mj-l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dirty="0" err="1">
                <a:solidFill>
                  <a:schemeClr val="dk1"/>
                </a:solidFill>
                <a:latin typeface="+mj-lt"/>
                <a:ea typeface="Georgia"/>
                <a:cs typeface="Georgia"/>
                <a:sym typeface="Georgia"/>
              </a:rPr>
              <a:t>Ipos</a:t>
            </a:r>
            <a:r>
              <a:rPr lang="en-US" sz="900" dirty="0">
                <a:solidFill>
                  <a:schemeClr val="dk1"/>
                </a:solidFill>
                <a:latin typeface="+mj-lt"/>
                <a:ea typeface="Georgia"/>
                <a:cs typeface="Georgia"/>
                <a:sym typeface="Georgia"/>
              </a:rPr>
              <a:t> and SDM coordinator, office maintenance, procurement, event support, envelopes, stationary control</a:t>
            </a:r>
            <a:endParaRPr sz="900" dirty="0">
              <a:solidFill>
                <a:schemeClr val="dk1"/>
              </a:solidFill>
              <a:latin typeface="+mj-lt"/>
              <a:ea typeface="Georgia"/>
              <a:cs typeface="Georgia"/>
              <a:sym typeface="Georgia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" name="Google Shape;388;p54">
            <a:extLst>
              <a:ext uri="{FF2B5EF4-FFF2-40B4-BE49-F238E27FC236}">
                <a16:creationId xmlns:a16="http://schemas.microsoft.com/office/drawing/2014/main" id="{5CA542DF-E248-BF74-6A88-1D4300AFE226}"/>
              </a:ext>
            </a:extLst>
          </p:cNvPr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389;p54">
            <a:extLst>
              <a:ext uri="{FF2B5EF4-FFF2-40B4-BE49-F238E27FC236}">
                <a16:creationId xmlns:a16="http://schemas.microsoft.com/office/drawing/2014/main" id="{4E929A73-DE78-116E-41DE-C3960A050EBD}"/>
              </a:ext>
            </a:extLst>
          </p:cNvPr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91;p54">
            <a:extLst>
              <a:ext uri="{FF2B5EF4-FFF2-40B4-BE49-F238E27FC236}">
                <a16:creationId xmlns:a16="http://schemas.microsoft.com/office/drawing/2014/main" id="{09911CE9-D135-FEAC-FE3C-E731D8010FE7}"/>
              </a:ext>
            </a:extLst>
          </p:cNvPr>
          <p:cNvSpPr/>
          <p:nvPr/>
        </p:nvSpPr>
        <p:spPr>
          <a:xfrm>
            <a:off x="6076007" y="2918210"/>
            <a:ext cx="163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84;p54">
            <a:extLst>
              <a:ext uri="{FF2B5EF4-FFF2-40B4-BE49-F238E27FC236}">
                <a16:creationId xmlns:a16="http://schemas.microsoft.com/office/drawing/2014/main" id="{58EAFFE4-1EDE-3834-78E5-BB1BA21503A8}"/>
              </a:ext>
            </a:extLst>
          </p:cNvPr>
          <p:cNvSpPr/>
          <p:nvPr/>
        </p:nvSpPr>
        <p:spPr>
          <a:xfrm>
            <a:off x="10627951" y="1020756"/>
            <a:ext cx="1717313" cy="66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400"/>
              </a:spcAft>
              <a:buSzPts val="900"/>
            </a:pPr>
            <a:r>
              <a:rPr lang="en-GB" sz="1000" b="1" dirty="0">
                <a:solidFill>
                  <a:schemeClr val="dk1"/>
                </a:solidFill>
                <a:ea typeface="Georgia"/>
                <a:cs typeface="Georgia"/>
                <a:sym typeface="Georgia"/>
              </a:rPr>
              <a:t>Alina Zhetes</a:t>
            </a:r>
            <a:br>
              <a:rPr lang="en-GB" sz="1000" b="1" dirty="0">
                <a:solidFill>
                  <a:schemeClr val="dk1"/>
                </a:solidFill>
                <a:latin typeface="+mn-lt"/>
                <a:ea typeface="Georgia"/>
                <a:cs typeface="Georgia"/>
                <a:sym typeface="Georgia"/>
              </a:rPr>
            </a:br>
            <a:r>
              <a:rPr lang="en-GB" sz="1000" dirty="0">
                <a:solidFill>
                  <a:schemeClr val="dk1"/>
                </a:solidFill>
                <a:latin typeface="+mj-lt"/>
                <a:ea typeface="Georgia"/>
                <a:cs typeface="Georgia"/>
                <a:sym typeface="Georgia"/>
              </a:rPr>
              <a:t>Coffee-lady</a:t>
            </a:r>
            <a:endParaRPr lang="en-GB" sz="1000" i="0" u="none" strike="noStrike" cap="none" dirty="0">
              <a:solidFill>
                <a:schemeClr val="dk1"/>
              </a:solidFill>
              <a:latin typeface="+mj-lt"/>
              <a:ea typeface="Georgia"/>
              <a:cs typeface="Georgia"/>
              <a:sym typeface="Georgia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000" dirty="0">
                <a:solidFill>
                  <a:schemeClr val="dk1"/>
                </a:solidFill>
                <a:latin typeface="+mj-lt"/>
                <a:ea typeface="Georgia"/>
                <a:cs typeface="Georgia"/>
                <a:sym typeface="Georgia"/>
              </a:rPr>
              <a:t>Event support, canteen stationary control</a:t>
            </a:r>
            <a:endParaRPr sz="160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1" name="Google Shape;384;p54">
            <a:extLst>
              <a:ext uri="{FF2B5EF4-FFF2-40B4-BE49-F238E27FC236}">
                <a16:creationId xmlns:a16="http://schemas.microsoft.com/office/drawing/2014/main" id="{1D7244BC-14EE-E861-85F1-9B847655F542}"/>
              </a:ext>
            </a:extLst>
          </p:cNvPr>
          <p:cNvSpPr/>
          <p:nvPr/>
        </p:nvSpPr>
        <p:spPr>
          <a:xfrm>
            <a:off x="5971607" y="2460793"/>
            <a:ext cx="2804046" cy="810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400"/>
              </a:spcAft>
              <a:buSzPts val="900"/>
            </a:pPr>
            <a:r>
              <a:rPr lang="en-GB" sz="1000" b="1" dirty="0" err="1">
                <a:solidFill>
                  <a:schemeClr val="dk1"/>
                </a:solidFill>
                <a:ea typeface="Georgia"/>
                <a:cs typeface="Georgia"/>
                <a:sym typeface="Georgia"/>
              </a:rPr>
              <a:t>Gulbagit</a:t>
            </a:r>
            <a:r>
              <a:rPr lang="en-GB" sz="1000" b="1" dirty="0">
                <a:solidFill>
                  <a:schemeClr val="dk1"/>
                </a:solidFill>
                <a:ea typeface="Georgia"/>
                <a:cs typeface="Georgia"/>
                <a:sym typeface="Georgia"/>
              </a:rPr>
              <a:t> </a:t>
            </a:r>
            <a:r>
              <a:rPr lang="en-GB" sz="1000" b="1" dirty="0" err="1">
                <a:solidFill>
                  <a:schemeClr val="dk1"/>
                </a:solidFill>
                <a:ea typeface="Georgia"/>
                <a:cs typeface="Georgia"/>
                <a:sym typeface="Georgia"/>
              </a:rPr>
              <a:t>Nurzhanova</a:t>
            </a:r>
            <a:r>
              <a:rPr lang="en-GB" sz="1000" b="1" dirty="0">
                <a:solidFill>
                  <a:schemeClr val="dk1"/>
                </a:solidFill>
                <a:ea typeface="Georgia"/>
                <a:cs typeface="Georgia"/>
                <a:sym typeface="Georgia"/>
              </a:rPr>
              <a:t>           Zhanar </a:t>
            </a:r>
            <a:r>
              <a:rPr lang="en-GB" sz="1000" b="1" dirty="0" err="1">
                <a:solidFill>
                  <a:schemeClr val="dk1"/>
                </a:solidFill>
                <a:ea typeface="Georgia"/>
                <a:cs typeface="Georgia"/>
                <a:sym typeface="Georgia"/>
              </a:rPr>
              <a:t>Tashenova</a:t>
            </a:r>
            <a:br>
              <a:rPr lang="en-GB" sz="1000" b="1" dirty="0">
                <a:solidFill>
                  <a:schemeClr val="dk1"/>
                </a:solidFill>
                <a:latin typeface="+mn-lt"/>
                <a:ea typeface="Georgia"/>
                <a:cs typeface="Georgia"/>
                <a:sym typeface="Georgia"/>
              </a:rPr>
            </a:br>
            <a:r>
              <a:rPr lang="en-GB" sz="900" i="0" u="none" strike="noStrike" cap="none" dirty="0">
                <a:solidFill>
                  <a:schemeClr val="dk1"/>
                </a:solidFill>
                <a:latin typeface="+mj-lt"/>
                <a:ea typeface="Georgia"/>
                <a:cs typeface="Georgia"/>
                <a:sym typeface="Georgia"/>
              </a:rPr>
              <a:t>Receptionist                                       </a:t>
            </a:r>
            <a:r>
              <a:rPr lang="en-GB" sz="900" dirty="0" err="1">
                <a:solidFill>
                  <a:schemeClr val="dk1"/>
                </a:solidFill>
                <a:ea typeface="Georgia"/>
                <a:cs typeface="Georgia"/>
                <a:sym typeface="Georgia"/>
              </a:rPr>
              <a:t>Receptionist</a:t>
            </a:r>
            <a:endParaRPr lang="en-GB" sz="900" i="0" u="none" strike="noStrike" cap="none" dirty="0">
              <a:solidFill>
                <a:schemeClr val="dk1"/>
              </a:solidFill>
              <a:latin typeface="+mj-lt"/>
              <a:ea typeface="Georgia"/>
              <a:cs typeface="Georgia"/>
              <a:sym typeface="Georgia"/>
            </a:endParaRPr>
          </a:p>
          <a:p>
            <a:pPr>
              <a:spcAft>
                <a:spcPts val="400"/>
              </a:spcAft>
              <a:buSzPts val="900"/>
            </a:pPr>
            <a:r>
              <a:rPr lang="en-US" sz="900" dirty="0">
                <a:solidFill>
                  <a:schemeClr val="dk1"/>
                </a:solidFill>
                <a:latin typeface="+mj-lt"/>
                <a:ea typeface="Georgia"/>
                <a:cs typeface="Georgia"/>
                <a:sym typeface="Georgia"/>
              </a:rPr>
              <a:t>P</a:t>
            </a:r>
            <a:r>
              <a:rPr lang="en-US" sz="900" i="0" u="none" strike="noStrike" cap="none" dirty="0">
                <a:solidFill>
                  <a:schemeClr val="dk1"/>
                </a:solidFill>
                <a:latin typeface="+mj-lt"/>
                <a:ea typeface="Georgia"/>
                <a:cs typeface="Georgia"/>
                <a:sym typeface="Georgia"/>
              </a:rPr>
              <a:t>ostal distribution, incoming calls, express mailing, </a:t>
            </a:r>
            <a:r>
              <a:rPr lang="en-US" sz="900" dirty="0">
                <a:solidFill>
                  <a:schemeClr val="dk1"/>
                </a:solidFill>
                <a:latin typeface="+mj-lt"/>
                <a:ea typeface="Georgia"/>
                <a:cs typeface="Georgia"/>
                <a:sym typeface="Georgia"/>
              </a:rPr>
              <a:t>business cards, </a:t>
            </a:r>
            <a:r>
              <a:rPr lang="en-US" sz="900" dirty="0" err="1">
                <a:solidFill>
                  <a:schemeClr val="dk1"/>
                </a:solidFill>
                <a:latin typeface="+mj-lt"/>
                <a:ea typeface="Georgia"/>
                <a:cs typeface="Georgia"/>
                <a:sym typeface="Georgia"/>
              </a:rPr>
              <a:t>coordinationg</a:t>
            </a:r>
            <a:r>
              <a:rPr lang="en-US" sz="900" dirty="0">
                <a:solidFill>
                  <a:schemeClr val="dk1"/>
                </a:solidFill>
                <a:latin typeface="+mj-lt"/>
                <a:ea typeface="Georgia"/>
                <a:cs typeface="Georgia"/>
                <a:sym typeface="Georgia"/>
              </a:rPr>
              <a:t> office transport services (drivers, taxi, Yandex)</a:t>
            </a:r>
            <a:endParaRPr lang="en-US" sz="900" i="0" u="none" strike="noStrike" cap="none" dirty="0">
              <a:solidFill>
                <a:schemeClr val="dk1"/>
              </a:solidFill>
              <a:latin typeface="+mj-lt"/>
              <a:ea typeface="Georgia"/>
              <a:cs typeface="Georgia"/>
              <a:sym typeface="Georgia"/>
            </a:endParaRPr>
          </a:p>
        </p:txBody>
      </p:sp>
      <p:pic>
        <p:nvPicPr>
          <p:cNvPr id="6" name="Google Shape;390;p2">
            <a:extLst>
              <a:ext uri="{FF2B5EF4-FFF2-40B4-BE49-F238E27FC236}">
                <a16:creationId xmlns:a16="http://schemas.microsoft.com/office/drawing/2014/main" id="{1381621D-94F5-E1A9-1361-FE03A7A9918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2335" y="1025730"/>
            <a:ext cx="1013813" cy="169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91;p2">
            <a:extLst>
              <a:ext uri="{FF2B5EF4-FFF2-40B4-BE49-F238E27FC236}">
                <a16:creationId xmlns:a16="http://schemas.microsoft.com/office/drawing/2014/main" id="{83FCA7B3-7C78-F338-91E7-D4D3227984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0107" y="1114771"/>
            <a:ext cx="1002981" cy="1603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A person taking a selfie&#10;&#10;AI-generated content may be incorrect.">
            <a:extLst>
              <a:ext uri="{FF2B5EF4-FFF2-40B4-BE49-F238E27FC236}">
                <a16:creationId xmlns:a16="http://schemas.microsoft.com/office/drawing/2014/main" id="{A09E8E27-0016-3257-2ACC-78426E05B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007" y="1114771"/>
            <a:ext cx="847229" cy="11754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6B89C8-9F53-35A8-E9DD-03E852D44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840" y="1050780"/>
            <a:ext cx="1013813" cy="1303474"/>
          </a:xfrm>
          <a:prstGeom prst="rect">
            <a:avLst/>
          </a:prstGeom>
        </p:spPr>
      </p:pic>
      <p:sp>
        <p:nvSpPr>
          <p:cNvPr id="13" name="Title 55">
            <a:extLst>
              <a:ext uri="{FF2B5EF4-FFF2-40B4-BE49-F238E27FC236}">
                <a16:creationId xmlns:a16="http://schemas.microsoft.com/office/drawing/2014/main" id="{5E8519A1-A2C6-BF8D-6C4C-C6DC9F26423A}"/>
              </a:ext>
            </a:extLst>
          </p:cNvPr>
          <p:cNvSpPr txBox="1">
            <a:spLocks/>
          </p:cNvSpPr>
          <p:nvPr/>
        </p:nvSpPr>
        <p:spPr>
          <a:xfrm>
            <a:off x="402335" y="3613634"/>
            <a:ext cx="2657857" cy="4225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Astana IT Team</a:t>
            </a:r>
          </a:p>
        </p:txBody>
      </p:sp>
      <p:pic>
        <p:nvPicPr>
          <p:cNvPr id="19" name="Google Shape;394;p2">
            <a:extLst>
              <a:ext uri="{FF2B5EF4-FFF2-40B4-BE49-F238E27FC236}">
                <a16:creationId xmlns:a16="http://schemas.microsoft.com/office/drawing/2014/main" id="{A85285AF-EAB0-206E-B2C9-C42E0FEF180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4157" y="4185772"/>
            <a:ext cx="1149892" cy="185020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379;p54">
            <a:extLst>
              <a:ext uri="{FF2B5EF4-FFF2-40B4-BE49-F238E27FC236}">
                <a16:creationId xmlns:a16="http://schemas.microsoft.com/office/drawing/2014/main" id="{4E13254C-D1C4-B05A-8142-5A16D9E40F6B}"/>
              </a:ext>
            </a:extLst>
          </p:cNvPr>
          <p:cNvSpPr/>
          <p:nvPr/>
        </p:nvSpPr>
        <p:spPr>
          <a:xfrm>
            <a:off x="1743881" y="4185772"/>
            <a:ext cx="131631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dirty="0" err="1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Yerlan</a:t>
            </a:r>
            <a:r>
              <a:rPr lang="en-US" sz="900" b="1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900" b="1" dirty="0" err="1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Akpanov</a:t>
            </a:r>
            <a:endParaRPr sz="9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>
              <a:spcAft>
                <a:spcPts val="400"/>
              </a:spcAft>
              <a:buSzPts val="900"/>
            </a:pPr>
            <a:r>
              <a:rPr lang="en-GB" sz="900" dirty="0">
                <a:solidFill>
                  <a:schemeClr val="dk1"/>
                </a:solidFill>
                <a:latin typeface="+mj-lt"/>
                <a:ea typeface="Georgia"/>
                <a:cs typeface="Georgia"/>
                <a:sym typeface="Georgia"/>
              </a:rPr>
              <a:t>IT Business Partner</a:t>
            </a:r>
            <a:endParaRPr lang="en-GB" sz="900" b="1" dirty="0">
              <a:solidFill>
                <a:schemeClr val="dk1"/>
              </a:solidFill>
              <a:latin typeface="+mj-lt"/>
              <a:ea typeface="Georgia"/>
              <a:cs typeface="Arial"/>
              <a:sym typeface="Arial"/>
            </a:endParaRPr>
          </a:p>
          <a:p>
            <a:pPr>
              <a:spcAft>
                <a:spcPts val="400"/>
              </a:spcAft>
              <a:buSzPts val="900"/>
            </a:pPr>
            <a:r>
              <a:rPr lang="en-GB" sz="900" b="0" i="0" u="none" strike="noStrike" cap="none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mob: </a:t>
            </a:r>
            <a:r>
              <a:rPr lang="en-GB" sz="900" i="1" dirty="0">
                <a:solidFill>
                  <a:srgbClr val="000000"/>
                </a:solidFill>
                <a:latin typeface="+mj-lt"/>
                <a:ea typeface="Georgia"/>
                <a:cs typeface="Georgia"/>
                <a:sym typeface="Georgia"/>
              </a:rPr>
              <a:t>+7 701 971 37 86</a:t>
            </a:r>
            <a:endParaRPr lang="en-GB" sz="900" dirty="0">
              <a:solidFill>
                <a:srgbClr val="000000"/>
              </a:solidFill>
              <a:latin typeface="+mj-lt"/>
              <a:ea typeface="Georgia"/>
              <a:cs typeface="Georgia"/>
              <a:sym typeface="Georgia"/>
            </a:endParaRPr>
          </a:p>
          <a:p>
            <a:pPr>
              <a:spcAft>
                <a:spcPts val="400"/>
              </a:spcAft>
              <a:buSzPts val="900"/>
            </a:pPr>
            <a:endParaRPr lang="en-GB" sz="900" dirty="0"/>
          </a:p>
        </p:txBody>
      </p:sp>
      <p:pic>
        <p:nvPicPr>
          <p:cNvPr id="33" name="Google Shape;396;p2">
            <a:extLst>
              <a:ext uri="{FF2B5EF4-FFF2-40B4-BE49-F238E27FC236}">
                <a16:creationId xmlns:a16="http://schemas.microsoft.com/office/drawing/2014/main" id="{95127EC4-1163-B5D4-B146-AF9C4765BB5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43132" y="4185772"/>
            <a:ext cx="1312847" cy="187767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9;p54">
            <a:extLst>
              <a:ext uri="{FF2B5EF4-FFF2-40B4-BE49-F238E27FC236}">
                <a16:creationId xmlns:a16="http://schemas.microsoft.com/office/drawing/2014/main" id="{21D2DFF5-861C-36A9-3516-0F1C80E071B3}"/>
              </a:ext>
            </a:extLst>
          </p:cNvPr>
          <p:cNvSpPr/>
          <p:nvPr/>
        </p:nvSpPr>
        <p:spPr>
          <a:xfrm>
            <a:off x="4548631" y="4192626"/>
            <a:ext cx="1316311" cy="928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Yerbol</a:t>
            </a: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Sultan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400"/>
              </a:spcAft>
              <a:buSzPts val="900"/>
            </a:pPr>
            <a:r>
              <a:rPr lang="en-GB" sz="900" dirty="0">
                <a:solidFill>
                  <a:schemeClr val="dk1"/>
                </a:solidFill>
                <a:latin typeface="+mj-lt"/>
                <a:ea typeface="Georgia"/>
                <a:cs typeface="Arial"/>
                <a:sym typeface="Georgia"/>
              </a:rPr>
              <a:t>Senior Specialist</a:t>
            </a:r>
            <a:endParaRPr lang="en-GB" sz="900" dirty="0">
              <a:solidFill>
                <a:schemeClr val="dk1"/>
              </a:solidFill>
              <a:latin typeface="+mj-lt"/>
              <a:ea typeface="Georgia"/>
              <a:cs typeface="Arial"/>
              <a:sym typeface="Arial"/>
            </a:endParaRPr>
          </a:p>
          <a:p>
            <a:pPr>
              <a:spcAft>
                <a:spcPts val="400"/>
              </a:spcAft>
              <a:buSzPts val="900"/>
            </a:pPr>
            <a:r>
              <a:rPr lang="en-GB" sz="900" b="0" i="0" u="none" strike="noStrike" cap="none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mob: </a:t>
            </a:r>
            <a:r>
              <a:rPr lang="en-GB" sz="900" i="1" dirty="0">
                <a:solidFill>
                  <a:srgbClr val="000000"/>
                </a:solidFill>
                <a:latin typeface="+mj-lt"/>
                <a:ea typeface="Georgia"/>
                <a:cs typeface="Georgia"/>
                <a:sym typeface="Georgia"/>
              </a:rPr>
              <a:t>+7 707 687 81 87</a:t>
            </a:r>
            <a:endParaRPr lang="en-GB" sz="900" dirty="0">
              <a:solidFill>
                <a:srgbClr val="000000"/>
              </a:solidFill>
              <a:latin typeface="+mj-lt"/>
              <a:ea typeface="Georgia"/>
              <a:cs typeface="Georgia"/>
              <a:sym typeface="Georgia"/>
            </a:endParaRPr>
          </a:p>
          <a:p>
            <a:pPr>
              <a:spcAft>
                <a:spcPts val="400"/>
              </a:spcAft>
              <a:buSzPts val="900"/>
            </a:pPr>
            <a:endParaRPr lang="en-GB" sz="900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>
              <a:spcAft>
                <a:spcPts val="400"/>
              </a:spcAft>
              <a:buSzPts val="900"/>
            </a:pPr>
            <a:endParaRPr lang="en-GB" sz="900" dirty="0"/>
          </a:p>
        </p:txBody>
      </p:sp>
      <p:sp>
        <p:nvSpPr>
          <p:cNvPr id="40" name="Title 55">
            <a:extLst>
              <a:ext uri="{FF2B5EF4-FFF2-40B4-BE49-F238E27FC236}">
                <a16:creationId xmlns:a16="http://schemas.microsoft.com/office/drawing/2014/main" id="{7249B1E2-7B35-782B-85A1-3CBB3274DD9E}"/>
              </a:ext>
            </a:extLst>
          </p:cNvPr>
          <p:cNvSpPr txBox="1">
            <a:spLocks/>
          </p:cNvSpPr>
          <p:nvPr/>
        </p:nvSpPr>
        <p:spPr>
          <a:xfrm>
            <a:off x="6718327" y="3583287"/>
            <a:ext cx="4184905" cy="4225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Administrative Assistants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8312311-BEBC-D3E7-25BF-C0B5410FC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8327" y="4192626"/>
            <a:ext cx="914402" cy="117566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B48D0D2-D064-1FEC-B739-01C0C5EFF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4638" y="4102195"/>
            <a:ext cx="1270113" cy="1208551"/>
          </a:xfrm>
          <a:prstGeom prst="rect">
            <a:avLst/>
          </a:prstGeom>
        </p:spPr>
      </p:pic>
      <p:sp>
        <p:nvSpPr>
          <p:cNvPr id="44" name="Google Shape;379;p54">
            <a:extLst>
              <a:ext uri="{FF2B5EF4-FFF2-40B4-BE49-F238E27FC236}">
                <a16:creationId xmlns:a16="http://schemas.microsoft.com/office/drawing/2014/main" id="{3B42D8A8-532E-9BEC-E14F-32804DFB6400}"/>
              </a:ext>
            </a:extLst>
          </p:cNvPr>
          <p:cNvSpPr/>
          <p:nvPr/>
        </p:nvSpPr>
        <p:spPr>
          <a:xfrm>
            <a:off x="7839408" y="4249936"/>
            <a:ext cx="1316311" cy="91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Ainur </a:t>
            </a:r>
            <a:r>
              <a:rPr lang="en-US" sz="9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Iskakbayeva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400"/>
              </a:spcAft>
              <a:buSzPts val="900"/>
            </a:pPr>
            <a:r>
              <a:rPr lang="en-GB" sz="900" dirty="0">
                <a:solidFill>
                  <a:schemeClr val="dk1"/>
                </a:solidFill>
                <a:latin typeface="+mj-lt"/>
                <a:ea typeface="Georgia"/>
                <a:cs typeface="Arial"/>
                <a:sym typeface="Georgia"/>
              </a:rPr>
              <a:t>Assurance </a:t>
            </a:r>
            <a:endParaRPr lang="en-GB" sz="900" dirty="0">
              <a:solidFill>
                <a:schemeClr val="dk1"/>
              </a:solidFill>
              <a:latin typeface="+mj-lt"/>
              <a:ea typeface="Georgia"/>
              <a:cs typeface="Arial"/>
              <a:sym typeface="Arial"/>
            </a:endParaRPr>
          </a:p>
          <a:p>
            <a:pPr>
              <a:spcAft>
                <a:spcPts val="400"/>
              </a:spcAft>
              <a:buSzPts val="900"/>
            </a:pPr>
            <a:r>
              <a:rPr lang="en-GB" sz="900" b="0" i="0" u="none" strike="noStrike" cap="none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mob: </a:t>
            </a:r>
            <a:r>
              <a:rPr lang="pt-BR" sz="900" dirty="0"/>
              <a:t>+7 701 703 31 59</a:t>
            </a:r>
            <a:endParaRPr lang="en-GB" sz="900" dirty="0">
              <a:solidFill>
                <a:srgbClr val="000000"/>
              </a:solidFill>
              <a:ea typeface="Georgia"/>
              <a:cs typeface="Georgia"/>
              <a:sym typeface="Georgia"/>
            </a:endParaRPr>
          </a:p>
          <a:p>
            <a:pPr>
              <a:spcAft>
                <a:spcPts val="400"/>
              </a:spcAft>
              <a:buSzPts val="900"/>
            </a:pPr>
            <a:endParaRPr lang="en-GB" sz="900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>
              <a:spcAft>
                <a:spcPts val="400"/>
              </a:spcAft>
              <a:buSzPts val="900"/>
            </a:pPr>
            <a:endParaRPr lang="en-GB" sz="900" dirty="0"/>
          </a:p>
        </p:txBody>
      </p:sp>
      <p:sp>
        <p:nvSpPr>
          <p:cNvPr id="47" name="Google Shape;379;p54">
            <a:extLst>
              <a:ext uri="{FF2B5EF4-FFF2-40B4-BE49-F238E27FC236}">
                <a16:creationId xmlns:a16="http://schemas.microsoft.com/office/drawing/2014/main" id="{B7FA0BA9-93AB-C0F6-BE4A-68FF36B3D7C2}"/>
              </a:ext>
            </a:extLst>
          </p:cNvPr>
          <p:cNvSpPr/>
          <p:nvPr/>
        </p:nvSpPr>
        <p:spPr>
          <a:xfrm>
            <a:off x="10750257" y="4208015"/>
            <a:ext cx="131631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Zhansaya Ibragimova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400"/>
              </a:spcAft>
              <a:buSzPts val="900"/>
            </a:pPr>
            <a:r>
              <a:rPr lang="en-GB" sz="900" dirty="0">
                <a:solidFill>
                  <a:schemeClr val="dk1"/>
                </a:solidFill>
                <a:latin typeface="+mj-lt"/>
                <a:ea typeface="Georgia"/>
                <a:cs typeface="Arial"/>
                <a:sym typeface="Georgia"/>
              </a:rPr>
              <a:t>Assurance </a:t>
            </a:r>
            <a:endParaRPr lang="en-GB" sz="900" dirty="0">
              <a:solidFill>
                <a:schemeClr val="dk1"/>
              </a:solidFill>
              <a:latin typeface="+mj-lt"/>
              <a:ea typeface="Georgia"/>
              <a:cs typeface="Arial"/>
              <a:sym typeface="Arial"/>
            </a:endParaRPr>
          </a:p>
          <a:p>
            <a:pPr>
              <a:spcAft>
                <a:spcPts val="400"/>
              </a:spcAft>
              <a:buSzPts val="900"/>
            </a:pPr>
            <a:r>
              <a:rPr lang="en-GB" sz="900" b="0" i="0" u="none" strike="noStrike" cap="none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mob: </a:t>
            </a:r>
            <a:r>
              <a:rPr lang="en-US" sz="900" dirty="0">
                <a:latin typeface="+mj-lt"/>
              </a:rPr>
              <a:t>+7 777 906 3428</a:t>
            </a:r>
            <a:r>
              <a:rPr lang="ru-RU" sz="900" dirty="0">
                <a:latin typeface="+mj-lt"/>
              </a:rPr>
              <a:t>​</a:t>
            </a:r>
            <a:endParaRPr lang="en-GB" sz="900" dirty="0">
              <a:solidFill>
                <a:srgbClr val="000000"/>
              </a:solidFill>
              <a:latin typeface="+mj-lt"/>
              <a:ea typeface="Georgia"/>
              <a:cs typeface="Georgia"/>
              <a:sym typeface="Georgia"/>
            </a:endParaRPr>
          </a:p>
          <a:p>
            <a:pPr>
              <a:spcAft>
                <a:spcPts val="400"/>
              </a:spcAft>
              <a:buSzPts val="900"/>
            </a:pPr>
            <a:endParaRPr lang="en-GB" sz="9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06B68134-AC5D-963C-CD1B-55F990810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8327" y="5498822"/>
            <a:ext cx="1043513" cy="1164145"/>
          </a:xfrm>
          <a:prstGeom prst="rect">
            <a:avLst/>
          </a:prstGeom>
        </p:spPr>
      </p:pic>
      <p:sp>
        <p:nvSpPr>
          <p:cNvPr id="50" name="Google Shape;379;p54">
            <a:extLst>
              <a:ext uri="{FF2B5EF4-FFF2-40B4-BE49-F238E27FC236}">
                <a16:creationId xmlns:a16="http://schemas.microsoft.com/office/drawing/2014/main" id="{AE049808-CA21-8D14-815C-EADDFD084892}"/>
              </a:ext>
            </a:extLst>
          </p:cNvPr>
          <p:cNvSpPr/>
          <p:nvPr/>
        </p:nvSpPr>
        <p:spPr>
          <a:xfrm>
            <a:off x="7958327" y="5606913"/>
            <a:ext cx="131631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Assel </a:t>
            </a:r>
            <a:r>
              <a:rPr lang="en-US" sz="9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Shakhmanova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400"/>
              </a:spcAft>
              <a:buSzPts val="900"/>
            </a:pPr>
            <a:r>
              <a:rPr lang="en-GB" sz="900" dirty="0">
                <a:solidFill>
                  <a:schemeClr val="dk1"/>
                </a:solidFill>
                <a:latin typeface="+mj-lt"/>
                <a:ea typeface="Georgia"/>
                <a:cs typeface="Arial"/>
                <a:sym typeface="Georgia"/>
              </a:rPr>
              <a:t>TLP</a:t>
            </a:r>
            <a:endParaRPr lang="en-GB" sz="900" dirty="0">
              <a:solidFill>
                <a:schemeClr val="dk1"/>
              </a:solidFill>
              <a:latin typeface="+mj-lt"/>
              <a:ea typeface="Georgia"/>
              <a:cs typeface="Arial"/>
              <a:sym typeface="Arial"/>
            </a:endParaRPr>
          </a:p>
          <a:p>
            <a:pPr>
              <a:spcAft>
                <a:spcPts val="400"/>
              </a:spcAft>
              <a:buSzPts val="900"/>
            </a:pPr>
            <a:r>
              <a:rPr lang="en-GB" sz="900" b="0" i="0" u="none" strike="noStrike" cap="none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mob: </a:t>
            </a:r>
            <a:r>
              <a:rPr lang="ru-RU" sz="900" dirty="0">
                <a:latin typeface="+mj-lt"/>
              </a:rPr>
              <a:t>+7 701 </a:t>
            </a:r>
            <a:r>
              <a:rPr lang="en-US" sz="900" dirty="0">
                <a:latin typeface="+mj-lt"/>
              </a:rPr>
              <a:t>012 06 06</a:t>
            </a:r>
            <a:endParaRPr lang="en-GB" sz="900" dirty="0">
              <a:solidFill>
                <a:srgbClr val="000000"/>
              </a:solidFill>
              <a:latin typeface="+mj-lt"/>
              <a:ea typeface="Georgia"/>
              <a:cs typeface="Georgia"/>
              <a:sym typeface="Georgia"/>
            </a:endParaRPr>
          </a:p>
          <a:p>
            <a:pPr>
              <a:spcAft>
                <a:spcPts val="400"/>
              </a:spcAft>
              <a:buSzPts val="900"/>
            </a:pPr>
            <a:endParaRPr lang="en-GB" sz="900" dirty="0"/>
          </a:p>
        </p:txBody>
      </p:sp>
      <p:pic>
        <p:nvPicPr>
          <p:cNvPr id="52" name="Picture 51" descr="A person with long hair and a necklace&#10;&#10;AI-generated content may be incorrect.">
            <a:extLst>
              <a:ext uri="{FF2B5EF4-FFF2-40B4-BE49-F238E27FC236}">
                <a16:creationId xmlns:a16="http://schemas.microsoft.com/office/drawing/2014/main" id="{787BBB28-F4BD-DFB5-714F-8DD1D6C6808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71125" y="5498822"/>
            <a:ext cx="914403" cy="1164144"/>
          </a:xfrm>
          <a:prstGeom prst="rect">
            <a:avLst/>
          </a:prstGeom>
        </p:spPr>
      </p:pic>
      <p:sp>
        <p:nvSpPr>
          <p:cNvPr id="54" name="Google Shape;379;p54">
            <a:extLst>
              <a:ext uri="{FF2B5EF4-FFF2-40B4-BE49-F238E27FC236}">
                <a16:creationId xmlns:a16="http://schemas.microsoft.com/office/drawing/2014/main" id="{4A01A7C4-E0A5-6BD7-0F86-6AE82B69A190}"/>
              </a:ext>
            </a:extLst>
          </p:cNvPr>
          <p:cNvSpPr/>
          <p:nvPr/>
        </p:nvSpPr>
        <p:spPr>
          <a:xfrm>
            <a:off x="10750256" y="5498822"/>
            <a:ext cx="1316311" cy="518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Aigerim </a:t>
            </a:r>
            <a:r>
              <a:rPr lang="en-US" sz="9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Zhomartkyzy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400"/>
              </a:spcAft>
              <a:buSzPts val="900"/>
            </a:pPr>
            <a:r>
              <a:rPr lang="en-GB" sz="900" dirty="0">
                <a:solidFill>
                  <a:schemeClr val="dk1"/>
                </a:solidFill>
                <a:latin typeface="+mj-lt"/>
                <a:ea typeface="Georgia"/>
                <a:cs typeface="Arial"/>
                <a:sym typeface="Georgia"/>
              </a:rPr>
              <a:t>TLP</a:t>
            </a:r>
            <a:endParaRPr lang="en-GB" sz="900" dirty="0">
              <a:solidFill>
                <a:schemeClr val="dk1"/>
              </a:solidFill>
              <a:latin typeface="+mj-lt"/>
              <a:ea typeface="Georgia"/>
              <a:cs typeface="Arial"/>
              <a:sym typeface="Arial"/>
            </a:endParaRPr>
          </a:p>
          <a:p>
            <a:pPr>
              <a:spcAft>
                <a:spcPts val="400"/>
              </a:spcAft>
              <a:buSzPts val="900"/>
            </a:pPr>
            <a:r>
              <a:rPr lang="en-GB" sz="900" b="0" i="0" u="none" strike="noStrike" cap="none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mob: </a:t>
            </a:r>
            <a:r>
              <a:rPr lang="en-US" sz="900" dirty="0">
                <a:latin typeface="+mj-lt"/>
              </a:rPr>
              <a:t>+7 </a:t>
            </a:r>
            <a:r>
              <a:rPr lang="ru-RU" sz="900" dirty="0">
                <a:latin typeface="+mj-lt"/>
              </a:rPr>
              <a:t>702</a:t>
            </a:r>
            <a:r>
              <a:rPr lang="en-US" sz="900" dirty="0">
                <a:latin typeface="+mj-lt"/>
              </a:rPr>
              <a:t> </a:t>
            </a:r>
            <a:r>
              <a:rPr lang="ru-RU" sz="900" dirty="0">
                <a:latin typeface="+mj-lt"/>
              </a:rPr>
              <a:t>828</a:t>
            </a:r>
            <a:r>
              <a:rPr lang="en-US" sz="900" dirty="0">
                <a:latin typeface="+mj-lt"/>
              </a:rPr>
              <a:t> </a:t>
            </a:r>
            <a:r>
              <a:rPr lang="ru-RU" sz="900" dirty="0">
                <a:latin typeface="+mj-lt"/>
              </a:rPr>
              <a:t>48</a:t>
            </a:r>
            <a:r>
              <a:rPr lang="en-US" sz="900" dirty="0">
                <a:latin typeface="+mj-lt"/>
              </a:rPr>
              <a:t> </a:t>
            </a:r>
            <a:r>
              <a:rPr lang="ru-RU" sz="900" dirty="0">
                <a:latin typeface="+mj-lt"/>
              </a:rPr>
              <a:t>39​</a:t>
            </a:r>
            <a:endParaRPr lang="en-GB" sz="900" dirty="0">
              <a:latin typeface="+mj-lt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39957E36-0382-8FF7-DE9C-E9ABBD50D78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870" y="1050780"/>
            <a:ext cx="905910" cy="120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847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10B0DC-3E0F-73BD-FBA9-ADBB4736F752}"/>
              </a:ext>
            </a:extLst>
          </p:cNvPr>
          <p:cNvSpPr/>
          <p:nvPr/>
        </p:nvSpPr>
        <p:spPr>
          <a:xfrm>
            <a:off x="3767329" y="4893032"/>
            <a:ext cx="8034147" cy="1690648"/>
          </a:xfrm>
          <a:prstGeom prst="rect">
            <a:avLst/>
          </a:prstGeom>
          <a:solidFill>
            <a:srgbClr val="FFF5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8DAA6-632E-57AF-6AF9-6275D63D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8" y="4003373"/>
            <a:ext cx="3979015" cy="1298448"/>
          </a:xfrm>
        </p:spPr>
        <p:txBody>
          <a:bodyPr/>
          <a:lstStyle/>
          <a:p>
            <a:r>
              <a:rPr lang="en-GB" dirty="0"/>
              <a:t>ID badges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DE3CC5-21F0-2728-BA29-170AD1BCD6C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67329" y="405397"/>
            <a:ext cx="7912920" cy="6257569"/>
          </a:xfrm>
        </p:spPr>
        <p:txBody>
          <a:bodyPr vert="horz" lIns="0" tIns="0" rIns="0" bIns="0" rtlCol="0" anchor="t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600" b="0" dirty="0">
                <a:latin typeface="+mj-lt"/>
                <a:ea typeface="Georgia"/>
                <a:cs typeface="Georgia"/>
                <a:sym typeface="Georgia"/>
              </a:rPr>
              <a:t>ID badge request: </a:t>
            </a:r>
            <a:r>
              <a:rPr lang="en-US" sz="1600" dirty="0">
                <a:latin typeface="+mj-lt"/>
                <a:ea typeface="Georgia"/>
                <a:cs typeface="Georgia"/>
                <a:sym typeface="Georgia"/>
              </a:rPr>
              <a:t>Reception</a:t>
            </a:r>
            <a:endParaRPr lang="en-US" sz="1600" dirty="0">
              <a:latin typeface="+mj-lt"/>
              <a:sym typeface="Georgia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b="0" dirty="0">
              <a:latin typeface="+mj-lt"/>
              <a:ea typeface="Georgia"/>
              <a:cs typeface="Georgia"/>
              <a:sym typeface="Georgia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600" b="0" dirty="0">
                <a:latin typeface="+mj-lt"/>
                <a:ea typeface="Georgia"/>
                <a:cs typeface="Georgia"/>
                <a:sym typeface="Georgia"/>
              </a:rPr>
              <a:t>While waiting for your personal PwC pass card, you can get a one-day guest card provided by PwC Reception. Don’t forget to return after work.</a:t>
            </a:r>
            <a:endParaRPr lang="en-US" sz="1600" b="0" dirty="0">
              <a:latin typeface="+mj-lt"/>
              <a:sym typeface="Georgia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b="0" dirty="0">
              <a:latin typeface="+mj-lt"/>
              <a:ea typeface="Georgia"/>
              <a:cs typeface="Georgia"/>
              <a:sym typeface="Georgia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600" b="0" dirty="0">
                <a:latin typeface="+mj-lt"/>
                <a:sym typeface="Georgia"/>
              </a:rPr>
              <a:t>Use your personal PwC pass card to entry to the building and office. 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600" b="0" dirty="0">
                <a:latin typeface="+mj-lt"/>
                <a:sym typeface="Georgia"/>
              </a:rPr>
              <a:t>It is prohibited to hand over the personal key access pass to ANY person.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b="0" u="sng" dirty="0">
              <a:latin typeface="+mj-lt"/>
              <a:ea typeface="Georgia"/>
              <a:cs typeface="Georgia"/>
              <a:sym typeface="Georgia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600" u="sng" dirty="0">
                <a:solidFill>
                  <a:schemeClr val="accent1"/>
                </a:solidFill>
                <a:latin typeface="+mj-lt"/>
                <a:ea typeface="Georgia"/>
                <a:cs typeface="Georgia"/>
                <a:sym typeface="Georgia"/>
              </a:rPr>
              <a:t>ONLY YOU bring responsibility for your ID badge!</a:t>
            </a:r>
            <a:endParaRPr lang="en-US" sz="1600" dirty="0">
              <a:solidFill>
                <a:schemeClr val="accent1"/>
              </a:solidFill>
              <a:latin typeface="+mj-lt"/>
            </a:endParaRPr>
          </a:p>
          <a:p>
            <a:pPr marL="457200" lvl="0" indent="-22860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b="0" u="sng" dirty="0">
              <a:latin typeface="+mj-lt"/>
              <a:ea typeface="Georgia"/>
              <a:cs typeface="Georgia"/>
              <a:sym typeface="Georgia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600" b="0" dirty="0">
                <a:latin typeface="+mj-lt"/>
                <a:ea typeface="Georgia"/>
                <a:cs typeface="Georgia"/>
                <a:sym typeface="Georgia"/>
              </a:rPr>
              <a:t>In case of </a:t>
            </a:r>
            <a:r>
              <a:rPr lang="en-US" sz="1600" b="0">
                <a:latin typeface="+mj-lt"/>
                <a:ea typeface="Georgia"/>
                <a:cs typeface="Georgia"/>
                <a:sym typeface="Georgia"/>
              </a:rPr>
              <a:t>lost PwC pass card </a:t>
            </a:r>
            <a:r>
              <a:rPr lang="en-US" sz="1600" b="0" dirty="0">
                <a:latin typeface="+mj-lt"/>
                <a:ea typeface="Georgia"/>
                <a:cs typeface="Georgia"/>
                <a:sym typeface="Georgia"/>
              </a:rPr>
              <a:t>please inform IT Specialists or Admins to block  them immediately! 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b="0" dirty="0">
              <a:latin typeface="+mj-lt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600" u="sng" dirty="0">
                <a:solidFill>
                  <a:schemeClr val="accent1"/>
                </a:solidFill>
                <a:latin typeface="+mj-lt"/>
                <a:ea typeface="Georgia"/>
                <a:cs typeface="Georgia"/>
                <a:sym typeface="Georgia"/>
              </a:rPr>
              <a:t>Create a request in ServiceNow.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600" u="sng" dirty="0">
                <a:solidFill>
                  <a:schemeClr val="accent1"/>
                </a:solidFill>
                <a:latin typeface="+mj-lt"/>
                <a:sym typeface="Georgia"/>
              </a:rPr>
              <a:t>Penalty KZT 2 900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i="1" u="sng" dirty="0">
              <a:solidFill>
                <a:schemeClr val="accent1"/>
              </a:solidFill>
              <a:latin typeface="+mj-lt"/>
              <a:ea typeface="Georgia"/>
              <a:cs typeface="Georgia"/>
              <a:sym typeface="Georgia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i="1" u="sng" dirty="0">
              <a:solidFill>
                <a:schemeClr val="accent1"/>
              </a:solidFill>
              <a:latin typeface="+mj-lt"/>
              <a:ea typeface="Georgia"/>
              <a:cs typeface="Georgia"/>
              <a:sym typeface="Georgia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i="1" u="sng" dirty="0">
              <a:solidFill>
                <a:schemeClr val="accent1"/>
              </a:solidFill>
              <a:latin typeface="+mj-lt"/>
              <a:ea typeface="Georgia"/>
              <a:cs typeface="Georgia"/>
              <a:sym typeface="Georgia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6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Expecting a visitor?</a:t>
            </a:r>
            <a:endParaRPr lang="en-US" sz="1600" i="1" dirty="0">
              <a:sym typeface="Georgia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b="0" i="1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600" b="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Inform PwC Reception and Admins at least 1 day in advance writing visitor’s name/company/arrival time. </a:t>
            </a:r>
            <a:endParaRPr lang="en-US" sz="1600" b="0" dirty="0">
              <a:sym typeface="Georgia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b="0" dirty="0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600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Access to working areas and Canteen for visitors is prohibited.</a:t>
            </a:r>
            <a:endParaRPr lang="en-US" sz="1600" dirty="0"/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u="sng" dirty="0">
              <a:solidFill>
                <a:schemeClr val="accent1"/>
              </a:solidFill>
              <a:latin typeface="+mj-lt"/>
              <a:sym typeface="Georgia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dirty="0">
              <a:solidFill>
                <a:schemeClr val="accent1"/>
              </a:solidFill>
              <a:latin typeface="+mj-lt"/>
            </a:endParaRPr>
          </a:p>
          <a:p>
            <a:pPr marL="457200" lvl="0" indent="-228600">
              <a:spcBef>
                <a:spcPts val="0"/>
              </a:spcBef>
              <a:spcAft>
                <a:spcPts val="0"/>
              </a:spcAft>
              <a:buSzPts val="1800"/>
            </a:pPr>
            <a:endParaRPr lang="en-US" i="1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228600">
              <a:spcBef>
                <a:spcPts val="0"/>
              </a:spcBef>
              <a:spcAft>
                <a:spcPts val="0"/>
              </a:spcAft>
              <a:buSzPts val="1800"/>
            </a:pPr>
            <a:endParaRPr lang="en-US" i="1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lvl="1"/>
            <a:endParaRPr lang="en-GB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FB886C-A082-7436-228A-174381FDF8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443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DDB9406-FEE1-ECCA-34F6-F69D790F3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640" y="-1374652"/>
            <a:ext cx="6601818" cy="2593275"/>
          </a:xfrm>
        </p:spPr>
        <p:txBody>
          <a:bodyPr/>
          <a:lstStyle/>
          <a:p>
            <a:r>
              <a:rPr lang="en-GB" dirty="0"/>
              <a:t>Security measures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D5E4D-FE7C-79AB-B599-B6D9EDD5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B07277-EA27-0935-32B0-F6D74F3A1E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640" y="1765516"/>
            <a:ext cx="9598570" cy="2952788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</a:pPr>
            <a:r>
              <a:rPr lang="en-US" sz="1600" dirty="0">
                <a:latin typeface="Georgia"/>
                <a:ea typeface="Georgia"/>
                <a:cs typeface="Georgia"/>
                <a:sym typeface="Georgia"/>
              </a:rPr>
              <a:t>Please be very vigilant of your belongings!</a:t>
            </a:r>
            <a:endParaRPr lang="en-US" dirty="0"/>
          </a:p>
          <a:p>
            <a:pPr marL="342900" lvl="0" indent="-342900" algn="just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1600" b="0" dirty="0">
                <a:latin typeface="Georgia"/>
                <a:ea typeface="Georgia"/>
                <a:cs typeface="Georgia"/>
                <a:sym typeface="Georgia"/>
              </a:rPr>
              <a:t>Keep ALL your personal belongings locked, NEVER leave them unattended</a:t>
            </a:r>
            <a:endParaRPr lang="en-US" dirty="0"/>
          </a:p>
          <a:p>
            <a:pPr marL="342900" lvl="0" indent="-342900" algn="just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1600" b="0" dirty="0">
                <a:latin typeface="Georgia"/>
                <a:ea typeface="Georgia"/>
                <a:cs typeface="Georgia"/>
                <a:sym typeface="Georgia"/>
              </a:rPr>
              <a:t>Taking a laptop with you NEVER leave it unattended anywhere including your or provided driver's car</a:t>
            </a:r>
            <a:endParaRPr lang="en-US" dirty="0"/>
          </a:p>
          <a:p>
            <a:pPr lvl="0" algn="just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</a:pPr>
            <a:endParaRPr lang="en-US" sz="1600" b="0" dirty="0">
              <a:latin typeface="Georgia"/>
              <a:ea typeface="Georgia"/>
              <a:cs typeface="Georgia"/>
              <a:sym typeface="Georgia"/>
            </a:endParaRPr>
          </a:p>
          <a:p>
            <a:pPr lvl="0" algn="just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</a:pPr>
            <a:r>
              <a:rPr lang="en-US" sz="1600" b="0" dirty="0">
                <a:latin typeface="Georgia"/>
                <a:ea typeface="Georgia"/>
                <a:cs typeface="Georgia"/>
                <a:sym typeface="Georgia"/>
              </a:rPr>
              <a:t>When a theft occurs:</a:t>
            </a:r>
            <a:endParaRPr lang="en-US" dirty="0"/>
          </a:p>
          <a:p>
            <a:pPr marL="342900" lvl="0" indent="-342900" algn="just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1600" b="0" dirty="0">
                <a:latin typeface="Georgia"/>
                <a:ea typeface="Georgia"/>
                <a:cs typeface="Georgia"/>
                <a:sym typeface="Georgia"/>
              </a:rPr>
              <a:t>during office hours-&gt; call Admin office first</a:t>
            </a:r>
            <a:endParaRPr lang="en-US" dirty="0"/>
          </a:p>
          <a:p>
            <a:pPr marL="342900" lvl="0" indent="-342900" algn="just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1600" b="0" dirty="0">
                <a:latin typeface="Georgia"/>
                <a:ea typeface="Georgia"/>
                <a:cs typeface="Georgia"/>
                <a:sym typeface="Georgia"/>
              </a:rPr>
              <a:t>Out of office hours –&gt; call police as soon as possible and receive a proper police report</a:t>
            </a:r>
            <a:endParaRPr lang="en-US" dirty="0"/>
          </a:p>
          <a:p>
            <a:pPr lvl="0" algn="just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</a:pPr>
            <a:endParaRPr lang="en-US" sz="1600" b="0" dirty="0">
              <a:latin typeface="Georgia"/>
              <a:ea typeface="Georgia"/>
              <a:cs typeface="Georgia"/>
              <a:sym typeface="Georgia"/>
            </a:endParaRPr>
          </a:p>
          <a:p>
            <a:pPr lvl="0" algn="just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</a:pPr>
            <a:r>
              <a:rPr lang="en-US" sz="1600" dirty="0">
                <a:latin typeface="Georgia"/>
                <a:ea typeface="Georgia"/>
                <a:cs typeface="Georgia"/>
                <a:sym typeface="Georgia"/>
              </a:rPr>
              <a:t>Report any incident IMMEDIATELY to IT, HC and Admin so we can take appropriate action.</a:t>
            </a:r>
          </a:p>
        </p:txBody>
      </p:sp>
    </p:spTree>
    <p:extLst>
      <p:ext uri="{BB962C8B-B14F-4D97-AF65-F5344CB8AC3E}">
        <p14:creationId xmlns:p14="http://schemas.microsoft.com/office/powerpoint/2010/main" val="3368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3E09CD3-0F83-1996-E990-51D56EDBE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452" y="-1189101"/>
            <a:ext cx="6601818" cy="2593275"/>
          </a:xfrm>
        </p:spPr>
        <p:txBody>
          <a:bodyPr/>
          <a:lstStyle/>
          <a:p>
            <a:r>
              <a:rPr lang="en-GB" dirty="0"/>
              <a:t>Business cards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D5E4D-FE7C-79AB-B599-B6D9EDD5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C76AA6D-9CA5-8E7A-AA5F-75323518D60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6094" y="2063015"/>
            <a:ext cx="7888642" cy="2783305"/>
          </a:xfrm>
        </p:spPr>
        <p:txBody>
          <a:bodyPr/>
          <a:lstStyle/>
          <a:p>
            <a:pPr marL="457200" lvl="0" indent="-3683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1600" b="0" dirty="0"/>
              <a:t>All business cards orders are placed once a month and all requests are to be submitted to Reception by the 20th day of the month</a:t>
            </a:r>
          </a:p>
          <a:p>
            <a:pPr marL="457200" lvl="0" indent="-3683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1600" b="0" dirty="0"/>
              <a:t>Please fill in the BC order form at </a:t>
            </a:r>
            <a:r>
              <a:rPr lang="en-GB" sz="1600" b="0" u="sng" dirty="0">
                <a:solidFill>
                  <a:srgbClr val="0000FF"/>
                </a:solidFill>
              </a:rPr>
              <a:t>SharePoint (KZ Marketing) </a:t>
            </a:r>
            <a:r>
              <a:rPr lang="en-US" sz="1600" b="0" dirty="0"/>
              <a:t>and send it to Reception</a:t>
            </a:r>
          </a:p>
          <a:p>
            <a:pPr marL="457200" lvl="0" indent="-3683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1600" b="0" dirty="0"/>
              <a:t>Business cards will be ready in 5 working days after the order placement  </a:t>
            </a:r>
          </a:p>
          <a:p>
            <a:pPr marL="457200" lvl="0" indent="-3683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1600" b="0" dirty="0"/>
              <a:t>Please provide charge code and make sure that all details for business card are correct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7838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7899584-5A01-CC2A-D71F-403E6A406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504" y="768096"/>
            <a:ext cx="6601818" cy="846519"/>
          </a:xfrm>
        </p:spPr>
        <p:txBody>
          <a:bodyPr/>
          <a:lstStyle/>
          <a:p>
            <a:r>
              <a:rPr lang="en-GB" dirty="0"/>
              <a:t>Office supplies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D5E4D-FE7C-79AB-B599-B6D9EDD5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8A9F8CC-A275-04A1-93FF-7169C46DA0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9246" y="2053871"/>
            <a:ext cx="7632610" cy="2325687"/>
          </a:xfrm>
        </p:spPr>
        <p:txBody>
          <a:bodyPr/>
          <a:lstStyle/>
          <a:p>
            <a: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1600" b="0" dirty="0"/>
              <a:t>Standard daily stock is available in Printing Rooms (pens, pencils, files, etc.)</a:t>
            </a:r>
            <a:endParaRPr lang="en-US" sz="1600" dirty="0"/>
          </a:p>
          <a:p>
            <a: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1600" b="0" dirty="0"/>
              <a:t>Special/ large procurement order will be processed in 7 working after it’s placement</a:t>
            </a:r>
          </a:p>
          <a:p>
            <a: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1600" b="0" dirty="0"/>
              <a:t>All </a:t>
            </a:r>
            <a:r>
              <a:rPr lang="en-US" sz="1600" b="0" dirty="0">
                <a:solidFill>
                  <a:srgbClr val="FF0000"/>
                </a:solidFill>
              </a:rPr>
              <a:t>URGENT</a:t>
            </a:r>
            <a:r>
              <a:rPr lang="en-US" sz="1600" b="0" dirty="0"/>
              <a:t> orders are the subject to Partner’s Approval</a:t>
            </a:r>
          </a:p>
          <a:p>
            <a:pPr marL="76200"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</a:pPr>
            <a:endParaRPr lang="en-US" sz="1400" b="0" dirty="0">
              <a:latin typeface="Georgia"/>
              <a:ea typeface="Georgia"/>
              <a:cs typeface="Georgia"/>
              <a:sym typeface="Georgia"/>
            </a:endParaRP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7611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D19B5-10C3-F7BA-0684-0B783B6CB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8" y="4603154"/>
            <a:ext cx="4680652" cy="1298448"/>
          </a:xfrm>
        </p:spPr>
        <p:txBody>
          <a:bodyPr/>
          <a:lstStyle/>
          <a:p>
            <a:r>
              <a:rPr lang="en-GB" dirty="0"/>
              <a:t>Office maintenance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5D399-8BE1-7987-BB9E-23047A426BC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86350" y="405398"/>
            <a:ext cx="6715125" cy="3597975"/>
          </a:xfrm>
        </p:spPr>
        <p:txBody>
          <a:bodyPr vert="horz" lIns="0" tIns="0" rIns="0" bIns="0" rtlCol="0" anchor="t">
            <a:noAutofit/>
          </a:bodyPr>
          <a:lstStyle/>
          <a:p>
            <a: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1800" b="0" dirty="0"/>
              <a:t>Spotted bulb went off?</a:t>
            </a:r>
          </a:p>
          <a:p>
            <a: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1800" b="0" dirty="0"/>
              <a:t>Anything broken?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endParaRPr lang="en-US" sz="1800" b="0" dirty="0"/>
          </a:p>
          <a:p>
            <a: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b="0" dirty="0"/>
              <a:t>Please let Admin/Reception know so we put things in order immediately or soonest possible</a:t>
            </a:r>
            <a:endParaRPr lang="en-US" sz="1800" dirty="0"/>
          </a:p>
          <a:p>
            <a: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endParaRPr lang="en-US" sz="1800" b="0" dirty="0"/>
          </a:p>
          <a:p>
            <a: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1800" b="0" dirty="0"/>
              <a:t>Office temperature is set to the lowest temperature</a:t>
            </a:r>
            <a:endParaRPr lang="en-US" sz="1800" dirty="0"/>
          </a:p>
          <a:p>
            <a: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b="0" dirty="0">
                <a:solidFill>
                  <a:schemeClr val="accent3"/>
                </a:solidFill>
              </a:rPr>
              <a:t>Please take the warm clothes if you do not like cold</a:t>
            </a:r>
            <a:r>
              <a:rPr lang="en-US" sz="1800" b="0" dirty="0"/>
              <a:t> </a:t>
            </a:r>
            <a:endParaRPr lang="en-US" sz="1800" dirty="0"/>
          </a:p>
          <a:p>
            <a: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endParaRPr lang="en-US" sz="1800" b="0" dirty="0"/>
          </a:p>
          <a:p>
            <a: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b="0" dirty="0"/>
              <a:t>Admin thanks you in advance for assisting us to maintain the office in proper condition!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D1BFC5-01E0-01E2-1D5C-23592D762F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397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234F08A-E146-E7EB-9C0E-9BEC19EA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784" y="50011"/>
            <a:ext cx="7735928" cy="992823"/>
          </a:xfrm>
        </p:spPr>
        <p:txBody>
          <a:bodyPr/>
          <a:lstStyle/>
          <a:p>
            <a:r>
              <a:rPr lang="en-GB" dirty="0"/>
              <a:t>Internal Post and Deliveries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D5E4D-FE7C-79AB-B599-B6D9EDD5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20521A-78E0-7948-7F43-7B684E92F4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6784" y="1669823"/>
            <a:ext cx="9333394" cy="4429225"/>
          </a:xfrm>
        </p:spPr>
        <p:txBody>
          <a:bodyPr/>
          <a:lstStyle/>
          <a:p>
            <a: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1600" b="0" dirty="0"/>
              <a:t>Regular posting between PwC offices:  Almaty, Astana and Atyrau is every Thursday by 15-00</a:t>
            </a:r>
          </a:p>
          <a:p>
            <a:pPr marL="457200" lvl="0" indent="-374650"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en-US" sz="1600" b="0" dirty="0"/>
              <a:t>Posting to the Clients and Suppliers and urgent PwC is daily by 16-00</a:t>
            </a:r>
            <a:endParaRPr lang="en-US" dirty="0"/>
          </a:p>
          <a:p>
            <a:pPr marL="457200" lvl="0" indent="-374650"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endParaRPr lang="en-US" sz="1600" b="0" dirty="0"/>
          </a:p>
          <a:p>
            <a:pPr marL="457200" lvl="0" indent="-374650" algn="just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1600" b="0" dirty="0"/>
              <a:t>Documents in the closed envelope should be provided and registered at Reception by 16:00. Reception team will arrange a dispatch.</a:t>
            </a:r>
          </a:p>
          <a:p>
            <a:pPr marL="457200" lvl="0" algn="just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b="0" dirty="0"/>
          </a:p>
          <a:p>
            <a:pPr marL="457200" lvl="0" indent="-374650" algn="just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1600" b="0" dirty="0"/>
              <a:t>Post Delivery Request shall be created in </a:t>
            </a:r>
            <a:r>
              <a:rPr lang="en-US" sz="1600" b="0" dirty="0">
                <a:solidFill>
                  <a:schemeClr val="hlink"/>
                </a:solidFill>
                <a:uFill>
                  <a:noFill/>
                </a:uFill>
                <a:hlinkClick r:id="rId3"/>
              </a:rPr>
              <a:t>ServiceNow</a:t>
            </a:r>
            <a:r>
              <a:rPr lang="en-US" sz="1600" b="0" dirty="0"/>
              <a:t>.</a:t>
            </a:r>
          </a:p>
          <a:p>
            <a:pPr marL="457200" lvl="0" algn="just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b="0" dirty="0"/>
          </a:p>
          <a:p>
            <a:pPr marL="457200" lvl="0" indent="-374650" algn="just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1600" b="0" dirty="0"/>
              <a:t>The envelope shall be sealed with indication of Addressee name and company, telephone # and Addresser name.</a:t>
            </a:r>
          </a:p>
          <a:p>
            <a:pPr marL="457200" lvl="0" indent="-374650" algn="just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endParaRPr lang="en-US" sz="1600" b="0" dirty="0"/>
          </a:p>
          <a:p>
            <a:pPr marL="457200" lvl="0" indent="-374650" algn="just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1600" b="0" dirty="0"/>
              <a:t>Delivery within Astana city is arranged ONLY by drivers</a:t>
            </a:r>
          </a:p>
          <a:p>
            <a:pPr marL="457200" lvl="0" indent="-374650" algn="just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endParaRPr lang="en-US" sz="1600" b="0" dirty="0"/>
          </a:p>
          <a:p>
            <a:pPr marL="457200" lvl="0" indent="-374650" algn="just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1600" b="0" dirty="0"/>
              <a:t>International and other deliveries are arranged by DHL</a:t>
            </a:r>
          </a:p>
          <a:p>
            <a:pPr marL="457200" lvl="0" indent="-374650" algn="just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endParaRPr lang="en-US" sz="1600" b="0" dirty="0"/>
          </a:p>
          <a:p>
            <a:pPr marL="457200" lvl="0" indent="-374650" algn="just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1600" b="0" dirty="0"/>
              <a:t>Delivery to Russia and Belarus are arranged by Asia Sky Express</a:t>
            </a:r>
          </a:p>
        </p:txBody>
      </p:sp>
    </p:spTree>
    <p:extLst>
      <p:ext uri="{BB962C8B-B14F-4D97-AF65-F5344CB8AC3E}">
        <p14:creationId xmlns:p14="http://schemas.microsoft.com/office/powerpoint/2010/main" val="2896275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00784-0A46-8B5A-E4FF-0AF79B570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635E1A4-B226-B5BF-C97B-9227FA4C4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372686"/>
            <a:ext cx="6601818" cy="1340295"/>
          </a:xfrm>
        </p:spPr>
        <p:txBody>
          <a:bodyPr/>
          <a:lstStyle/>
          <a:p>
            <a:r>
              <a:rPr lang="en-GB" dirty="0"/>
              <a:t>Working desk hoteling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80E6B-B5F3-9A88-4822-855E232C7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06996E9-933D-14E4-C214-C741CCA2B2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868" y="2099591"/>
            <a:ext cx="6604000" cy="2819881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</a:pPr>
            <a:r>
              <a:rPr lang="en-US" sz="1600" b="0" dirty="0">
                <a:latin typeface="+mj-lt"/>
              </a:rPr>
              <a:t>All Staff does not have fixed desks, except Partners</a:t>
            </a:r>
            <a:endParaRPr lang="en-US" sz="1600" dirty="0">
              <a:latin typeface="+mj-lt"/>
            </a:endParaRPr>
          </a:p>
          <a:p>
            <a:pPr marL="342900" lvl="0" indent="-34290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</a:pPr>
            <a:r>
              <a:rPr lang="en-US" sz="1600" b="0" dirty="0">
                <a:latin typeface="+mj-lt"/>
              </a:rPr>
              <a:t>Please use </a:t>
            </a:r>
            <a:r>
              <a:rPr lang="en-US" sz="1600" b="0" u="sng" dirty="0" err="1">
                <a:solidFill>
                  <a:srgbClr val="0000FF"/>
                </a:solidFill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Mapiq</a:t>
            </a:r>
            <a:r>
              <a:rPr lang="en-US" sz="1600" b="0" u="sng" dirty="0">
                <a:solidFill>
                  <a:srgbClr val="0000FF"/>
                </a:solidFill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Booking system</a:t>
            </a:r>
            <a:r>
              <a:rPr lang="en-US" sz="1600" b="0" dirty="0">
                <a:solidFill>
                  <a:srgbClr val="0000FF"/>
                </a:solidFill>
                <a:latin typeface="+mj-lt"/>
              </a:rPr>
              <a:t> </a:t>
            </a:r>
          </a:p>
          <a:p>
            <a:pPr marL="342900" lvl="0" indent="-34290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</a:pPr>
            <a:r>
              <a:rPr lang="en-US" sz="1600" b="0" dirty="0">
                <a:latin typeface="+mj-lt"/>
              </a:rPr>
              <a:t>Follow the “Clean Desk” Policy</a:t>
            </a:r>
          </a:p>
          <a:p>
            <a:pPr marL="342900" lvl="0" indent="-34290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</a:pPr>
            <a:r>
              <a:rPr lang="en-US" sz="1600" b="0" dirty="0">
                <a:ea typeface="Arial"/>
                <a:cs typeface="Arial"/>
                <a:sym typeface="Arial"/>
              </a:rPr>
              <a:t>7 shifts each week</a:t>
            </a:r>
          </a:p>
          <a:p>
            <a:pPr marL="342900" lvl="0" indent="-34290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</a:pPr>
            <a:r>
              <a:rPr lang="en-US" sz="1600" b="0" dirty="0">
                <a:ea typeface="Arial"/>
                <a:cs typeface="Arial"/>
                <a:sym typeface="Arial"/>
              </a:rPr>
              <a:t>You can plan 3 days in advance</a:t>
            </a:r>
          </a:p>
          <a:p>
            <a:pPr marL="342900" lvl="0" indent="-34290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</a:pPr>
            <a:r>
              <a:rPr lang="en-US" sz="1600" b="0" dirty="0">
                <a:ea typeface="Arial"/>
                <a:cs typeface="Arial"/>
                <a:sym typeface="Arial"/>
              </a:rPr>
              <a:t>Any day of the week</a:t>
            </a:r>
            <a:endParaRPr lang="en-US" sz="1050" b="0" dirty="0">
              <a:ea typeface="Arial"/>
              <a:cs typeface="Arial"/>
              <a:sym typeface="Arial"/>
            </a:endParaRPr>
          </a:p>
          <a:p>
            <a:pPr marL="342900" lvl="0" indent="-34290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</a:pPr>
            <a:r>
              <a:rPr lang="en-US" sz="1600" b="0" dirty="0">
                <a:ea typeface="Arial"/>
                <a:cs typeface="Arial"/>
                <a:sym typeface="Arial"/>
              </a:rPr>
              <a:t>Cancel booking if you are not in the office</a:t>
            </a:r>
          </a:p>
          <a:p>
            <a:pPr marL="342900" lvl="0" indent="-34290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</a:pPr>
            <a:endParaRPr lang="en-US" sz="1600" b="0" dirty="0">
              <a:solidFill>
                <a:schemeClr val="dk1"/>
              </a:solidFill>
              <a:latin typeface="+mj-lt"/>
            </a:endParaRP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7138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D1BFC5-01E0-01E2-1D5C-23592D762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5D399-8BE1-7987-BB9E-23047A426BC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1638" y="1948448"/>
            <a:ext cx="6730681" cy="3035032"/>
          </a:xfrm>
        </p:spPr>
        <p:txBody>
          <a:bodyPr/>
          <a:lstStyle/>
          <a:p>
            <a: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</a:pPr>
            <a:r>
              <a:rPr lang="en-US" sz="1600" b="0" dirty="0">
                <a:latin typeface="+mj-lt"/>
              </a:rPr>
              <a:t>Deposit </a:t>
            </a:r>
            <a:r>
              <a:rPr lang="en-US" sz="1600" dirty="0">
                <a:latin typeface="+mj-lt"/>
              </a:rPr>
              <a:t>confidential </a:t>
            </a:r>
            <a:r>
              <a:rPr lang="en-US" sz="1600" b="0" dirty="0">
                <a:latin typeface="+mj-lt"/>
              </a:rPr>
              <a:t>documentation into the large grey boxes (Shredder Bins) located around the office</a:t>
            </a:r>
          </a:p>
          <a:p>
            <a: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</a:pPr>
            <a:endParaRPr lang="en-US" sz="1600" b="0" i="1" dirty="0">
              <a:latin typeface="+mj-lt"/>
            </a:endParaRPr>
          </a:p>
          <a:p>
            <a: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1600" b="0" i="1" dirty="0">
                <a:latin typeface="+mj-lt"/>
              </a:rPr>
              <a:t>The Firm pays money for each kilo of shredding paper</a:t>
            </a:r>
          </a:p>
          <a:p>
            <a: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</a:pPr>
            <a:endParaRPr lang="en-US" sz="1600" b="0" dirty="0">
              <a:latin typeface="+mj-lt"/>
            </a:endParaRPr>
          </a:p>
          <a:p>
            <a: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1600" b="0" dirty="0">
                <a:latin typeface="+mj-lt"/>
              </a:rPr>
              <a:t>Make sure there are No paper clips (</a:t>
            </a:r>
            <a:r>
              <a:rPr lang="en-US" sz="1600" b="0" dirty="0" err="1">
                <a:latin typeface="+mj-lt"/>
              </a:rPr>
              <a:t>скрепки</a:t>
            </a:r>
            <a:r>
              <a:rPr lang="en-US" sz="1600" b="0" dirty="0">
                <a:latin typeface="+mj-lt"/>
              </a:rPr>
              <a:t>) or plastic covers </a:t>
            </a:r>
          </a:p>
          <a:p>
            <a: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</a:pPr>
            <a:endParaRPr lang="en-US" sz="1600" b="0" dirty="0">
              <a:latin typeface="+mj-lt"/>
            </a:endParaRPr>
          </a:p>
          <a:p>
            <a: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1600" b="0" dirty="0">
                <a:latin typeface="+mj-lt"/>
              </a:rPr>
              <a:t>DO Not deposit any magazines or brochures into the Confidential Bins</a:t>
            </a:r>
            <a:endParaRPr lang="en-GB" sz="1600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D19B5-10C3-F7BA-0684-0B783B6CB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/>
              <a:t>Shredding/Shredder bin</a:t>
            </a:r>
          </a:p>
        </p:txBody>
      </p:sp>
      <p:pic>
        <p:nvPicPr>
          <p:cNvPr id="9" name="Google Shape;554;p18">
            <a:extLst>
              <a:ext uri="{FF2B5EF4-FFF2-40B4-BE49-F238E27FC236}">
                <a16:creationId xmlns:a16="http://schemas.microsoft.com/office/drawing/2014/main" id="{413DA617-7B23-E322-6B9C-83A77582E6B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99257" y="1545676"/>
            <a:ext cx="3179745" cy="42422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1098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A01A3-CC47-6687-044D-6CE913B9B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2295BFD-CC3C-594C-C42A-DB91D1083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08" y="-1380996"/>
            <a:ext cx="6601818" cy="2593275"/>
          </a:xfrm>
        </p:spPr>
        <p:txBody>
          <a:bodyPr/>
          <a:lstStyle/>
          <a:p>
            <a:r>
              <a:rPr lang="en-GB" dirty="0"/>
              <a:t>Printings and papers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394D3-37B3-58E4-FA95-94A7CC9B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2C0897-786D-E659-C9C2-DB5F4D282E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8390" y="1989863"/>
            <a:ext cx="6604000" cy="2325687"/>
          </a:xfrm>
        </p:spPr>
        <p:txBody>
          <a:bodyPr/>
          <a:lstStyle/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1600" b="0" dirty="0">
                <a:solidFill>
                  <a:schemeClr val="accent1"/>
                </a:solidFill>
                <a:ea typeface="Arial"/>
                <a:cs typeface="Arial"/>
                <a:sym typeface="Arial"/>
              </a:rPr>
              <a:t>Try to avoid printing of hard copies wherever possible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1600" b="0" dirty="0">
                <a:solidFill>
                  <a:schemeClr val="accent1"/>
                </a:solidFill>
                <a:ea typeface="Arial"/>
                <a:cs typeface="Arial"/>
                <a:sym typeface="Arial"/>
              </a:rPr>
              <a:t>Black/ white printing is set-up by default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1600" b="0" dirty="0" err="1">
                <a:solidFill>
                  <a:schemeClr val="accent1"/>
                </a:solidFill>
                <a:ea typeface="Arial"/>
                <a:cs typeface="Arial"/>
                <a:sym typeface="Arial"/>
              </a:rPr>
              <a:t>Colour</a:t>
            </a:r>
            <a:r>
              <a:rPr lang="en-US" sz="1600" b="0" dirty="0">
                <a:solidFill>
                  <a:schemeClr val="accent1"/>
                </a:solidFill>
                <a:ea typeface="Arial"/>
                <a:cs typeface="Arial"/>
                <a:sym typeface="Arial"/>
              </a:rPr>
              <a:t> Printing is for </a:t>
            </a:r>
            <a:r>
              <a:rPr lang="en-US" sz="1600" b="0" dirty="0">
                <a:solidFill>
                  <a:srgbClr val="0000FF"/>
                </a:solidFill>
                <a:ea typeface="Arial"/>
                <a:cs typeface="Arial"/>
                <a:sym typeface="Arial"/>
              </a:rPr>
              <a:t>Client reports</a:t>
            </a:r>
            <a:r>
              <a:rPr lang="en-US" sz="1600" b="0" dirty="0">
                <a:solidFill>
                  <a:schemeClr val="accent1"/>
                </a:solidFill>
                <a:ea typeface="Arial"/>
                <a:cs typeface="Arial"/>
                <a:sym typeface="Arial"/>
              </a:rPr>
              <a:t> only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1600" b="0" dirty="0">
                <a:solidFill>
                  <a:schemeClr val="accent1"/>
                </a:solidFill>
                <a:ea typeface="Arial"/>
                <a:cs typeface="Arial"/>
                <a:sym typeface="Arial"/>
              </a:rPr>
              <a:t>Do NOT use Binding machine paper for printing!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ea typeface="Arial"/>
                <a:cs typeface="Arial"/>
                <a:sym typeface="Arial"/>
              </a:rPr>
              <a:t>Read Instructions</a:t>
            </a:r>
            <a:r>
              <a:rPr lang="en-US" sz="1600" b="0" dirty="0">
                <a:solidFill>
                  <a:schemeClr val="accent1"/>
                </a:solidFill>
                <a:ea typeface="Arial"/>
                <a:cs typeface="Arial"/>
                <a:sym typeface="Arial"/>
              </a:rPr>
              <a:t> before using the Binding machine</a:t>
            </a:r>
            <a:endParaRPr lang="en-US" sz="1600" b="0" dirty="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endParaRPr lang="en-GB" dirty="0"/>
          </a:p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48A97B-2667-28AA-2F0F-5C3597A00B7B}"/>
              </a:ext>
            </a:extLst>
          </p:cNvPr>
          <p:cNvSpPr txBox="1"/>
          <p:nvPr/>
        </p:nvSpPr>
        <p:spPr>
          <a:xfrm>
            <a:off x="5192785" y="109056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600">
              <a:latin typeface="+mj-lt"/>
            </a:endParaRPr>
          </a:p>
        </p:txBody>
      </p:sp>
      <p:pic>
        <p:nvPicPr>
          <p:cNvPr id="10" name="Google Shape;574;p20">
            <a:extLst>
              <a:ext uri="{FF2B5EF4-FFF2-40B4-BE49-F238E27FC236}">
                <a16:creationId xmlns:a16="http://schemas.microsoft.com/office/drawing/2014/main" id="{B84F2B4F-9C95-C91D-C09D-6CD7A30DFA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16358" y="1195841"/>
            <a:ext cx="3426420" cy="44663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4627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0C852-E3D5-3514-20A7-407635788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6C0A5DF-548F-E1A1-568F-882816BE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60" y="-1582164"/>
            <a:ext cx="6601818" cy="2593275"/>
          </a:xfrm>
        </p:spPr>
        <p:txBody>
          <a:bodyPr/>
          <a:lstStyle/>
          <a:p>
            <a:r>
              <a:rPr lang="en-GB" dirty="0"/>
              <a:t>Canteen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057E5-4AE0-A5DE-0238-2C9C2AB06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5C56F23-1D86-BF18-2952-8E26D0F1F6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3360" y="1236564"/>
            <a:ext cx="10250528" cy="5264820"/>
          </a:xfrm>
        </p:spPr>
        <p:txBody>
          <a:bodyPr/>
          <a:lstStyle/>
          <a:p>
            <a:pPr lv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</a:pPr>
            <a:r>
              <a:rPr lang="en-US" sz="1400" b="0" dirty="0">
                <a:latin typeface="+mj-lt"/>
              </a:rPr>
              <a:t>Please enjoy your breakfast, lunch and afternoon snack in the Canteen</a:t>
            </a:r>
            <a:endParaRPr lang="en-US" sz="1400" dirty="0">
              <a:latin typeface="+mj-lt"/>
            </a:endParaRPr>
          </a:p>
          <a:p>
            <a:pPr lvl="0" algn="just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</a:pPr>
            <a:r>
              <a:rPr lang="en-US" sz="1400" b="0" dirty="0">
                <a:latin typeface="+mj-lt"/>
              </a:rPr>
              <a:t>Service is available: 8.30 AM – 5.00 PM </a:t>
            </a:r>
          </a:p>
          <a:p>
            <a:pPr lvl="0" algn="just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</a:pPr>
            <a:r>
              <a:rPr lang="en-US" sz="1400" b="0" dirty="0">
                <a:latin typeface="+mj-lt"/>
              </a:rPr>
              <a:t>from Monday to Friday</a:t>
            </a:r>
          </a:p>
          <a:p>
            <a:pPr lvl="0" algn="just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000"/>
            </a:pPr>
            <a:r>
              <a:rPr lang="en-US" sz="1400" dirty="0">
                <a:latin typeface="+mj-lt"/>
              </a:rPr>
              <a:t>Ground Rules:</a:t>
            </a:r>
          </a:p>
          <a:p>
            <a:pPr marL="68580" lvl="0" indent="-68580" algn="just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en-US" sz="1400" b="0" dirty="0">
                <a:latin typeface="+mj-lt"/>
              </a:rPr>
              <a:t> First come -&gt; first sit, NO bookings</a:t>
            </a:r>
            <a:endParaRPr lang="en-US" sz="1400" dirty="0">
              <a:latin typeface="+mj-lt"/>
            </a:endParaRPr>
          </a:p>
          <a:p>
            <a:pPr marL="68580" lvl="0" indent="-6858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en-US" sz="1400" dirty="0">
                <a:latin typeface="+mj-lt"/>
              </a:rPr>
              <a:t> </a:t>
            </a:r>
            <a:r>
              <a:rPr lang="en-US" sz="1400" b="0" dirty="0">
                <a:latin typeface="+mj-lt"/>
              </a:rPr>
              <a:t>Coffee is not served from 1 PM to 2 PM during lunch time</a:t>
            </a:r>
            <a:endParaRPr lang="en-US" sz="1400" dirty="0">
              <a:latin typeface="+mj-lt"/>
            </a:endParaRPr>
          </a:p>
          <a:p>
            <a:pPr marL="68580" lvl="0" indent="-6858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en-US" sz="1400" b="0" dirty="0">
                <a:latin typeface="+mj-lt"/>
              </a:rPr>
              <a:t> Please show courtesy to our caterer and bring cups and mugs back to the PwC Club</a:t>
            </a:r>
          </a:p>
          <a:p>
            <a:pPr marL="68580" lvl="0" indent="-68580">
              <a:spcBef>
                <a:spcPts val="1200"/>
              </a:spcBef>
              <a:spcAft>
                <a:spcPts val="0"/>
              </a:spcAft>
              <a:buSzPts val="2200"/>
              <a:buChar char="•"/>
            </a:pPr>
            <a:r>
              <a:rPr lang="en-US" sz="1400" b="0" dirty="0">
                <a:latin typeface="+mj-lt"/>
              </a:rPr>
              <a:t> Use Food Trash Bins for any food garbage</a:t>
            </a:r>
          </a:p>
          <a:p>
            <a:endParaRPr lang="en-GB" sz="1400" dirty="0">
              <a:latin typeface="+mj-lt"/>
            </a:endParaRPr>
          </a:p>
          <a:p>
            <a:r>
              <a:rPr lang="en-GB" sz="1400" dirty="0">
                <a:latin typeface="+mj-lt"/>
              </a:rPr>
              <a:t>Private Events in Canteen</a:t>
            </a:r>
          </a:p>
          <a:p>
            <a:pPr>
              <a:spcAft>
                <a:spcPts val="0"/>
              </a:spcAft>
            </a:pPr>
            <a:r>
              <a:rPr lang="en-US" sz="1400" b="0" dirty="0">
                <a:latin typeface="+mj-lt"/>
              </a:rPr>
              <a:t>Private celebrations are allowed from 10 am to 11 am and from 4 pm to 5 pm</a:t>
            </a:r>
          </a:p>
          <a:p>
            <a:pPr>
              <a:spcAft>
                <a:spcPts val="0"/>
              </a:spcAft>
            </a:pPr>
            <a:r>
              <a:rPr lang="en-US" sz="1400" b="0" dirty="0">
                <a:latin typeface="+mj-lt"/>
              </a:rPr>
              <a:t>The organizer is responsible to arrange cleaning of the tables</a:t>
            </a:r>
          </a:p>
          <a:p>
            <a:pPr>
              <a:spcAft>
                <a:spcPts val="0"/>
              </a:spcAft>
            </a:pPr>
            <a:r>
              <a:rPr lang="en-US" sz="1400" b="0" dirty="0">
                <a:latin typeface="+mj-lt"/>
              </a:rPr>
              <a:t>Take away garbage from the office to the trash bins located in the underground parking. (Please contact the on duty cleaning lady, she will accompany you). </a:t>
            </a:r>
          </a:p>
          <a:p>
            <a:pPr lvl="0" algn="ctr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</a:pPr>
            <a:r>
              <a:rPr lang="en-US" sz="1400" b="0" dirty="0">
                <a:latin typeface="+mj-lt"/>
              </a:rPr>
              <a:t>Do not leave the garbage on the tables or on the bar! </a:t>
            </a:r>
            <a:endParaRPr lang="en-GB" sz="1400" dirty="0">
              <a:latin typeface="+mj-lt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7922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1AFB1-F318-98B9-EEF7-E43E720AE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B9EFE6-E29E-CF2F-69B7-978467D13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13" name="Title 8">
            <a:extLst>
              <a:ext uri="{FF2B5EF4-FFF2-40B4-BE49-F238E27FC236}">
                <a16:creationId xmlns:a16="http://schemas.microsoft.com/office/drawing/2014/main" id="{AC94CD19-F7A7-C784-0E14-5F12C355D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60" y="274320"/>
            <a:ext cx="7361024" cy="736791"/>
          </a:xfrm>
        </p:spPr>
        <p:txBody>
          <a:bodyPr/>
          <a:lstStyle/>
          <a:p>
            <a:r>
              <a:rPr lang="en-GB" sz="4800" dirty="0"/>
              <a:t>Client and Project rooms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DEDBB1D-F866-5A7E-2A92-030393246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011111"/>
            <a:ext cx="5202936" cy="53222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103D062-94E7-827C-1404-49C90F1B5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011111"/>
            <a:ext cx="5675376" cy="55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953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3741A-0932-14E8-2C0C-0A47B24C0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27FE04E-3857-BFBB-25C2-65EF88DAC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30" y="13017"/>
            <a:ext cx="6601818" cy="1020255"/>
          </a:xfrm>
        </p:spPr>
        <p:txBody>
          <a:bodyPr/>
          <a:lstStyle/>
          <a:p>
            <a:r>
              <a:rPr lang="en-GB" dirty="0"/>
              <a:t>Office Transportation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2CE8AB-2978-CDF4-3FE1-310A7C91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1F329C-BF30-8BF5-07AF-C02C32E4E0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1230" y="1934999"/>
            <a:ext cx="9580282" cy="3889729"/>
          </a:xfrm>
        </p:spPr>
        <p:txBody>
          <a:bodyPr/>
          <a:lstStyle/>
          <a:p>
            <a:pPr lv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</a:pPr>
            <a:r>
              <a:rPr lang="en-US" sz="1600" dirty="0"/>
              <a:t>Office transportation is provided only for business purposes from/ to the office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</a:pPr>
            <a:endParaRPr lang="en-US" sz="1600" b="0" dirty="0"/>
          </a:p>
          <a:p>
            <a: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1600" b="0" dirty="0"/>
              <a:t>Book office car through </a:t>
            </a:r>
            <a:r>
              <a:rPr lang="en-US" sz="1600" b="0" u="sng" dirty="0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 Request</a:t>
            </a:r>
            <a:r>
              <a:rPr lang="en-US" sz="1600" b="0" dirty="0"/>
              <a:t> in ServiceNow</a:t>
            </a:r>
            <a:r>
              <a:rPr lang="en-US" sz="1600" b="0" dirty="0">
                <a:solidFill>
                  <a:srgbClr val="FF0000"/>
                </a:solidFill>
              </a:rPr>
              <a:t> </a:t>
            </a:r>
            <a:r>
              <a:rPr lang="en-US" sz="1600" b="0" u="sng" dirty="0"/>
              <a:t>at least in 1 hour</a:t>
            </a:r>
            <a:endParaRPr lang="en-US" sz="1600" b="0" dirty="0"/>
          </a:p>
          <a:p>
            <a:pPr marL="457200" lvl="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b="0" dirty="0"/>
          </a:p>
          <a:p>
            <a: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1600" b="0" dirty="0"/>
              <a:t>Input the correct Client code- it is important!</a:t>
            </a:r>
          </a:p>
          <a:p>
            <a:pPr marL="457200" lvl="0" algn="just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dirty="0">
              <a:solidFill>
                <a:srgbClr val="FF0000"/>
              </a:solidFill>
            </a:endParaRPr>
          </a:p>
          <a:p>
            <a:pPr marL="457200" lvl="0" indent="-36830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1600" b="0" dirty="0"/>
              <a:t>If PwC cars are busy Reception will order Astana taxi with corporate tariff. The cost will be charged to PwC</a:t>
            </a:r>
            <a:endParaRPr lang="en-US" sz="1600" dirty="0"/>
          </a:p>
          <a:p>
            <a:pPr marL="457200" lvl="0" algn="just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b="0" dirty="0"/>
          </a:p>
          <a:p>
            <a:pPr marL="457200" lvl="0" indent="-36830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1600" b="0" dirty="0"/>
              <a:t>Out of working hours use a taxi, pay in CASH and report</a:t>
            </a:r>
            <a:endParaRPr lang="en-US" sz="1600" dirty="0"/>
          </a:p>
          <a:p>
            <a:pPr marL="457200" lvl="0" algn="just">
              <a:spcBef>
                <a:spcPts val="1200"/>
              </a:spcBef>
              <a:spcAft>
                <a:spcPts val="0"/>
              </a:spcAft>
              <a:buSzPts val="1800"/>
            </a:pPr>
            <a:endParaRPr lang="en-US" sz="1600" b="0" dirty="0">
              <a:solidFill>
                <a:srgbClr val="FF0000"/>
              </a:solidFill>
            </a:endParaRPr>
          </a:p>
          <a:p>
            <a:pPr lvl="0" algn="just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000"/>
            </a:pPr>
            <a:r>
              <a:rPr lang="en-US" sz="1600" b="0" dirty="0">
                <a:solidFill>
                  <a:srgbClr val="FF0000"/>
                </a:solidFill>
              </a:rPr>
              <a:t>Requests are not processed out of business hours and on weekends 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91237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3EE2A-E23D-C398-09DD-81A1E56BA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27AB927-EF85-3AD0-EFBF-1F7F2E768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224" y="13017"/>
            <a:ext cx="7324448" cy="1020255"/>
          </a:xfrm>
        </p:spPr>
        <p:txBody>
          <a:bodyPr/>
          <a:lstStyle/>
          <a:p>
            <a:r>
              <a:rPr lang="en-GB" dirty="0"/>
              <a:t>Arranging airport transfer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FC1E9-4615-58F1-99E5-35410CD6D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73D7436-2B75-75B9-9E07-1C5E2A3076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1230" y="1934999"/>
            <a:ext cx="9580282" cy="3889729"/>
          </a:xfrm>
        </p:spPr>
        <p:txBody>
          <a:bodyPr/>
          <a:lstStyle/>
          <a:p>
            <a:pPr marL="457200" lvl="0" indent="-381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600" b="0" dirty="0"/>
              <a:t>Create a </a:t>
            </a:r>
            <a:r>
              <a:rPr lang="en-US" sz="1600" b="0" u="sng" dirty="0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 Request</a:t>
            </a:r>
            <a:r>
              <a:rPr lang="en-US" sz="1600" b="0" dirty="0"/>
              <a:t> through ServiceNow</a:t>
            </a:r>
            <a:endParaRPr lang="en-US" sz="1600" dirty="0"/>
          </a:p>
          <a:p>
            <a:pPr marL="457200" lvl="0" indent="-381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600" b="0" dirty="0"/>
              <a:t>Attach e-copy of your air ticket</a:t>
            </a:r>
          </a:p>
          <a:p>
            <a: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600" b="0" dirty="0"/>
              <a:t>Input the correct Client code</a:t>
            </a:r>
          </a:p>
          <a:p>
            <a:pPr marL="457200" lvl="0" indent="-381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600" b="0" dirty="0"/>
              <a:t>Indicate time of flight departure/arrival </a:t>
            </a:r>
          </a:p>
          <a:p>
            <a:pPr marL="457200" lvl="0" indent="-381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600" b="0" dirty="0"/>
              <a:t>Reception will send you information about time of pick up, driver’s name and his mobile phone #</a:t>
            </a:r>
            <a:endParaRPr lang="en-US" sz="1600" b="0" dirty="0">
              <a:solidFill>
                <a:srgbClr val="FF0000"/>
              </a:solidFill>
            </a:endParaRPr>
          </a:p>
          <a:p>
            <a:pPr marL="457200" lv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</a:pPr>
            <a:r>
              <a:rPr lang="en-US" sz="1600" b="0" dirty="0">
                <a:solidFill>
                  <a:srgbClr val="FF0000"/>
                </a:solidFill>
              </a:rPr>
              <a:t>Waiting time is 10 minutes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88907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417AF-69E4-08C8-2505-FCDA51C10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DE00208-6211-8689-F158-67930B40A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224" y="13017"/>
            <a:ext cx="9967064" cy="1020255"/>
          </a:xfrm>
        </p:spPr>
        <p:txBody>
          <a:bodyPr/>
          <a:lstStyle/>
          <a:p>
            <a:r>
              <a:rPr lang="en-GB" dirty="0"/>
              <a:t>Transportation during business trip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2C4C5-B394-35A4-AA92-78240D073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DAA068B-A692-799F-C35D-873D20EEDB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224" y="1724687"/>
            <a:ext cx="9580282" cy="3889729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</a:pPr>
            <a:r>
              <a:rPr lang="en-US" sz="1600" b="0" dirty="0"/>
              <a:t>In accordance with PwC Expense Report policy </a:t>
            </a:r>
            <a:r>
              <a:rPr lang="en-US" sz="1600" b="0" u="sng" dirty="0"/>
              <a:t>per diems </a:t>
            </a:r>
            <a:r>
              <a:rPr lang="en-US" sz="1600" b="0" dirty="0"/>
              <a:t>cover meals, taxi (except Airport transfer) and other incidental expenses   </a:t>
            </a:r>
            <a:br>
              <a:rPr lang="en-US" sz="1600" b="0" dirty="0"/>
            </a:br>
            <a:endParaRPr lang="en-US" sz="1600" b="0" dirty="0"/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</a:pPr>
            <a:r>
              <a:rPr lang="en-US" sz="1600" b="0" dirty="0"/>
              <a:t>Airport transfer </a:t>
            </a:r>
            <a:endParaRPr lang="en-US" sz="1600" dirty="0"/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</a:pPr>
            <a:endParaRPr lang="en-US" sz="1600" b="0" dirty="0"/>
          </a:p>
          <a:p>
            <a:pPr marL="457200" lvl="0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1600" b="0" dirty="0"/>
              <a:t>Trip to/ from Airport is covered by the Firm</a:t>
            </a:r>
            <a:endParaRPr lang="en-US" sz="1600" dirty="0"/>
          </a:p>
          <a:p>
            <a:pPr marL="457200" lvl="0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1600" b="0" dirty="0"/>
              <a:t>Outside of city of residence you shall pay for taxi in cash and get reimbursement through standard Expense reports</a:t>
            </a:r>
            <a:endParaRPr lang="en-US" sz="1600" dirty="0"/>
          </a:p>
          <a:p>
            <a:pPr marL="457200" lvl="0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1600" b="0" dirty="0"/>
              <a:t>Visitors from outside of Kazakhstan pay for airport transfer in Cash </a:t>
            </a:r>
            <a:br>
              <a:rPr lang="en-US" sz="1600" b="0" dirty="0"/>
            </a:br>
            <a:endParaRPr lang="en-US" sz="1600" b="0" dirty="0"/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600" b="0" dirty="0"/>
              <a:t>All taxi costs of Astana staff in Almaty, Atyrau and vice versa will be charged to personal accounts.</a:t>
            </a:r>
            <a:endParaRPr lang="en-US" sz="1600" dirty="0"/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</a:pPr>
            <a:r>
              <a:rPr lang="en-US" sz="1600" b="0" dirty="0"/>
              <a:t>Sometimes Almaty/Astana/ Atyrau trip might require substantial taxi/travel costs (several meetings in different parts of the city on the same day).</a:t>
            </a:r>
            <a:endParaRPr lang="en-US" sz="1600" dirty="0"/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</a:pPr>
            <a:r>
              <a:rPr lang="en-US" sz="1600" b="0" dirty="0"/>
              <a:t>In such cases staff could claim actual costs supported by receipts upon Partner's approval</a:t>
            </a:r>
            <a:endParaRPr lang="en-US" sz="1600" dirty="0"/>
          </a:p>
          <a:p>
            <a:pPr marL="457200" lvl="0" indent="-381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59513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A99CE-693E-1A13-243A-4AD6D3A2A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FC33AC9-6445-0B9F-DE9F-29CBC2B7F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224" y="13017"/>
            <a:ext cx="9967064" cy="1020255"/>
          </a:xfrm>
        </p:spPr>
        <p:txBody>
          <a:bodyPr/>
          <a:lstStyle/>
          <a:p>
            <a:r>
              <a:rPr lang="en-GB" dirty="0"/>
              <a:t>Parking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773F2-D0C4-B073-8A50-463034416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A82439D-D389-EB53-83EA-F6DE21B364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224" y="1724687"/>
            <a:ext cx="9580282" cy="3889729"/>
          </a:xfrm>
        </p:spPr>
        <p:txBody>
          <a:bodyPr/>
          <a:lstStyle/>
          <a:p>
            <a:pPr marL="68580" lvl="0" indent="-6858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</a:rPr>
              <a:t>ВС «Q2» underground parking is available for 14 parking lots (KZT 70 000 incl. VAT per month or KZT 35 000 per month 08:00-20:00).</a:t>
            </a:r>
            <a:endParaRPr lang="en-US" sz="1600" dirty="0"/>
          </a:p>
          <a:p>
            <a:pPr marL="68580" lvl="0" indent="4572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dirty="0">
              <a:solidFill>
                <a:schemeClr val="dk1"/>
              </a:solidFill>
            </a:endParaRPr>
          </a:p>
          <a:p>
            <a:pPr marL="68580" lvl="0" indent="-6858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</a:rPr>
              <a:t>To apply for a parking place please contact Saltanat Orazaliyeva.</a:t>
            </a:r>
            <a:endParaRPr lang="en-US" sz="1600" dirty="0"/>
          </a:p>
          <a:p>
            <a:pPr marL="68580" lvl="0" indent="4572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dirty="0">
              <a:solidFill>
                <a:schemeClr val="dk1"/>
              </a:solidFill>
            </a:endParaRPr>
          </a:p>
          <a:p>
            <a:pPr marL="68580" lvl="0" indent="-6858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</a:rPr>
              <a:t>ВС «Q2» surface parking is </a:t>
            </a:r>
            <a:r>
              <a:rPr lang="en-US" sz="1600" u="sng" dirty="0">
                <a:solidFill>
                  <a:schemeClr val="dk1"/>
                </a:solidFill>
              </a:rPr>
              <a:t>available </a:t>
            </a:r>
            <a:r>
              <a:rPr lang="en-US" sz="1600" dirty="0">
                <a:solidFill>
                  <a:schemeClr val="dk1"/>
                </a:solidFill>
              </a:rPr>
              <a:t>for PwC employee and guests upon submission of PwC ID cards. </a:t>
            </a:r>
            <a:endParaRPr lang="en-US" sz="1600" dirty="0"/>
          </a:p>
          <a:p>
            <a:pPr marL="68580" lvl="0" indent="4572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dirty="0">
              <a:solidFill>
                <a:schemeClr val="dk1"/>
              </a:solidFill>
            </a:endParaRPr>
          </a:p>
          <a:p>
            <a:pPr marL="68580" lvl="0" indent="-6858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</a:rPr>
              <a:t>Please note that parking places for Q2 tenants are on first come-first serve basis.</a:t>
            </a:r>
            <a:endParaRPr lang="en-US" sz="1600" dirty="0"/>
          </a:p>
          <a:p>
            <a:pPr marL="68580" lvl="0" indent="4572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dirty="0">
              <a:solidFill>
                <a:schemeClr val="dk1"/>
              </a:solidFill>
            </a:endParaRPr>
          </a:p>
          <a:p>
            <a:pPr marL="68580" lvl="0" indent="-6858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</a:rPr>
              <a:t>If you are waiting visitors please inform our Reception desk about the number &amp; model of car for passing to surface parking.</a:t>
            </a:r>
            <a:endParaRPr lang="en-US" sz="1600" dirty="0"/>
          </a:p>
          <a:p>
            <a:pPr marL="68580" lvl="0" indent="45720">
              <a:spcBef>
                <a:spcPts val="0"/>
              </a:spcBef>
              <a:spcAft>
                <a:spcPts val="0"/>
              </a:spcAft>
              <a:buSzPts val="1800"/>
            </a:pPr>
            <a:endParaRPr lang="en-US" sz="1600" dirty="0">
              <a:solidFill>
                <a:schemeClr val="dk1"/>
              </a:solidFill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600" dirty="0">
                <a:solidFill>
                  <a:srgbClr val="FF0000"/>
                </a:solidFill>
              </a:rPr>
              <a:t>Parking Astana Opera 10 000 </a:t>
            </a:r>
            <a:r>
              <a:rPr lang="en-US" sz="1600" dirty="0" err="1">
                <a:solidFill>
                  <a:srgbClr val="FF0000"/>
                </a:solidFill>
              </a:rPr>
              <a:t>kzt</a:t>
            </a:r>
            <a:r>
              <a:rPr lang="en-US" sz="1600" dirty="0">
                <a:solidFill>
                  <a:srgbClr val="FF0000"/>
                </a:solidFill>
              </a:rPr>
              <a:t> per month (+16% VAT)</a:t>
            </a:r>
            <a:endParaRPr lang="en-US" sz="1600" dirty="0"/>
          </a:p>
          <a:p>
            <a:pPr marL="457200" lvl="0" indent="-381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31594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D2FD3-2156-28D5-8840-704033748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45A5581-8BBE-A0EB-5502-647F65EC6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224" y="13017"/>
            <a:ext cx="9967064" cy="1020255"/>
          </a:xfrm>
        </p:spPr>
        <p:txBody>
          <a:bodyPr/>
          <a:lstStyle/>
          <a:p>
            <a:r>
              <a:rPr lang="en-GB" dirty="0"/>
              <a:t>Non-smoking office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F7A9A9-1ADE-8F9E-83D6-E5BE0B01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BFC7DF-A0A8-81C6-45CE-A7DC0EAEC99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224" y="1724687"/>
            <a:ext cx="9580282" cy="3889729"/>
          </a:xfrm>
        </p:spPr>
        <p:txBody>
          <a:bodyPr/>
          <a:lstStyle/>
          <a:p>
            <a: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1600" b="0" dirty="0"/>
              <a:t>Any types of cigarettes are prohibited in the office (including WC)</a:t>
            </a:r>
          </a:p>
          <a:p>
            <a: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1600" b="0" dirty="0"/>
              <a:t>There are special Smoking areas around the BC: the back yard and the front yard</a:t>
            </a:r>
          </a:p>
          <a:p>
            <a: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1600" b="0" dirty="0"/>
              <a:t>Do not bring cigarette butts to the office</a:t>
            </a:r>
          </a:p>
          <a:p>
            <a:pPr marL="457200" lvl="0" indent="-381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97916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75C9-8C3A-BC27-F644-BCA11F27A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9ED39F4-8A58-69D9-4A48-71C1BCF7F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224" y="13017"/>
            <a:ext cx="9967064" cy="1020255"/>
          </a:xfrm>
        </p:spPr>
        <p:txBody>
          <a:bodyPr/>
          <a:lstStyle/>
          <a:p>
            <a:r>
              <a:rPr lang="en-GB" dirty="0"/>
              <a:t>Discounts for PwC staff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7C59ED-E199-B503-1D41-215B306C5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C032-1535-134B-A583-D5E1DDD0D167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FF46311-F647-4403-4F7C-1285DDEBCC7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224" y="1724687"/>
            <a:ext cx="9580282" cy="3889729"/>
          </a:xfrm>
        </p:spPr>
        <p:txBody>
          <a:bodyPr/>
          <a:lstStyle/>
          <a:p>
            <a: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1600" b="0" dirty="0" err="1"/>
              <a:t>Roastbeef</a:t>
            </a:r>
            <a:r>
              <a:rPr lang="en-US" sz="1600" b="0" dirty="0"/>
              <a:t> restaurant 10% </a:t>
            </a:r>
            <a:endParaRPr lang="en-US" sz="1600" dirty="0"/>
          </a:p>
          <a:p>
            <a: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1600" b="0" dirty="0"/>
              <a:t>Wall Street Astana restaurant 15%</a:t>
            </a:r>
            <a:endParaRPr lang="en-US" sz="1600" dirty="0"/>
          </a:p>
          <a:p>
            <a: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1600" b="0" dirty="0" err="1"/>
              <a:t>Cvetasto</a:t>
            </a:r>
            <a:r>
              <a:rPr lang="en-US" sz="1600" b="0" dirty="0"/>
              <a:t> flower shop 10%</a:t>
            </a:r>
            <a:endParaRPr lang="en-US" sz="1600" dirty="0"/>
          </a:p>
          <a:p>
            <a:pPr marL="457200" lvl="0" indent="-381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01013935"/>
      </p:ext>
    </p:extLst>
  </p:cSld>
  <p:clrMapOvr>
    <a:masterClrMapping/>
  </p:clrMapOvr>
</p:sld>
</file>

<file path=ppt/theme/theme1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02454D1-E47C-8143-BD11-D1CE754A9956}">
  <we:reference id="2cb3dfe7-199f-46bf-bb56-17a7fca0f469" version="14.1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e8b437-35a7-403d-b441-9a58c785291c" xsi:nil="true"/>
    <lcf76f155ced4ddcb4097134ff3c332f xmlns="3a9c51b2-9e0f-4bc2-9910-ef1614313984">
      <Terms xmlns="http://schemas.microsoft.com/office/infopath/2007/PartnerControls"/>
    </lcf76f155ced4ddcb4097134ff3c332f>
    <_dlc_DocId xmlns="97e8b437-35a7-403d-b441-9a58c785291c">EWEH37SXK6E7-1222720316-871</_dlc_DocId>
    <_dlc_DocIdUrl xmlns="97e8b437-35a7-403d-b441-9a58c785291c">
      <Url>https://polpwc.sharepoint.com/sites/KZ-SD-0AHD0o_jXjSKtUk9PVA/_layouts/15/DocIdRedir.aspx?ID=EWEH37SXK6E7-1222720316-871</Url>
      <Description>EWEH37SXK6E7-1222720316-871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26D05D9E76784389331D128FBB662F" ma:contentTypeVersion="11" ma:contentTypeDescription="Create a new document." ma:contentTypeScope="" ma:versionID="db1ff85b90d27bc7f15e0d7d10fb999c">
  <xsd:schema xmlns:xsd="http://www.w3.org/2001/XMLSchema" xmlns:xs="http://www.w3.org/2001/XMLSchema" xmlns:p="http://schemas.microsoft.com/office/2006/metadata/properties" xmlns:ns2="97e8b437-35a7-403d-b441-9a58c785291c" xmlns:ns3="3a9c51b2-9e0f-4bc2-9910-ef1614313984" targetNamespace="http://schemas.microsoft.com/office/2006/metadata/properties" ma:root="true" ma:fieldsID="abe7f5b73667b9bde4227a8167c12125" ns2:_="" ns3:_="">
    <xsd:import namespace="97e8b437-35a7-403d-b441-9a58c785291c"/>
    <xsd:import namespace="3a9c51b2-9e0f-4bc2-9910-ef161431398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e8b437-35a7-403d-b441-9a58c785291c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7" nillable="true" ma:displayName="Taxonomy Catch All Column" ma:hidden="true" ma:list="{d6caf6a9-a355-43e7-a37c-ae4de4ef2ab5}" ma:internalName="TaxCatchAll" ma:showField="CatchAllData" ma:web="97e8b437-35a7-403d-b441-9a58c78529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9c51b2-9e0f-4bc2-9910-ef16143139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461A67-B1D2-4362-B132-25CC0D44F5D9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FA758F2C-2961-4F3E-AF6C-A7AAF8C806B2}">
  <ds:schemaRefs>
    <ds:schemaRef ds:uri="0056b031-4573-4fe7-80ee-265e69623125"/>
    <ds:schemaRef ds:uri="0eb31e45-9e7a-4b27-9c00-9fad91bc3e81"/>
    <ds:schemaRef ds:uri="2b5d75f8-4be9-4138-8cdb-24158306651c"/>
    <ds:schemaRef ds:uri="34019470-8c37-432e-bd60-e96f16f3b3a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8ca74ca8-7f6e-4540-bd23-28d8a9f97d31"/>
    <ds:schemaRef ds:uri="c2ecb849-8ecd-4031-bff6-c06255e80cba"/>
    <ds:schemaRef ds:uri="97e8b437-35a7-403d-b441-9a58c785291c"/>
    <ds:schemaRef ds:uri="3a9c51b2-9e0f-4bc2-9910-ef1614313984"/>
  </ds:schemaRefs>
</ds:datastoreItem>
</file>

<file path=customXml/itemProps3.xml><?xml version="1.0" encoding="utf-8"?>
<ds:datastoreItem xmlns:ds="http://schemas.openxmlformats.org/officeDocument/2006/customXml" ds:itemID="{C5C30D6F-1CF3-4A71-A70C-EE071AADD0A4}"/>
</file>

<file path=customXml/itemProps4.xml><?xml version="1.0" encoding="utf-8"?>
<ds:datastoreItem xmlns:ds="http://schemas.openxmlformats.org/officeDocument/2006/customXml" ds:itemID="{0C265105-FE1D-453C-BB54-B143C57411F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026e4c1-5892-497a-b9da-ee493c9f0364}" enabled="0" method="" siteId="{d026e4c1-5892-497a-b9da-ee493c9f03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PwC Slide Master</Template>
  <TotalTime>269</TotalTime>
  <Words>1584</Words>
  <Application>Microsoft Office PowerPoint</Application>
  <PresentationFormat>Widescreen</PresentationFormat>
  <Paragraphs>237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Georgia</vt:lpstr>
      <vt:lpstr>Wingdings</vt:lpstr>
      <vt:lpstr>1_PwC Slide Master</vt:lpstr>
      <vt:lpstr>PowerPoint for everyone </vt:lpstr>
      <vt:lpstr>Policies and Procedures</vt:lpstr>
      <vt:lpstr>Clean desk policy </vt:lpstr>
      <vt:lpstr>Astana Infrastructure and Procurement Team</vt:lpstr>
      <vt:lpstr>ID badges</vt:lpstr>
      <vt:lpstr>Security measures</vt:lpstr>
      <vt:lpstr>Business cards</vt:lpstr>
      <vt:lpstr>Office supplies</vt:lpstr>
      <vt:lpstr>Office maintenance </vt:lpstr>
      <vt:lpstr>Internal Post and Deliveries </vt:lpstr>
      <vt:lpstr>Working desk hoteling</vt:lpstr>
      <vt:lpstr>Shredding/Shredder bin</vt:lpstr>
      <vt:lpstr>Printings and papers</vt:lpstr>
      <vt:lpstr>Canteen </vt:lpstr>
      <vt:lpstr>Client and Project rooms </vt:lpstr>
      <vt:lpstr>Office Transportation</vt:lpstr>
      <vt:lpstr>Arranging airport transfer</vt:lpstr>
      <vt:lpstr>Transportation during business trip</vt:lpstr>
      <vt:lpstr>Parking</vt:lpstr>
      <vt:lpstr>Non-smoking office</vt:lpstr>
      <vt:lpstr>Discounts for PwC staff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Pelletier, Kristopher (NYC-FUB)</dc:creator>
  <cp:lastModifiedBy>Aigerim Seitkali (KZ)</cp:lastModifiedBy>
  <cp:revision>13</cp:revision>
  <dcterms:created xsi:type="dcterms:W3CDTF">2025-05-28T20:02:15Z</dcterms:created>
  <dcterms:modified xsi:type="dcterms:W3CDTF">2026-08-20T05:48:45Z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77800</vt:r8>
  </property>
  <property fmtid="{D5CDD505-2E9C-101B-9397-08002B2CF9AE}" pid="3" name="TriggerFlowInfo">
    <vt:lpwstr/>
  </property>
  <property fmtid="{D5CDD505-2E9C-101B-9397-08002B2CF9AE}" pid="4" name="ComplianceAssetId">
    <vt:lpwstr/>
  </property>
  <property fmtid="{D5CDD505-2E9C-101B-9397-08002B2CF9AE}" pid="5" name="_activity">
    <vt:lpwstr>{"FileActivityType":"9","FileActivityTimeStamp":"2025-06-02T15:08:22.117Z","FileActivityUsersOnPage":[{"DisplayName":"Jantzen, Martin (NYC-FUB)","Id":"mjantzen@futurebrand.com"},{"DisplayName":"Minty, Erin (NYC-FUB)","Id":"eminty@futurebrand.com"},{"DisplayName":"Harris, Harry (NYC-FUB)","Id":"hharris@futurebrand.com"}],"FileActivityNavigationId":null}</vt:lpwstr>
  </property>
  <property fmtid="{D5CDD505-2E9C-101B-9397-08002B2CF9AE}" pid="6" name="_ExtendedDescription">
    <vt:lpwstr/>
  </property>
  <property fmtid="{D5CDD505-2E9C-101B-9397-08002B2CF9AE}" pid="7" name="MediaServiceImageTags">
    <vt:lpwstr/>
  </property>
  <property fmtid="{D5CDD505-2E9C-101B-9397-08002B2CF9AE}" pid="8" name="xd_ProgID">
    <vt:lpwstr/>
  </property>
  <property fmtid="{D5CDD505-2E9C-101B-9397-08002B2CF9AE}" pid="9" name="TemplateUrl">
    <vt:lpwstr/>
  </property>
  <property fmtid="{D5CDD505-2E9C-101B-9397-08002B2CF9AE}" pid="10" name="xd_Signature">
    <vt:lpwstr/>
  </property>
  <property fmtid="{D5CDD505-2E9C-101B-9397-08002B2CF9AE}" pid="11" name="_dlc_DocIdItemGuid">
    <vt:lpwstr>c867ae31-a094-4920-a723-5ccccebf2c8b</vt:lpwstr>
  </property>
  <property fmtid="{D5CDD505-2E9C-101B-9397-08002B2CF9AE}" pid="12" name="ContentTypeId">
    <vt:lpwstr>0x0101008D26D05D9E76784389331D128FBB662F</vt:lpwstr>
  </property>
</Properties>
</file>