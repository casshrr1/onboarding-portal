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webextensions/taskpanes.xml" ContentType="application/vnd.ms-office.webextensiontaskpanes+xml"/>
  <Override PartName="/ppt/webextensions/webextension1.xml" ContentType="application/vnd.ms-office.webextension+xml"/>
  <Override PartName="/ppt/theme/theme1.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 id="2147483832" r:id="rId5"/>
    <p:sldMasterId id="2147483930" r:id="rId6"/>
    <p:sldMasterId id="2147484012" r:id="rId7"/>
  </p:sldMasterIdLst>
  <p:notesMasterIdLst>
    <p:notesMasterId r:id="rId33"/>
  </p:notesMasterIdLst>
  <p:sldIdLst>
    <p:sldId id="307" r:id="rId8"/>
    <p:sldId id="278" r:id="rId9"/>
    <p:sldId id="2147471576" r:id="rId10"/>
    <p:sldId id="2147471577" r:id="rId11"/>
    <p:sldId id="2147471554" r:id="rId12"/>
    <p:sldId id="2147471578" r:id="rId13"/>
    <p:sldId id="2147471579" r:id="rId14"/>
    <p:sldId id="2147471580" r:id="rId15"/>
    <p:sldId id="2147471581" r:id="rId16"/>
    <p:sldId id="2147471582" r:id="rId17"/>
    <p:sldId id="2147471583" r:id="rId18"/>
    <p:sldId id="2147471584" r:id="rId19"/>
    <p:sldId id="2147471585" r:id="rId20"/>
    <p:sldId id="2147471586" r:id="rId21"/>
    <p:sldId id="2147471587" r:id="rId22"/>
    <p:sldId id="2147471588" r:id="rId23"/>
    <p:sldId id="2147471664" r:id="rId24"/>
    <p:sldId id="2147471589" r:id="rId25"/>
    <p:sldId id="2147471665" r:id="rId26"/>
    <p:sldId id="2147471666" r:id="rId27"/>
    <p:sldId id="2147471667" r:id="rId28"/>
    <p:sldId id="2147471668" r:id="rId29"/>
    <p:sldId id="2147471669" r:id="rId30"/>
    <p:sldId id="2147471670" r:id="rId31"/>
    <p:sldId id="214747160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6C1135-4881-4F5B-86C2-0A63E3548B9D}" v="2017" dt="2026-08-28T07:15:18.480"/>
    <p1510:client id="{F5869701-D5AD-4B2E-8EEC-AB39396B21A7}" v="740" dt="2026-08-28T07:44:36.690"/>
  </p1510:revLst>
</p1510:revInfo>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customXml" Target="../customXml/item4.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en-GB"/>
              <a:t>86 </a:t>
            </a:r>
            <a:r>
              <a:rPr lang="ru-RU"/>
              <a:t>процентов глобального рейтинга 500-ста крупнейших компаний по версии </a:t>
            </a:r>
            <a:r>
              <a:rPr lang="en-GB"/>
              <a:t>Fortune</a:t>
            </a:r>
            <a:r>
              <a:rPr lang="ru-RU"/>
              <a:t> являются клиентами </a:t>
            </a:r>
            <a:r>
              <a:rPr lang="en-GB"/>
              <a:t>PwC.</a:t>
            </a:r>
            <a:endParaRPr lang="ru-RU"/>
          </a:p>
        </p:txBody>
      </p:sp>
      <p:sp>
        <p:nvSpPr>
          <p:cNvPr id="4" name="Slide Number Placeholder 3"/>
          <p:cNvSpPr>
            <a:spLocks noGrp="1"/>
          </p:cNvSpPr>
          <p:nvPr>
            <p:ph type="sldNum" sz="quarter" idx="5"/>
          </p:nvPr>
        </p:nvSpPr>
        <p:spPr/>
        <p:txBody>
          <a:bodyPr/>
          <a:lstStyle/>
          <a:p>
            <a:fld id="{8338F507-FFAD-4585-99E0-9DC17883AD4F}" type="slidenum">
              <a:rPr lang="en-US" smtClean="0"/>
              <a:pPr/>
              <a:t>4</a:t>
            </a:fld>
            <a:endParaRPr lang="en-US"/>
          </a:p>
        </p:txBody>
      </p:sp>
    </p:spTree>
    <p:extLst>
      <p:ext uri="{BB962C8B-B14F-4D97-AF65-F5344CB8AC3E}">
        <p14:creationId xmlns:p14="http://schemas.microsoft.com/office/powerpoint/2010/main" val="1053937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a:t>Наше юр имя </a:t>
            </a:r>
            <a:r>
              <a:rPr lang="ru-RU" err="1"/>
              <a:t>Прайсуотерхаускуперс</a:t>
            </a:r>
            <a:r>
              <a:rPr lang="ru-RU"/>
              <a:t>, у нас 2 юр лица </a:t>
            </a:r>
          </a:p>
        </p:txBody>
      </p:sp>
      <p:sp>
        <p:nvSpPr>
          <p:cNvPr id="4" name="Slide Number Placeholder 3"/>
          <p:cNvSpPr>
            <a:spLocks noGrp="1"/>
          </p:cNvSpPr>
          <p:nvPr>
            <p:ph type="sldNum" sz="quarter" idx="5"/>
          </p:nvPr>
        </p:nvSpPr>
        <p:spPr/>
        <p:txBody>
          <a:bodyPr/>
          <a:lstStyle/>
          <a:p>
            <a:fld id="{8338F507-FFAD-4585-99E0-9DC17883AD4F}" type="slidenum">
              <a:rPr lang="en-US" smtClean="0"/>
              <a:pPr/>
              <a:t>6</a:t>
            </a:fld>
            <a:endParaRPr lang="en-US"/>
          </a:p>
        </p:txBody>
      </p:sp>
    </p:spTree>
    <p:extLst>
      <p:ext uri="{BB962C8B-B14F-4D97-AF65-F5344CB8AC3E}">
        <p14:creationId xmlns:p14="http://schemas.microsoft.com/office/powerpoint/2010/main" val="1680177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a:t>Личность сотрудника </a:t>
            </a:r>
            <a:r>
              <a:rPr lang="en-GB"/>
              <a:t>PwC</a:t>
            </a:r>
            <a:r>
              <a:rPr lang="ru-RU"/>
              <a:t> и его манера речи. Это человек, умеющий работать в команде, решительный и оптимистичный.</a:t>
            </a:r>
          </a:p>
        </p:txBody>
      </p:sp>
      <p:sp>
        <p:nvSpPr>
          <p:cNvPr id="4" name="Slide Number Placeholder 3"/>
          <p:cNvSpPr>
            <a:spLocks noGrp="1"/>
          </p:cNvSpPr>
          <p:nvPr>
            <p:ph type="sldNum" sz="quarter" idx="5"/>
          </p:nvPr>
        </p:nvSpPr>
        <p:spPr/>
        <p:txBody>
          <a:bodyPr/>
          <a:lstStyle/>
          <a:p>
            <a:fld id="{8338F507-FFAD-4585-99E0-9DC17883AD4F}" type="slidenum">
              <a:rPr lang="en-US" smtClean="0"/>
              <a:pPr/>
              <a:t>10</a:t>
            </a:fld>
            <a:endParaRPr lang="en-US"/>
          </a:p>
        </p:txBody>
      </p:sp>
    </p:spTree>
    <p:extLst>
      <p:ext uri="{BB962C8B-B14F-4D97-AF65-F5344CB8AC3E}">
        <p14:creationId xmlns:p14="http://schemas.microsoft.com/office/powerpoint/2010/main" val="179465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err="1"/>
              <a:t>Корп</a:t>
            </a:r>
            <a:r>
              <a:rPr lang="ru-RU"/>
              <a:t> </a:t>
            </a:r>
            <a:r>
              <a:rPr lang="ru-RU" err="1"/>
              <a:t>соц</a:t>
            </a:r>
            <a:r>
              <a:rPr lang="ru-RU"/>
              <a:t> ответственность включает такие направления как – проведения </a:t>
            </a:r>
            <a:r>
              <a:rPr lang="ru-RU" err="1"/>
              <a:t>проф</a:t>
            </a:r>
            <a:r>
              <a:rPr lang="ru-RU"/>
              <a:t> тренингов, пожертвования, поддержка инклюзивного общества, поддержка будущего поколения.</a:t>
            </a:r>
          </a:p>
        </p:txBody>
      </p:sp>
      <p:sp>
        <p:nvSpPr>
          <p:cNvPr id="4" name="Slide Number Placeholder 3"/>
          <p:cNvSpPr>
            <a:spLocks noGrp="1"/>
          </p:cNvSpPr>
          <p:nvPr>
            <p:ph type="sldNum" sz="quarter" idx="5"/>
          </p:nvPr>
        </p:nvSpPr>
        <p:spPr/>
        <p:txBody>
          <a:bodyPr/>
          <a:lstStyle/>
          <a:p>
            <a:fld id="{8338F507-FFAD-4585-99E0-9DC17883AD4F}" type="slidenum">
              <a:rPr lang="en-US" smtClean="0"/>
              <a:pPr/>
              <a:t>15</a:t>
            </a:fld>
            <a:endParaRPr lang="en-US"/>
          </a:p>
        </p:txBody>
      </p:sp>
    </p:spTree>
    <p:extLst>
      <p:ext uri="{BB962C8B-B14F-4D97-AF65-F5344CB8AC3E}">
        <p14:creationId xmlns:p14="http://schemas.microsoft.com/office/powerpoint/2010/main" val="4060344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a:t>Снижение углеродного следа. В </a:t>
            </a:r>
            <a:r>
              <a:rPr lang="en-GB"/>
              <a:t>PwC </a:t>
            </a:r>
            <a:r>
              <a:rPr lang="ru-RU"/>
              <a:t>на глобальном уровне мы определили цель – снизить выбросы вредных веществ в атмосферу к 2030 году на 50 процентов.</a:t>
            </a:r>
          </a:p>
        </p:txBody>
      </p:sp>
      <p:sp>
        <p:nvSpPr>
          <p:cNvPr id="4" name="Slide Number Placeholder 3"/>
          <p:cNvSpPr>
            <a:spLocks noGrp="1"/>
          </p:cNvSpPr>
          <p:nvPr>
            <p:ph type="sldNum" sz="quarter" idx="5"/>
          </p:nvPr>
        </p:nvSpPr>
        <p:spPr/>
        <p:txBody>
          <a:bodyPr/>
          <a:lstStyle/>
          <a:p>
            <a:fld id="{8338F507-FFAD-4585-99E0-9DC17883AD4F}" type="slidenum">
              <a:rPr lang="en-US" smtClean="0"/>
              <a:pPr/>
              <a:t>16</a:t>
            </a:fld>
            <a:endParaRPr lang="en-US"/>
          </a:p>
        </p:txBody>
      </p:sp>
    </p:spTree>
    <p:extLst>
      <p:ext uri="{BB962C8B-B14F-4D97-AF65-F5344CB8AC3E}">
        <p14:creationId xmlns:p14="http://schemas.microsoft.com/office/powerpoint/2010/main" val="3297617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20000"/>
              </a:lnSpc>
              <a:spcBef>
                <a:spcPts val="0"/>
              </a:spcBef>
              <a:spcAft>
                <a:spcPts val="0"/>
              </a:spcAft>
              <a:buClr>
                <a:schemeClr val="dk1"/>
              </a:buClr>
              <a:buSzPts val="1100"/>
              <a:buFont typeface="Arial"/>
              <a:buNone/>
            </a:pPr>
            <a:r>
              <a:rPr lang="ru-RU" sz="1200" err="1">
                <a:solidFill>
                  <a:schemeClr val="dk1"/>
                </a:solidFill>
                <a:highlight>
                  <a:srgbClr val="FFFFFF"/>
                </a:highlight>
              </a:rPr>
              <a:t>Salesforce</a:t>
            </a:r>
            <a:r>
              <a:rPr lang="ru-RU" sz="1200">
                <a:solidFill>
                  <a:schemeClr val="dk1"/>
                </a:solidFill>
                <a:highlight>
                  <a:srgbClr val="FFFFFF"/>
                </a:highlight>
              </a:rPr>
              <a:t> (</a:t>
            </a:r>
            <a:r>
              <a:rPr lang="en-GB" sz="1200">
                <a:solidFill>
                  <a:schemeClr val="dk1"/>
                </a:solidFill>
                <a:highlight>
                  <a:srgbClr val="FFFFFF"/>
                </a:highlight>
              </a:rPr>
              <a:t>SF_ </a:t>
            </a:r>
            <a:r>
              <a:rPr lang="ru-RU" sz="1200">
                <a:solidFill>
                  <a:schemeClr val="dk1"/>
                </a:solidFill>
                <a:highlight>
                  <a:srgbClr val="FFFFFF"/>
                </a:highlight>
              </a:rPr>
              <a:t>– это </a:t>
            </a:r>
            <a:r>
              <a:rPr lang="en-GB" sz="1200">
                <a:solidFill>
                  <a:schemeClr val="dk1"/>
                </a:solidFill>
                <a:highlight>
                  <a:srgbClr val="FFFFFF"/>
                </a:highlight>
              </a:rPr>
              <a:t>CRM </a:t>
            </a:r>
            <a:r>
              <a:rPr lang="ru-RU" sz="1200">
                <a:solidFill>
                  <a:schemeClr val="dk1"/>
                </a:solidFill>
                <a:highlight>
                  <a:srgbClr val="FFFFFF"/>
                </a:highlight>
              </a:rPr>
              <a:t>система, используемая в </a:t>
            </a:r>
            <a:r>
              <a:rPr lang="en-GB" sz="1200">
                <a:solidFill>
                  <a:schemeClr val="dk1"/>
                </a:solidFill>
                <a:highlight>
                  <a:srgbClr val="FFFFFF"/>
                </a:highlight>
              </a:rPr>
              <a:t>PwC</a:t>
            </a:r>
            <a:r>
              <a:rPr lang="ru-RU" sz="1200">
                <a:solidFill>
                  <a:schemeClr val="dk1"/>
                </a:solidFill>
                <a:highlight>
                  <a:srgbClr val="FFFFFF"/>
                </a:highlight>
              </a:rPr>
              <a:t>.</a:t>
            </a:r>
            <a:endParaRPr lang="ru-RU">
              <a:solidFill>
                <a:srgbClr val="222222"/>
              </a:solidFill>
              <a:highlight>
                <a:srgbClr val="FFFFFF"/>
              </a:highlight>
            </a:endParaRPr>
          </a:p>
          <a:p>
            <a:pPr marL="596900" lvl="0" indent="-292100" algn="l" rtl="0">
              <a:lnSpc>
                <a:spcPct val="115000"/>
              </a:lnSpc>
              <a:spcBef>
                <a:spcPts val="0"/>
              </a:spcBef>
              <a:spcAft>
                <a:spcPts val="0"/>
              </a:spcAft>
              <a:buClr>
                <a:schemeClr val="dk1"/>
              </a:buClr>
              <a:buSzPts val="1000"/>
              <a:buFont typeface="Georgia"/>
              <a:buChar char="●"/>
            </a:pPr>
            <a:r>
              <a:rPr lang="ru-RU" sz="1200">
                <a:solidFill>
                  <a:schemeClr val="dk1"/>
                </a:solidFill>
                <a:highlight>
                  <a:srgbClr val="FFFFFF"/>
                </a:highlight>
              </a:rPr>
              <a:t>S</a:t>
            </a:r>
            <a:r>
              <a:rPr lang="en-GB" sz="1200">
                <a:solidFill>
                  <a:schemeClr val="dk1"/>
                </a:solidFill>
                <a:highlight>
                  <a:srgbClr val="FFFFFF"/>
                </a:highlight>
              </a:rPr>
              <a:t>F</a:t>
            </a:r>
            <a:r>
              <a:rPr lang="ru-RU" sz="1200">
                <a:solidFill>
                  <a:schemeClr val="dk1"/>
                </a:solidFill>
                <a:highlight>
                  <a:srgbClr val="FFFFFF"/>
                </a:highlight>
              </a:rPr>
              <a:t> позволяет эффективно управлять взаимоотношениями с клиентами</a:t>
            </a:r>
          </a:p>
          <a:p>
            <a:pPr marL="596900" lvl="0" indent="-292100" algn="l" rtl="0">
              <a:lnSpc>
                <a:spcPct val="115000"/>
              </a:lnSpc>
              <a:spcBef>
                <a:spcPts val="0"/>
              </a:spcBef>
              <a:spcAft>
                <a:spcPts val="0"/>
              </a:spcAft>
              <a:buClr>
                <a:schemeClr val="dk1"/>
              </a:buClr>
              <a:buSzPts val="1000"/>
              <a:buChar char="●"/>
            </a:pPr>
            <a:r>
              <a:rPr lang="ru-RU" sz="1200">
                <a:solidFill>
                  <a:schemeClr val="dk1"/>
                </a:solidFill>
                <a:highlight>
                  <a:srgbClr val="FFFFFF"/>
                </a:highlight>
              </a:rPr>
              <a:t>SF дает возможность формировать разные виды отчетов и </a:t>
            </a:r>
            <a:r>
              <a:rPr lang="ru-RU" sz="1200" err="1">
                <a:solidFill>
                  <a:schemeClr val="dk1"/>
                </a:solidFill>
                <a:highlight>
                  <a:srgbClr val="FFFFFF"/>
                </a:highlight>
              </a:rPr>
              <a:t>dashboards</a:t>
            </a:r>
            <a:endParaRPr lang="ru-RU" sz="1200">
              <a:solidFill>
                <a:schemeClr val="dk1"/>
              </a:solidFill>
              <a:highlight>
                <a:srgbClr val="FFFFFF"/>
              </a:highlight>
            </a:endParaRPr>
          </a:p>
          <a:p>
            <a:pPr marL="596900" lvl="0" indent="-292100" algn="l" rtl="0">
              <a:lnSpc>
                <a:spcPct val="115000"/>
              </a:lnSpc>
              <a:spcBef>
                <a:spcPts val="0"/>
              </a:spcBef>
              <a:spcAft>
                <a:spcPts val="0"/>
              </a:spcAft>
              <a:buClr>
                <a:schemeClr val="dk1"/>
              </a:buClr>
              <a:buSzPts val="1000"/>
              <a:buChar char="●"/>
            </a:pPr>
            <a:r>
              <a:rPr lang="ru-RU" sz="1200">
                <a:solidFill>
                  <a:schemeClr val="dk1"/>
                </a:solidFill>
                <a:highlight>
                  <a:srgbClr val="FFFFFF"/>
                </a:highlight>
              </a:rPr>
              <a:t>Программа позволяет осуществлять массовую рассылку</a:t>
            </a:r>
            <a:r>
              <a:rPr lang="en-US" sz="1200">
                <a:solidFill>
                  <a:schemeClr val="dk1"/>
                </a:solidFill>
                <a:highlight>
                  <a:srgbClr val="FFFFFF"/>
                </a:highlight>
              </a:rPr>
              <a:t> </a:t>
            </a:r>
            <a:r>
              <a:rPr lang="ru-RU" sz="1200">
                <a:solidFill>
                  <a:schemeClr val="dk1"/>
                </a:solidFill>
                <a:highlight>
                  <a:srgbClr val="FFFFFF"/>
                </a:highlight>
              </a:rPr>
              <a:t>в целях развития бизнеса</a:t>
            </a:r>
          </a:p>
          <a:p>
            <a:pPr marL="0" lvl="0" indent="0" algn="l" rtl="0">
              <a:lnSpc>
                <a:spcPct val="120000"/>
              </a:lnSpc>
              <a:spcBef>
                <a:spcPts val="0"/>
              </a:spcBef>
              <a:spcAft>
                <a:spcPts val="0"/>
              </a:spcAft>
              <a:buClr>
                <a:schemeClr val="dk1"/>
              </a:buClr>
              <a:buSzPts val="1100"/>
              <a:buFont typeface="Arial"/>
              <a:buNone/>
            </a:pPr>
            <a:r>
              <a:rPr lang="ru-RU" sz="1200" b="1">
                <a:solidFill>
                  <a:srgbClr val="FF0000"/>
                </a:solidFill>
                <a:highlight>
                  <a:srgbClr val="FFFFFF"/>
                </a:highlight>
              </a:rPr>
              <a:t>! </a:t>
            </a:r>
            <a:r>
              <a:rPr lang="ru-RU" sz="1200">
                <a:solidFill>
                  <a:schemeClr val="dk1"/>
                </a:solidFill>
                <a:highlight>
                  <a:srgbClr val="FFFFFF"/>
                </a:highlight>
              </a:rPr>
              <a:t>В соответствии правилами PwC Global Data Protection </a:t>
            </a:r>
            <a:r>
              <a:rPr lang="ru-RU" sz="1200" b="1">
                <a:solidFill>
                  <a:schemeClr val="dk1"/>
                </a:solidFill>
                <a:highlight>
                  <a:srgbClr val="FFFFFF"/>
                </a:highlight>
              </a:rPr>
              <a:t>все контакты, которые мы используем в бизнес-целях должны быть внесены в </a:t>
            </a:r>
            <a:r>
              <a:rPr lang="ru-RU" sz="1200" b="1" err="1">
                <a:solidFill>
                  <a:schemeClr val="dk1"/>
                </a:solidFill>
                <a:highlight>
                  <a:srgbClr val="FFFFFF"/>
                </a:highlight>
              </a:rPr>
              <a:t>Salesforce</a:t>
            </a:r>
            <a:r>
              <a:rPr lang="ru-RU" sz="1200" b="1">
                <a:solidFill>
                  <a:schemeClr val="dk1"/>
                </a:solidFill>
                <a:highlight>
                  <a:srgbClr val="FFFFFF"/>
                </a:highlight>
              </a:rPr>
              <a:t>.</a:t>
            </a:r>
          </a:p>
          <a:p>
            <a:pPr marL="0" lvl="0" indent="0" algn="l" rtl="0">
              <a:lnSpc>
                <a:spcPct val="100000"/>
              </a:lnSpc>
              <a:spcBef>
                <a:spcPts val="0"/>
              </a:spcBef>
              <a:spcAft>
                <a:spcPts val="0"/>
              </a:spcAft>
              <a:buSzPts val="1100"/>
              <a:buNone/>
            </a:pPr>
            <a:endParaRPr lang="ru-RU"/>
          </a:p>
        </p:txBody>
      </p:sp>
      <p:sp>
        <p:nvSpPr>
          <p:cNvPr id="4" name="Slide Number Placeholder 3"/>
          <p:cNvSpPr>
            <a:spLocks noGrp="1"/>
          </p:cNvSpPr>
          <p:nvPr>
            <p:ph type="sldNum" sz="quarter" idx="5"/>
          </p:nvPr>
        </p:nvSpPr>
        <p:spPr/>
        <p:txBody>
          <a:bodyPr/>
          <a:lstStyle/>
          <a:p>
            <a:fld id="{8338F507-FFAD-4585-99E0-9DC17883AD4F}" type="slidenum">
              <a:rPr lang="en-US" smtClean="0"/>
              <a:pPr/>
              <a:t>19</a:t>
            </a:fld>
            <a:endParaRPr lang="en-US"/>
          </a:p>
        </p:txBody>
      </p:sp>
    </p:spTree>
    <p:extLst>
      <p:ext uri="{BB962C8B-B14F-4D97-AF65-F5344CB8AC3E}">
        <p14:creationId xmlns:p14="http://schemas.microsoft.com/office/powerpoint/2010/main" val="1281975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5"/>
          </p:nvPr>
        </p:nvSpPr>
        <p:spPr/>
        <p:txBody>
          <a:bodyPr/>
          <a:lstStyle/>
          <a:p>
            <a:fld id="{8338F507-FFAD-4585-99E0-9DC17883AD4F}" type="slidenum">
              <a:rPr lang="en-US" smtClean="0"/>
              <a:pPr/>
              <a:t>23</a:t>
            </a:fld>
            <a:endParaRPr lang="en-US"/>
          </a:p>
        </p:txBody>
      </p:sp>
    </p:spTree>
    <p:extLst>
      <p:ext uri="{BB962C8B-B14F-4D97-AF65-F5344CB8AC3E}">
        <p14:creationId xmlns:p14="http://schemas.microsoft.com/office/powerpoint/2010/main" val="862649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100"/>
              <a:buNone/>
            </a:pPr>
            <a:r>
              <a:rPr lang="ru-RU"/>
              <a:t>Наши принципы тона речи и письма.</a:t>
            </a:r>
          </a:p>
        </p:txBody>
      </p:sp>
      <p:sp>
        <p:nvSpPr>
          <p:cNvPr id="4" name="Slide Number Placeholder 3"/>
          <p:cNvSpPr>
            <a:spLocks noGrp="1"/>
          </p:cNvSpPr>
          <p:nvPr>
            <p:ph type="sldNum" sz="quarter" idx="5"/>
          </p:nvPr>
        </p:nvSpPr>
        <p:spPr/>
        <p:txBody>
          <a:bodyPr/>
          <a:lstStyle/>
          <a:p>
            <a:fld id="{8338F507-FFAD-4585-99E0-9DC17883AD4F}" type="slidenum">
              <a:rPr lang="en-US" smtClean="0"/>
              <a:pPr/>
              <a:t>24</a:t>
            </a:fld>
            <a:endParaRPr lang="en-US"/>
          </a:p>
        </p:txBody>
      </p:sp>
    </p:spTree>
    <p:extLst>
      <p:ext uri="{BB962C8B-B14F-4D97-AF65-F5344CB8AC3E}">
        <p14:creationId xmlns:p14="http://schemas.microsoft.com/office/powerpoint/2010/main" val="3970178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5F2D-432E-C0B6-1E94-520CBE58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39DE8-8F13-F673-19CB-5E1A507B5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4340E-19C4-BFDB-309B-0C74421CA8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54DDC2-4089-4D1C-0BCC-81C4BC7A83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8F507-FFAD-4585-99E0-9DC17883AD4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820354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Placeholder 12">
            <a:extLst>
              <a:ext uri="{FF2B5EF4-FFF2-40B4-BE49-F238E27FC236}">
                <a16:creationId xmlns:a16="http://schemas.microsoft.com/office/drawing/2014/main" id="{20B70801-CA33-5A44-C264-450FCCD58FC6}"/>
              </a:ext>
            </a:extLst>
          </p:cNvPr>
          <p:cNvPicPr>
            <a:picLocks noChangeAspect="1"/>
          </p:cNvPicPr>
          <p:nvPr userDrawn="1"/>
        </p:nvPicPr>
        <p:blipFill>
          <a:blip r:embed="rId2">
            <a:extLst>
              <a:ext uri="{28A0092B-C50C-407E-A947-70E740481C1C}">
                <a14:useLocalDpi xmlns:a14="http://schemas.microsoft.com/office/drawing/2010/main" val="0"/>
              </a:ext>
            </a:extLst>
          </a:blip>
          <a:srcRect l="4230" t="1363" r="5545" b="17482"/>
          <a:stretch>
            <a:fillRect/>
          </a:stretch>
        </p:blipFill>
        <p:spPr>
          <a:xfrm>
            <a:off x="0" y="0"/>
            <a:ext cx="12192000" cy="6858000"/>
          </a:xfrm>
          <a:prstGeom prst="rect">
            <a:avLst/>
          </a:prstGeom>
          <a:solidFill>
            <a:srgbClr val="EBEBEB"/>
          </a:solidFill>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5"/>
            <a:ext cx="4718050"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872658572"/>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4187477930"/>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0890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275200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797653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68299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83369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98806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43125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3468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646303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177711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286399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107379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35967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7">
            <a:extLst>
              <a:ext uri="{FF2B5EF4-FFF2-40B4-BE49-F238E27FC236}">
                <a16:creationId xmlns:a16="http://schemas.microsoft.com/office/drawing/2014/main" id="{09A13E53-F775-A736-E17E-0D3BA9C73AFD}"/>
              </a:ext>
            </a:extLst>
          </p:cNvPr>
          <p:cNvSpPr>
            <a:spLocks noGrp="1"/>
          </p:cNvSpPr>
          <p:nvPr>
            <p:ph sz="quarter" idx="10"/>
          </p:nvPr>
        </p:nvSpPr>
        <p:spPr>
          <a:xfrm>
            <a:off x="368300" y="1924050"/>
            <a:ext cx="663892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9">
            <a:extLst>
              <a:ext uri="{FF2B5EF4-FFF2-40B4-BE49-F238E27FC236}">
                <a16:creationId xmlns:a16="http://schemas.microsoft.com/office/drawing/2014/main" id="{8379B048-01BA-296A-05B7-D40EDFD3726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07554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5"/>
            <a:ext cx="4718050"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3626279667"/>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159435684"/>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940135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31423006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30201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18182737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1272060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03250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6131708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400715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5849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191386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460456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1928965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92663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6"/>
            <a:ext cx="4718050" cy="257300"/>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pic>
        <p:nvPicPr>
          <p:cNvPr id="4" name="Graphic 3">
            <a:extLst>
              <a:ext uri="{FF2B5EF4-FFF2-40B4-BE49-F238E27FC236}">
                <a16:creationId xmlns:a16="http://schemas.microsoft.com/office/drawing/2014/main" id="{BB85F95F-4F18-3BBE-83D2-ABFE043D862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789453490"/>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pic>
        <p:nvPicPr>
          <p:cNvPr id="2" name="Graphic 1">
            <a:extLst>
              <a:ext uri="{FF2B5EF4-FFF2-40B4-BE49-F238E27FC236}">
                <a16:creationId xmlns:a16="http://schemas.microsoft.com/office/drawing/2014/main" id="{3E3A64F2-1699-0E99-1381-801086F557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724879130"/>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490931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23383852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37760973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Tree>
    <p:extLst>
      <p:ext uri="{BB962C8B-B14F-4D97-AF65-F5344CB8AC3E}">
        <p14:creationId xmlns:p14="http://schemas.microsoft.com/office/powerpoint/2010/main" val="39482741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856232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9164683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440893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TextBox 2">
            <a:extLst>
              <a:ext uri="{FF2B5EF4-FFF2-40B4-BE49-F238E27FC236}">
                <a16:creationId xmlns:a16="http://schemas.microsoft.com/office/drawing/2014/main" id="{7E5F7CF8-E1FD-B7E1-6B4F-17968FD5F368}"/>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Tree>
    <p:extLst>
      <p:ext uri="{BB962C8B-B14F-4D97-AF65-F5344CB8AC3E}">
        <p14:creationId xmlns:p14="http://schemas.microsoft.com/office/powerpoint/2010/main" val="13065172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Box 4">
            <a:extLst>
              <a:ext uri="{FF2B5EF4-FFF2-40B4-BE49-F238E27FC236}">
                <a16:creationId xmlns:a16="http://schemas.microsoft.com/office/drawing/2014/main" id="{9AA3CCAD-FBA7-232C-94D2-7ACEB56CE4CC}"/>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Tree>
    <p:extLst>
      <p:ext uri="{BB962C8B-B14F-4D97-AF65-F5344CB8AC3E}">
        <p14:creationId xmlns:p14="http://schemas.microsoft.com/office/powerpoint/2010/main" val="1394613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Box 4">
            <a:extLst>
              <a:ext uri="{FF2B5EF4-FFF2-40B4-BE49-F238E27FC236}">
                <a16:creationId xmlns:a16="http://schemas.microsoft.com/office/drawing/2014/main" id="{D0F250F9-FF2E-5AA7-3BAE-471D7025ABC7}"/>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Tree>
    <p:extLst>
      <p:ext uri="{BB962C8B-B14F-4D97-AF65-F5344CB8AC3E}">
        <p14:creationId xmlns:p14="http://schemas.microsoft.com/office/powerpoint/2010/main" val="305127500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Box 4">
            <a:extLst>
              <a:ext uri="{FF2B5EF4-FFF2-40B4-BE49-F238E27FC236}">
                <a16:creationId xmlns:a16="http://schemas.microsoft.com/office/drawing/2014/main" id="{DFCAC53B-3E31-86F6-B547-0A7D1454C901}"/>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Tree>
    <p:extLst>
      <p:ext uri="{BB962C8B-B14F-4D97-AF65-F5344CB8AC3E}">
        <p14:creationId xmlns:p14="http://schemas.microsoft.com/office/powerpoint/2010/main" val="2697384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242265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192200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5"/>
            <a:ext cx="4718050"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32949887"/>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1776353060"/>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2079057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20591097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2005545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42875301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976174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1319807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2194768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528570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0000095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462830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302797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980873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4717102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1" y="370061"/>
            <a:ext cx="3855863" cy="5602113"/>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0686" y="370158"/>
            <a:ext cx="3649948" cy="2486022"/>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43016"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190686" y="2960903"/>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43016"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102039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957033"/>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pwc.kz</a:t>
            </a:r>
          </a:p>
        </p:txBody>
      </p:sp>
    </p:spTree>
    <p:extLst>
      <p:ext uri="{BB962C8B-B14F-4D97-AF65-F5344CB8AC3E}">
        <p14:creationId xmlns:p14="http://schemas.microsoft.com/office/powerpoint/2010/main" val="157958564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5"/>
            <a:ext cx="4718050"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1093725903"/>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80780601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7407760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154908789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124963711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37092624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5291135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802942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88057207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5673503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75451160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1352546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857427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4211623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6924611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9049CDF5-8A8F-79F6-E93E-E0A712397C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08529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6" Type="http://schemas.openxmlformats.org/officeDocument/2006/relationships/theme" Target="../theme/theme2.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theme" Target="../theme/theme3.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theme" Target="../theme/theme4.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109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Brand Guidelines </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1091"/>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401812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9" r:id="rId16"/>
    <p:sldLayoutId id="2147483849" r:id="rId17"/>
    <p:sldLayoutId id="2147483850" r:id="rId18"/>
    <p:sldLayoutId id="2147483851" r:id="rId19"/>
    <p:sldLayoutId id="2147483852" r:id="rId20"/>
    <p:sldLayoutId id="2147483853" r:id="rId21"/>
    <p:sldLayoutId id="2147483854" r:id="rId22"/>
    <p:sldLayoutId id="2147483855" r:id="rId23"/>
    <p:sldLayoutId id="2147483856" r:id="rId24"/>
    <p:sldLayoutId id="2147483857" r:id="rId25"/>
    <p:sldLayoutId id="2147483858" r:id="rId26"/>
    <p:sldLayoutId id="2147483859" r:id="rId27"/>
    <p:sldLayoutId id="2147483860" r:id="rId28"/>
    <p:sldLayoutId id="2147483861" r:id="rId29"/>
    <p:sldLayoutId id="2147483862" r:id="rId30"/>
    <p:sldLayoutId id="2147483863" r:id="rId3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3" pos="232">
          <p15:clr>
            <a:srgbClr val="F26B43"/>
          </p15:clr>
        </p15:guide>
        <p15:guide id="4" pos="7448">
          <p15:clr>
            <a:srgbClr val="F26B43"/>
          </p15:clr>
        </p15:guide>
        <p15:guide id="11" orient="horz" pos="4088">
          <p15:clr>
            <a:srgbClr val="F26B43"/>
          </p15:clr>
        </p15:guide>
        <p15:guide id="12" pos="778">
          <p15:clr>
            <a:srgbClr val="F26B43"/>
          </p15:clr>
        </p15:guide>
        <p15:guide id="13" pos="840">
          <p15:clr>
            <a:srgbClr val="F26B43"/>
          </p15:clr>
        </p15:guide>
        <p15:guide id="14" pos="1378">
          <p15:clr>
            <a:srgbClr val="F26B43"/>
          </p15:clr>
        </p15:guide>
        <p15:guide id="15" pos="1446">
          <p15:clr>
            <a:srgbClr val="F26B43"/>
          </p15:clr>
        </p15:guide>
        <p15:guide id="16" pos="1986">
          <p15:clr>
            <a:srgbClr val="F26B43"/>
          </p15:clr>
        </p15:guide>
        <p15:guide id="17" pos="2052">
          <p15:clr>
            <a:srgbClr val="F26B43"/>
          </p15:clr>
        </p15:guide>
        <p15:guide id="18" pos="2592">
          <p15:clr>
            <a:srgbClr val="F26B43"/>
          </p15:clr>
        </p15:guide>
        <p15:guide id="19" pos="2662">
          <p15:clr>
            <a:srgbClr val="F26B43"/>
          </p15:clr>
        </p15:guide>
        <p15:guide id="20" pos="3200">
          <p15:clr>
            <a:srgbClr val="F26B43"/>
          </p15:clr>
        </p15:guide>
        <p15:guide id="21" pos="3266">
          <p15:clr>
            <a:srgbClr val="F26B43"/>
          </p15:clr>
        </p15:guide>
        <p15:guide id="22" pos="3806">
          <p15:clr>
            <a:srgbClr val="F26B43"/>
          </p15:clr>
        </p15:guide>
        <p15:guide id="23" pos="3874">
          <p15:clr>
            <a:srgbClr val="F26B43"/>
          </p15:clr>
        </p15:guide>
        <p15:guide id="24" pos="4414">
          <p15:clr>
            <a:srgbClr val="F26B43"/>
          </p15:clr>
        </p15:guide>
        <p15:guide id="25" pos="5018">
          <p15:clr>
            <a:srgbClr val="F26B43"/>
          </p15:clr>
        </p15:guide>
        <p15:guide id="26" pos="4480">
          <p15:clr>
            <a:srgbClr val="F26B43"/>
          </p15:clr>
        </p15:guide>
        <p15:guide id="27" pos="5086">
          <p15:clr>
            <a:srgbClr val="F26B43"/>
          </p15:clr>
        </p15:guide>
        <p15:guide id="28" pos="5626">
          <p15:clr>
            <a:srgbClr val="F26B43"/>
          </p15:clr>
        </p15:guide>
        <p15:guide id="29" pos="5694">
          <p15:clr>
            <a:srgbClr val="F26B43"/>
          </p15:clr>
        </p15:guide>
        <p15:guide id="30" pos="6232">
          <p15:clr>
            <a:srgbClr val="F26B43"/>
          </p15:clr>
        </p15:guide>
        <p15:guide id="31" pos="6300">
          <p15:clr>
            <a:srgbClr val="F26B43"/>
          </p15:clr>
        </p15:guide>
        <p15:guide id="32" pos="6840">
          <p15:clr>
            <a:srgbClr val="F26B43"/>
          </p15:clr>
        </p15:guide>
        <p15:guide id="33" pos="6908">
          <p15:clr>
            <a:srgbClr val="F26B43"/>
          </p15:clr>
        </p15:guide>
        <p15:guide id="34" orient="horz" pos="488">
          <p15:clr>
            <a:srgbClr val="F26B43"/>
          </p15:clr>
        </p15:guide>
        <p15:guide id="35" orient="horz" pos="560">
          <p15:clr>
            <a:srgbClr val="F26B43"/>
          </p15:clr>
        </p15:guide>
        <p15:guide id="36" orient="horz" pos="816">
          <p15:clr>
            <a:srgbClr val="F26B43"/>
          </p15:clr>
        </p15:guide>
        <p15:guide id="37" orient="horz" pos="886">
          <p15:clr>
            <a:srgbClr val="F26B43"/>
          </p15:clr>
        </p15:guide>
        <p15:guide id="38" orient="horz" pos="1144">
          <p15:clr>
            <a:srgbClr val="F26B43"/>
          </p15:clr>
        </p15:guide>
        <p15:guide id="39" orient="horz" pos="1212">
          <p15:clr>
            <a:srgbClr val="F26B43"/>
          </p15:clr>
        </p15:guide>
        <p15:guide id="40" orient="horz" pos="1472">
          <p15:clr>
            <a:srgbClr val="F26B43"/>
          </p15:clr>
        </p15:guide>
        <p15:guide id="41" orient="horz" pos="1798">
          <p15:clr>
            <a:srgbClr val="F26B43"/>
          </p15:clr>
        </p15:guide>
        <p15:guide id="42" orient="horz" pos="1864">
          <p15:clr>
            <a:srgbClr val="F26B43"/>
          </p15:clr>
        </p15:guide>
        <p15:guide id="43" orient="horz" pos="2124">
          <p15:clr>
            <a:srgbClr val="F26B43"/>
          </p15:clr>
        </p15:guide>
        <p15:guide id="44" orient="horz" pos="2194">
          <p15:clr>
            <a:srgbClr val="F26B43"/>
          </p15:clr>
        </p15:guide>
        <p15:guide id="45" orient="horz" pos="2450">
          <p15:clr>
            <a:srgbClr val="F26B43"/>
          </p15:clr>
        </p15:guide>
        <p15:guide id="46" orient="horz" pos="2520">
          <p15:clr>
            <a:srgbClr val="F26B43"/>
          </p15:clr>
        </p15:guide>
        <p15:guide id="47" orient="horz" pos="2778">
          <p15:clr>
            <a:srgbClr val="F26B43"/>
          </p15:clr>
        </p15:guide>
        <p15:guide id="48" orient="horz" pos="2846">
          <p15:clr>
            <a:srgbClr val="F26B43"/>
          </p15:clr>
        </p15:guide>
        <p15:guide id="49" orient="horz" pos="3104">
          <p15:clr>
            <a:srgbClr val="F26B43"/>
          </p15:clr>
        </p15:guide>
        <p15:guide id="50" orient="horz" pos="3174">
          <p15:clr>
            <a:srgbClr val="F26B43"/>
          </p15:clr>
        </p15:guide>
        <p15:guide id="51" orient="horz" pos="3432">
          <p15:clr>
            <a:srgbClr val="F26B43"/>
          </p15:clr>
        </p15:guide>
        <p15:guide id="52" orient="horz" pos="3498">
          <p15:clr>
            <a:srgbClr val="F26B43"/>
          </p15:clr>
        </p15:guide>
        <p15:guide id="53" orient="horz" pos="3762">
          <p15:clr>
            <a:srgbClr val="F26B43"/>
          </p15:clr>
        </p15:guide>
        <p15:guide id="54" orient="horz" pos="3830">
          <p15:clr>
            <a:srgbClr val="F26B43"/>
          </p15:clr>
        </p15:guide>
        <p15:guide id="55" orient="horz" pos="153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5" name="TextBox 74">
            <a:extLst>
              <a:ext uri="{FF2B5EF4-FFF2-40B4-BE49-F238E27FC236}">
                <a16:creationId xmlns:a16="http://schemas.microsoft.com/office/drawing/2014/main" id="{C49942D6-F832-B4B1-76C2-4932E26F77DC}"/>
              </a:ext>
            </a:extLst>
          </p:cNvPr>
          <p:cNvSpPr txBox="1"/>
          <p:nvPr/>
        </p:nvSpPr>
        <p:spPr>
          <a:xfrm>
            <a:off x="368300" y="649109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Footer Placeholder 3">
            <a:extLst>
              <a:ext uri="{FF2B5EF4-FFF2-40B4-BE49-F238E27FC236}">
                <a16:creationId xmlns:a16="http://schemas.microsoft.com/office/drawing/2014/main" id="{5EEEAD2A-5ED7-F858-B9B2-69E7AAFC8AA3}"/>
              </a:ext>
            </a:extLst>
          </p:cNvPr>
          <p:cNvSpPr>
            <a:spLocks noGrp="1"/>
          </p:cNvSpPr>
          <p:nvPr>
            <p:ph type="ftr" sz="quarter" idx="3"/>
          </p:nvPr>
        </p:nvSpPr>
        <p:spPr>
          <a:xfrm>
            <a:off x="1050202" y="6489700"/>
            <a:ext cx="7103198" cy="231775"/>
          </a:xfrm>
          <a:prstGeom prst="rect">
            <a:avLst/>
          </a:prstGeom>
        </p:spPr>
        <p:txBody>
          <a:bodyPr vert="horz" lIns="91440" tIns="45720" rIns="91440" bIns="45720" rtlCol="0" anchor="ctr"/>
          <a:lstStyle>
            <a:lvl1pPr algn="ctr">
              <a:defRPr sz="1200">
                <a:solidFill>
                  <a:schemeClr val="tx1"/>
                </a:solidFill>
              </a:defRPr>
            </a:lvl1pPr>
          </a:lstStyle>
          <a:p>
            <a:r>
              <a:rPr lang="en-US"/>
              <a:t>PwC Brand Guidelines </a:t>
            </a:r>
          </a:p>
        </p:txBody>
      </p:sp>
      <p:sp>
        <p:nvSpPr>
          <p:cNvPr id="5" name="TextBox 4">
            <a:extLst>
              <a:ext uri="{FF2B5EF4-FFF2-40B4-BE49-F238E27FC236}">
                <a16:creationId xmlns:a16="http://schemas.microsoft.com/office/drawing/2014/main" id="{74057E98-9115-FBC2-41C7-0C76408D5126}"/>
              </a:ext>
            </a:extLst>
          </p:cNvPr>
          <p:cNvSpPr txBox="1"/>
          <p:nvPr/>
        </p:nvSpPr>
        <p:spPr>
          <a:xfrm>
            <a:off x="1539089" y="6491091"/>
            <a:ext cx="1530036" cy="366909"/>
          </a:xfrm>
          <a:prstGeom prst="rect">
            <a:avLst/>
          </a:prstGeom>
          <a:noFill/>
        </p:spPr>
        <p:txBody>
          <a:bodyPr wrap="square" lIns="0" tIns="0" rIns="0" bIns="0" rtlCol="0">
            <a:noAutofit/>
          </a:bodyPr>
          <a:lstStyle/>
          <a:p>
            <a:pPr algn="l"/>
            <a:endParaRPr lang="en-US" sz="1600" err="1">
              <a:latin typeface="+mj-lt"/>
            </a:endParaRPr>
          </a:p>
        </p:txBody>
      </p:sp>
      <p:sp>
        <p:nvSpPr>
          <p:cNvPr id="6" name="TextBox 5">
            <a:extLst>
              <a:ext uri="{FF2B5EF4-FFF2-40B4-BE49-F238E27FC236}">
                <a16:creationId xmlns:a16="http://schemas.microsoft.com/office/drawing/2014/main" id="{2C908F10-9F24-2D2C-9951-2544718E6926}"/>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Tree>
    <p:extLst>
      <p:ext uri="{BB962C8B-B14F-4D97-AF65-F5344CB8AC3E}">
        <p14:creationId xmlns:p14="http://schemas.microsoft.com/office/powerpoint/2010/main" val="3599996246"/>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6" orient="horz" pos="232">
          <p15:clr>
            <a:srgbClr val="F26B43"/>
          </p15:clr>
        </p15:guide>
        <p15:guide id="57" pos="232">
          <p15:clr>
            <a:srgbClr val="F26B43"/>
          </p15:clr>
        </p15:guide>
        <p15:guide id="58" pos="7448">
          <p15:clr>
            <a:srgbClr val="F26B43"/>
          </p15:clr>
        </p15:guide>
        <p15:guide id="59" orient="horz" pos="4088">
          <p15:clr>
            <a:srgbClr val="F26B43"/>
          </p15:clr>
        </p15:guide>
        <p15:guide id="60" pos="778">
          <p15:clr>
            <a:srgbClr val="F26B43"/>
          </p15:clr>
        </p15:guide>
        <p15:guide id="61" pos="840">
          <p15:clr>
            <a:srgbClr val="F26B43"/>
          </p15:clr>
        </p15:guide>
        <p15:guide id="62" pos="1378">
          <p15:clr>
            <a:srgbClr val="F26B43"/>
          </p15:clr>
        </p15:guide>
        <p15:guide id="63" pos="1446">
          <p15:clr>
            <a:srgbClr val="F26B43"/>
          </p15:clr>
        </p15:guide>
        <p15:guide id="64" pos="1986">
          <p15:clr>
            <a:srgbClr val="F26B43"/>
          </p15:clr>
        </p15:guide>
        <p15:guide id="65" pos="2052">
          <p15:clr>
            <a:srgbClr val="F26B43"/>
          </p15:clr>
        </p15:guide>
        <p15:guide id="66" pos="2592">
          <p15:clr>
            <a:srgbClr val="F26B43"/>
          </p15:clr>
        </p15:guide>
        <p15:guide id="67" pos="2662">
          <p15:clr>
            <a:srgbClr val="F26B43"/>
          </p15:clr>
        </p15:guide>
        <p15:guide id="68" pos="3200">
          <p15:clr>
            <a:srgbClr val="F26B43"/>
          </p15:clr>
        </p15:guide>
        <p15:guide id="69" pos="3266">
          <p15:clr>
            <a:srgbClr val="F26B43"/>
          </p15:clr>
        </p15:guide>
        <p15:guide id="70" pos="3806">
          <p15:clr>
            <a:srgbClr val="F26B43"/>
          </p15:clr>
        </p15:guide>
        <p15:guide id="71" pos="3874">
          <p15:clr>
            <a:srgbClr val="F26B43"/>
          </p15:clr>
        </p15:guide>
        <p15:guide id="72" pos="4414">
          <p15:clr>
            <a:srgbClr val="F26B43"/>
          </p15:clr>
        </p15:guide>
        <p15:guide id="73" pos="5018">
          <p15:clr>
            <a:srgbClr val="F26B43"/>
          </p15:clr>
        </p15:guide>
        <p15:guide id="74" pos="4480">
          <p15:clr>
            <a:srgbClr val="F26B43"/>
          </p15:clr>
        </p15:guide>
        <p15:guide id="75" pos="5086">
          <p15:clr>
            <a:srgbClr val="F26B43"/>
          </p15:clr>
        </p15:guide>
        <p15:guide id="76" pos="5626">
          <p15:clr>
            <a:srgbClr val="F26B43"/>
          </p15:clr>
        </p15:guide>
        <p15:guide id="77" pos="5694">
          <p15:clr>
            <a:srgbClr val="F26B43"/>
          </p15:clr>
        </p15:guide>
        <p15:guide id="78" pos="6232">
          <p15:clr>
            <a:srgbClr val="F26B43"/>
          </p15:clr>
        </p15:guide>
        <p15:guide id="79" pos="6300">
          <p15:clr>
            <a:srgbClr val="F26B43"/>
          </p15:clr>
        </p15:guide>
        <p15:guide id="80" pos="6840">
          <p15:clr>
            <a:srgbClr val="F26B43"/>
          </p15:clr>
        </p15:guide>
        <p15:guide id="81" pos="6908">
          <p15:clr>
            <a:srgbClr val="F26B43"/>
          </p15:clr>
        </p15:guide>
        <p15:guide id="82" orient="horz" pos="488">
          <p15:clr>
            <a:srgbClr val="F26B43"/>
          </p15:clr>
        </p15:guide>
        <p15:guide id="83" orient="horz" pos="560">
          <p15:clr>
            <a:srgbClr val="F26B43"/>
          </p15:clr>
        </p15:guide>
        <p15:guide id="84" orient="horz" pos="816">
          <p15:clr>
            <a:srgbClr val="F26B43"/>
          </p15:clr>
        </p15:guide>
        <p15:guide id="85" orient="horz" pos="886">
          <p15:clr>
            <a:srgbClr val="F26B43"/>
          </p15:clr>
        </p15:guide>
        <p15:guide id="86" orient="horz" pos="1144">
          <p15:clr>
            <a:srgbClr val="F26B43"/>
          </p15:clr>
        </p15:guide>
        <p15:guide id="87" orient="horz" pos="1212">
          <p15:clr>
            <a:srgbClr val="F26B43"/>
          </p15:clr>
        </p15:guide>
        <p15:guide id="88" orient="horz" pos="1472">
          <p15:clr>
            <a:srgbClr val="F26B43"/>
          </p15:clr>
        </p15:guide>
        <p15:guide id="89" orient="horz" pos="1798">
          <p15:clr>
            <a:srgbClr val="F26B43"/>
          </p15:clr>
        </p15:guide>
        <p15:guide id="90" orient="horz" pos="1864">
          <p15:clr>
            <a:srgbClr val="F26B43"/>
          </p15:clr>
        </p15:guide>
        <p15:guide id="91" orient="horz" pos="2124">
          <p15:clr>
            <a:srgbClr val="F26B43"/>
          </p15:clr>
        </p15:guide>
        <p15:guide id="92" orient="horz" pos="2194">
          <p15:clr>
            <a:srgbClr val="F26B43"/>
          </p15:clr>
        </p15:guide>
        <p15:guide id="93" orient="horz" pos="2450">
          <p15:clr>
            <a:srgbClr val="F26B43"/>
          </p15:clr>
        </p15:guide>
        <p15:guide id="94" orient="horz" pos="2520">
          <p15:clr>
            <a:srgbClr val="F26B43"/>
          </p15:clr>
        </p15:guide>
        <p15:guide id="95" orient="horz" pos="2778">
          <p15:clr>
            <a:srgbClr val="F26B43"/>
          </p15:clr>
        </p15:guide>
        <p15:guide id="96" orient="horz" pos="2846">
          <p15:clr>
            <a:srgbClr val="F26B43"/>
          </p15:clr>
        </p15:guide>
        <p15:guide id="97" orient="horz" pos="3104">
          <p15:clr>
            <a:srgbClr val="F26B43"/>
          </p15:clr>
        </p15:guide>
        <p15:guide id="98" orient="horz" pos="3174">
          <p15:clr>
            <a:srgbClr val="F26B43"/>
          </p15:clr>
        </p15:guide>
        <p15:guide id="99" orient="horz" pos="3432">
          <p15:clr>
            <a:srgbClr val="F26B43"/>
          </p15:clr>
        </p15:guide>
        <p15:guide id="100" orient="horz" pos="3498">
          <p15:clr>
            <a:srgbClr val="F26B43"/>
          </p15:clr>
        </p15:guide>
        <p15:guide id="101" orient="horz" pos="3762">
          <p15:clr>
            <a:srgbClr val="F26B43"/>
          </p15:clr>
        </p15:guide>
        <p15:guide id="102" orient="horz" pos="3830">
          <p15:clr>
            <a:srgbClr val="F26B43"/>
          </p15:clr>
        </p15:guide>
        <p15:guide id="103" orient="horz" pos="153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109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1091"/>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82919062"/>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 id="2147483942" r:id="rId12"/>
    <p:sldLayoutId id="2147483943" r:id="rId13"/>
    <p:sldLayoutId id="2147483944" r:id="rId14"/>
    <p:sldLayoutId id="2147483945" r:id="rId15"/>
    <p:sldLayoutId id="2147483954" r:id="rId16"/>
    <p:sldLayoutId id="2147483998" r:id="rId17"/>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3" pos="232">
          <p15:clr>
            <a:srgbClr val="F26B43"/>
          </p15:clr>
        </p15:guide>
        <p15:guide id="4" pos="7448">
          <p15:clr>
            <a:srgbClr val="F26B43"/>
          </p15:clr>
        </p15:guide>
        <p15:guide id="11" orient="horz" pos="4088">
          <p15:clr>
            <a:srgbClr val="F26B43"/>
          </p15:clr>
        </p15:guide>
        <p15:guide id="12" pos="778">
          <p15:clr>
            <a:srgbClr val="F26B43"/>
          </p15:clr>
        </p15:guide>
        <p15:guide id="13" pos="840">
          <p15:clr>
            <a:srgbClr val="F26B43"/>
          </p15:clr>
        </p15:guide>
        <p15:guide id="14" pos="1378">
          <p15:clr>
            <a:srgbClr val="F26B43"/>
          </p15:clr>
        </p15:guide>
        <p15:guide id="15" pos="1446">
          <p15:clr>
            <a:srgbClr val="F26B43"/>
          </p15:clr>
        </p15:guide>
        <p15:guide id="16" pos="1986">
          <p15:clr>
            <a:srgbClr val="F26B43"/>
          </p15:clr>
        </p15:guide>
        <p15:guide id="17" pos="2052">
          <p15:clr>
            <a:srgbClr val="F26B43"/>
          </p15:clr>
        </p15:guide>
        <p15:guide id="18" pos="2592">
          <p15:clr>
            <a:srgbClr val="F26B43"/>
          </p15:clr>
        </p15:guide>
        <p15:guide id="19" pos="2662">
          <p15:clr>
            <a:srgbClr val="F26B43"/>
          </p15:clr>
        </p15:guide>
        <p15:guide id="20" pos="3200">
          <p15:clr>
            <a:srgbClr val="F26B43"/>
          </p15:clr>
        </p15:guide>
        <p15:guide id="21" pos="3266">
          <p15:clr>
            <a:srgbClr val="F26B43"/>
          </p15:clr>
        </p15:guide>
        <p15:guide id="22" pos="3806">
          <p15:clr>
            <a:srgbClr val="F26B43"/>
          </p15:clr>
        </p15:guide>
        <p15:guide id="23" pos="3874">
          <p15:clr>
            <a:srgbClr val="F26B43"/>
          </p15:clr>
        </p15:guide>
        <p15:guide id="24" pos="4414">
          <p15:clr>
            <a:srgbClr val="F26B43"/>
          </p15:clr>
        </p15:guide>
        <p15:guide id="25" pos="5018">
          <p15:clr>
            <a:srgbClr val="F26B43"/>
          </p15:clr>
        </p15:guide>
        <p15:guide id="26" pos="4480">
          <p15:clr>
            <a:srgbClr val="F26B43"/>
          </p15:clr>
        </p15:guide>
        <p15:guide id="27" pos="5086">
          <p15:clr>
            <a:srgbClr val="F26B43"/>
          </p15:clr>
        </p15:guide>
        <p15:guide id="28" pos="5626">
          <p15:clr>
            <a:srgbClr val="F26B43"/>
          </p15:clr>
        </p15:guide>
        <p15:guide id="29" pos="5694">
          <p15:clr>
            <a:srgbClr val="F26B43"/>
          </p15:clr>
        </p15:guide>
        <p15:guide id="30" pos="6232">
          <p15:clr>
            <a:srgbClr val="F26B43"/>
          </p15:clr>
        </p15:guide>
        <p15:guide id="31" pos="6300">
          <p15:clr>
            <a:srgbClr val="F26B43"/>
          </p15:clr>
        </p15:guide>
        <p15:guide id="32" pos="6840">
          <p15:clr>
            <a:srgbClr val="F26B43"/>
          </p15:clr>
        </p15:guide>
        <p15:guide id="33" pos="6908">
          <p15:clr>
            <a:srgbClr val="F26B43"/>
          </p15:clr>
        </p15:guide>
        <p15:guide id="34" orient="horz" pos="488">
          <p15:clr>
            <a:srgbClr val="F26B43"/>
          </p15:clr>
        </p15:guide>
        <p15:guide id="35" orient="horz" pos="560">
          <p15:clr>
            <a:srgbClr val="F26B43"/>
          </p15:clr>
        </p15:guide>
        <p15:guide id="36" orient="horz" pos="816">
          <p15:clr>
            <a:srgbClr val="F26B43"/>
          </p15:clr>
        </p15:guide>
        <p15:guide id="37" orient="horz" pos="886">
          <p15:clr>
            <a:srgbClr val="F26B43"/>
          </p15:clr>
        </p15:guide>
        <p15:guide id="38" orient="horz" pos="1144">
          <p15:clr>
            <a:srgbClr val="F26B43"/>
          </p15:clr>
        </p15:guide>
        <p15:guide id="39" orient="horz" pos="1212">
          <p15:clr>
            <a:srgbClr val="F26B43"/>
          </p15:clr>
        </p15:guide>
        <p15:guide id="40" orient="horz" pos="1472">
          <p15:clr>
            <a:srgbClr val="F26B43"/>
          </p15:clr>
        </p15:guide>
        <p15:guide id="41" orient="horz" pos="1798">
          <p15:clr>
            <a:srgbClr val="F26B43"/>
          </p15:clr>
        </p15:guide>
        <p15:guide id="42" orient="horz" pos="1864">
          <p15:clr>
            <a:srgbClr val="F26B43"/>
          </p15:clr>
        </p15:guide>
        <p15:guide id="43" orient="horz" pos="2124">
          <p15:clr>
            <a:srgbClr val="F26B43"/>
          </p15:clr>
        </p15:guide>
        <p15:guide id="44" orient="horz" pos="2194">
          <p15:clr>
            <a:srgbClr val="F26B43"/>
          </p15:clr>
        </p15:guide>
        <p15:guide id="45" orient="horz" pos="2450">
          <p15:clr>
            <a:srgbClr val="F26B43"/>
          </p15:clr>
        </p15:guide>
        <p15:guide id="46" orient="horz" pos="2520">
          <p15:clr>
            <a:srgbClr val="F26B43"/>
          </p15:clr>
        </p15:guide>
        <p15:guide id="47" orient="horz" pos="2778">
          <p15:clr>
            <a:srgbClr val="F26B43"/>
          </p15:clr>
        </p15:guide>
        <p15:guide id="48" orient="horz" pos="2846">
          <p15:clr>
            <a:srgbClr val="F26B43"/>
          </p15:clr>
        </p15:guide>
        <p15:guide id="49" orient="horz" pos="3104">
          <p15:clr>
            <a:srgbClr val="F26B43"/>
          </p15:clr>
        </p15:guide>
        <p15:guide id="50" orient="horz" pos="3174">
          <p15:clr>
            <a:srgbClr val="F26B43"/>
          </p15:clr>
        </p15:guide>
        <p15:guide id="51" orient="horz" pos="3432">
          <p15:clr>
            <a:srgbClr val="F26B43"/>
          </p15:clr>
        </p15:guide>
        <p15:guide id="52" orient="horz" pos="3498">
          <p15:clr>
            <a:srgbClr val="F26B43"/>
          </p15:clr>
        </p15:guide>
        <p15:guide id="53" orient="horz" pos="3762">
          <p15:clr>
            <a:srgbClr val="F26B43"/>
          </p15:clr>
        </p15:guide>
        <p15:guide id="54" orient="horz" pos="3830">
          <p15:clr>
            <a:srgbClr val="F26B43"/>
          </p15:clr>
        </p15:guide>
        <p15:guide id="55" orient="horz" pos="153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109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1091"/>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07058705"/>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78" r:id="rId16"/>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3" pos="232">
          <p15:clr>
            <a:srgbClr val="F26B43"/>
          </p15:clr>
        </p15:guide>
        <p15:guide id="4" pos="7448">
          <p15:clr>
            <a:srgbClr val="F26B43"/>
          </p15:clr>
        </p15:guide>
        <p15:guide id="11" orient="horz" pos="4088">
          <p15:clr>
            <a:srgbClr val="F26B43"/>
          </p15:clr>
        </p15:guide>
        <p15:guide id="12" pos="778">
          <p15:clr>
            <a:srgbClr val="F26B43"/>
          </p15:clr>
        </p15:guide>
        <p15:guide id="13" pos="840">
          <p15:clr>
            <a:srgbClr val="F26B43"/>
          </p15:clr>
        </p15:guide>
        <p15:guide id="14" pos="1378">
          <p15:clr>
            <a:srgbClr val="F26B43"/>
          </p15:clr>
        </p15:guide>
        <p15:guide id="15" pos="1446">
          <p15:clr>
            <a:srgbClr val="F26B43"/>
          </p15:clr>
        </p15:guide>
        <p15:guide id="16" pos="1986">
          <p15:clr>
            <a:srgbClr val="F26B43"/>
          </p15:clr>
        </p15:guide>
        <p15:guide id="17" pos="2052">
          <p15:clr>
            <a:srgbClr val="F26B43"/>
          </p15:clr>
        </p15:guide>
        <p15:guide id="18" pos="2592">
          <p15:clr>
            <a:srgbClr val="F26B43"/>
          </p15:clr>
        </p15:guide>
        <p15:guide id="19" pos="2662">
          <p15:clr>
            <a:srgbClr val="F26B43"/>
          </p15:clr>
        </p15:guide>
        <p15:guide id="20" pos="3200">
          <p15:clr>
            <a:srgbClr val="F26B43"/>
          </p15:clr>
        </p15:guide>
        <p15:guide id="21" pos="3266">
          <p15:clr>
            <a:srgbClr val="F26B43"/>
          </p15:clr>
        </p15:guide>
        <p15:guide id="22" pos="3806">
          <p15:clr>
            <a:srgbClr val="F26B43"/>
          </p15:clr>
        </p15:guide>
        <p15:guide id="23" pos="3874">
          <p15:clr>
            <a:srgbClr val="F26B43"/>
          </p15:clr>
        </p15:guide>
        <p15:guide id="24" pos="4414">
          <p15:clr>
            <a:srgbClr val="F26B43"/>
          </p15:clr>
        </p15:guide>
        <p15:guide id="25" pos="5018">
          <p15:clr>
            <a:srgbClr val="F26B43"/>
          </p15:clr>
        </p15:guide>
        <p15:guide id="26" pos="4480">
          <p15:clr>
            <a:srgbClr val="F26B43"/>
          </p15:clr>
        </p15:guide>
        <p15:guide id="27" pos="5086">
          <p15:clr>
            <a:srgbClr val="F26B43"/>
          </p15:clr>
        </p15:guide>
        <p15:guide id="28" pos="5626">
          <p15:clr>
            <a:srgbClr val="F26B43"/>
          </p15:clr>
        </p15:guide>
        <p15:guide id="29" pos="5694">
          <p15:clr>
            <a:srgbClr val="F26B43"/>
          </p15:clr>
        </p15:guide>
        <p15:guide id="30" pos="6232">
          <p15:clr>
            <a:srgbClr val="F26B43"/>
          </p15:clr>
        </p15:guide>
        <p15:guide id="31" pos="6300">
          <p15:clr>
            <a:srgbClr val="F26B43"/>
          </p15:clr>
        </p15:guide>
        <p15:guide id="32" pos="6840">
          <p15:clr>
            <a:srgbClr val="F26B43"/>
          </p15:clr>
        </p15:guide>
        <p15:guide id="33" pos="6908">
          <p15:clr>
            <a:srgbClr val="F26B43"/>
          </p15:clr>
        </p15:guide>
        <p15:guide id="34" orient="horz" pos="488">
          <p15:clr>
            <a:srgbClr val="F26B43"/>
          </p15:clr>
        </p15:guide>
        <p15:guide id="35" orient="horz" pos="560">
          <p15:clr>
            <a:srgbClr val="F26B43"/>
          </p15:clr>
        </p15:guide>
        <p15:guide id="36" orient="horz" pos="816">
          <p15:clr>
            <a:srgbClr val="F26B43"/>
          </p15:clr>
        </p15:guide>
        <p15:guide id="37" orient="horz" pos="886">
          <p15:clr>
            <a:srgbClr val="F26B43"/>
          </p15:clr>
        </p15:guide>
        <p15:guide id="38" orient="horz" pos="1144">
          <p15:clr>
            <a:srgbClr val="F26B43"/>
          </p15:clr>
        </p15:guide>
        <p15:guide id="39" orient="horz" pos="1212">
          <p15:clr>
            <a:srgbClr val="F26B43"/>
          </p15:clr>
        </p15:guide>
        <p15:guide id="40" orient="horz" pos="1472">
          <p15:clr>
            <a:srgbClr val="F26B43"/>
          </p15:clr>
        </p15:guide>
        <p15:guide id="41" orient="horz" pos="1798">
          <p15:clr>
            <a:srgbClr val="F26B43"/>
          </p15:clr>
        </p15:guide>
        <p15:guide id="42" orient="horz" pos="1864">
          <p15:clr>
            <a:srgbClr val="F26B43"/>
          </p15:clr>
        </p15:guide>
        <p15:guide id="43" orient="horz" pos="2124">
          <p15:clr>
            <a:srgbClr val="F26B43"/>
          </p15:clr>
        </p15:guide>
        <p15:guide id="44" orient="horz" pos="2194">
          <p15:clr>
            <a:srgbClr val="F26B43"/>
          </p15:clr>
        </p15:guide>
        <p15:guide id="45" orient="horz" pos="2450">
          <p15:clr>
            <a:srgbClr val="F26B43"/>
          </p15:clr>
        </p15:guide>
        <p15:guide id="46" orient="horz" pos="2520">
          <p15:clr>
            <a:srgbClr val="F26B43"/>
          </p15:clr>
        </p15:guide>
        <p15:guide id="47" orient="horz" pos="2778">
          <p15:clr>
            <a:srgbClr val="F26B43"/>
          </p15:clr>
        </p15:guide>
        <p15:guide id="48" orient="horz" pos="2846">
          <p15:clr>
            <a:srgbClr val="F26B43"/>
          </p15:clr>
        </p15:guide>
        <p15:guide id="49" orient="horz" pos="3104">
          <p15:clr>
            <a:srgbClr val="F26B43"/>
          </p15:clr>
        </p15:guide>
        <p15:guide id="50" orient="horz" pos="3174">
          <p15:clr>
            <a:srgbClr val="F26B43"/>
          </p15:clr>
        </p15:guide>
        <p15:guide id="51" orient="horz" pos="3432">
          <p15:clr>
            <a:srgbClr val="F26B43"/>
          </p15:clr>
        </p15:guide>
        <p15:guide id="52" orient="horz" pos="3498">
          <p15:clr>
            <a:srgbClr val="F26B43"/>
          </p15:clr>
        </p15:guide>
        <p15:guide id="53" orient="horz" pos="3762">
          <p15:clr>
            <a:srgbClr val="F26B43"/>
          </p15:clr>
        </p15:guide>
        <p15:guide id="54" orient="horz" pos="3830">
          <p15:clr>
            <a:srgbClr val="F26B43"/>
          </p15:clr>
        </p15:guide>
        <p15:guide id="55" orient="horz" pos="153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6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hyperlink" Target="https://brand.pwc.com/standards/writing-for-pwc/tone-of-voice.html#before-and-after-examples" TargetMode="External"/><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23.pn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5.xml.rels><?xml version="1.0" encoding="UTF-8" standalone="yes"?>
<Relationships xmlns="http://schemas.openxmlformats.org/package/2006/relationships"><Relationship Id="rId3" Type="http://schemas.openxmlformats.org/officeDocument/2006/relationships/hyperlink" Target="https://pwceur.sharepoint.com/sites/GlobalNetZero/SitePages/Welcome-to-Net-Zero-at-PwC.aspx" TargetMode="External"/><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3" Type="http://schemas.openxmlformats.org/officeDocument/2006/relationships/hyperlink" Target="https://pwc.lightning.force.com/lightning/r/ContentDocument/069Vl00000HV4ojIAD/view" TargetMode="External"/><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hyperlink" Target="https://polpwc.sharepoint.com/:f:/r/teams/KZ-INT-IFS-KZ-Marketing-Team/New%20Brand%20templates/Client%20Feedback%20Template?csf=1&amp;web=1&amp;e=xbiDZL&amp;elqTrackId=686C0A90176BA54769459891C8F09073&amp;elqTrack=true" TargetMode="External"/><Relationship Id="rId2" Type="http://schemas.openxmlformats.org/officeDocument/2006/relationships/image" Target="../media/image33.png"/><Relationship Id="rId1" Type="http://schemas.openxmlformats.org/officeDocument/2006/relationships/slideLayout" Target="../slideLayouts/slideLayout16.xml"/><Relationship Id="rId4" Type="http://schemas.openxmlformats.org/officeDocument/2006/relationships/hyperlink" Target="mailto:marina.karpova@domain.com?elqTrackId=CFFAC057ED7AF2587882855416522BF4&amp;elqTrack=tru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hyperlink" Target="https://polpwc.sharepoint.com/teams/KZ-INT-IFS-KZ-Marketing-Team/New%20Brand%20templates/Forms/AllItems.aspx" TargetMode="External"/><Relationship Id="rId7" Type="http://schemas.openxmlformats.org/officeDocument/2006/relationships/image" Target="../media/image36.svg"/><Relationship Id="rId12" Type="http://schemas.openxmlformats.org/officeDocument/2006/relationships/image" Target="../media/image41.jpe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hyperlink" Target="https://brand.pwc.com/" TargetMode="External"/><Relationship Id="rId11" Type="http://schemas.openxmlformats.org/officeDocument/2006/relationships/image" Target="../media/image40.svg"/><Relationship Id="rId5" Type="http://schemas.openxmlformats.org/officeDocument/2006/relationships/hyperlink" Target="https://polpwc.sharepoint.com/sites/KZ-xLoS-KZInternalportal/SitePages/Internal-Firm-Services-(IFS).aspx" TargetMode="External"/><Relationship Id="rId10" Type="http://schemas.openxmlformats.org/officeDocument/2006/relationships/image" Target="../media/image39.svg"/><Relationship Id="rId4" Type="http://schemas.openxmlformats.org/officeDocument/2006/relationships/hyperlink" Target="https://polpwc.sharepoint.com/:p:/r/teams/KZ-INT-IFS-KZ-Marketing-Team/_layouts/15/Doc.aspx?sourcedoc=%7BAF5C50B8-6874-4853-BE92-706BAA7AF709%7D&amp;file=PwC%20ppt%20main%20template.potx&amp;action=edit&amp;mobileredirect=true" TargetMode="External"/><Relationship Id="rId9" Type="http://schemas.openxmlformats.org/officeDocument/2006/relationships/image" Target="../media/image38.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0BC6F38D-C11B-082E-E990-49F00C15728C}"/>
              </a:ext>
              <a:ext uri="{C183D7F6-B498-43B3-948B-1728B52AA6E4}">
                <adec:decorative xmlns:adec="http://schemas.microsoft.com/office/drawing/2017/decorative" val="1"/>
              </a:ext>
            </a:extLst>
          </p:cNvPr>
          <p:cNvPicPr>
            <a:picLocks noGrp="1" noChangeAspect="1"/>
          </p:cNvPicPr>
          <p:nvPr>
            <p:ph type="pic" sz="quarter" idx="10"/>
          </p:nvPr>
        </p:nvPicPr>
        <p:blipFill>
          <a:blip r:embed="rId2" cstate="print">
            <a:extLst>
              <a:ext uri="{28A0092B-C50C-407E-A947-70E740481C1C}">
                <a14:useLocalDpi xmlns:a14="http://schemas.microsoft.com/office/drawing/2010/main"/>
              </a:ext>
            </a:extLst>
          </a:blip>
          <a:srcRect l="41" r="41"/>
          <a:stretch>
            <a:fillRect/>
          </a:stretch>
        </p:blipFill>
        <p:spPr/>
      </p:pic>
      <p:sp>
        <p:nvSpPr>
          <p:cNvPr id="4" name="Subtitle 3">
            <a:extLst>
              <a:ext uri="{FF2B5EF4-FFF2-40B4-BE49-F238E27FC236}">
                <a16:creationId xmlns:a16="http://schemas.microsoft.com/office/drawing/2014/main" id="{B7B3398F-2647-61F3-5E88-DE5E6F9EE705}"/>
              </a:ext>
            </a:extLst>
          </p:cNvPr>
          <p:cNvSpPr>
            <a:spLocks noGrp="1"/>
          </p:cNvSpPr>
          <p:nvPr>
            <p:ph type="subTitle" idx="1"/>
          </p:nvPr>
        </p:nvSpPr>
        <p:spPr/>
        <p:txBody>
          <a:bodyPr/>
          <a:lstStyle/>
          <a:p>
            <a:r>
              <a:rPr lang="en-GB" b="1" noProof="0"/>
              <a:t>August 2026</a:t>
            </a:r>
          </a:p>
        </p:txBody>
      </p:sp>
      <p:sp>
        <p:nvSpPr>
          <p:cNvPr id="3" name="Title 2">
            <a:extLst>
              <a:ext uri="{FF2B5EF4-FFF2-40B4-BE49-F238E27FC236}">
                <a16:creationId xmlns:a16="http://schemas.microsoft.com/office/drawing/2014/main" id="{B1181B9D-BE68-1868-4E78-B1E3C0015AAA}"/>
              </a:ext>
            </a:extLst>
          </p:cNvPr>
          <p:cNvSpPr>
            <a:spLocks noGrp="1"/>
          </p:cNvSpPr>
          <p:nvPr>
            <p:ph type="ctrTitle"/>
          </p:nvPr>
        </p:nvSpPr>
        <p:spPr/>
        <p:txBody>
          <a:bodyPr/>
          <a:lstStyle/>
          <a:p>
            <a:r>
              <a:rPr lang="en-GB" noProof="0"/>
              <a:t>PwC Brand</a:t>
            </a:r>
            <a:br>
              <a:rPr lang="en-GB" noProof="0"/>
            </a:br>
            <a:r>
              <a:rPr lang="en-GB" noProof="0"/>
              <a:t>Guidelines </a:t>
            </a:r>
            <a:endParaRPr lang="en-US"/>
          </a:p>
        </p:txBody>
      </p:sp>
      <p:pic>
        <p:nvPicPr>
          <p:cNvPr id="2" name="Graphic 1">
            <a:extLst>
              <a:ext uri="{FF2B5EF4-FFF2-40B4-BE49-F238E27FC236}">
                <a16:creationId xmlns:a16="http://schemas.microsoft.com/office/drawing/2014/main" id="{27B4309C-7FC4-8C39-5447-306254270F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372446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87EA-E854-20A0-B167-2FBD755FD9A4}"/>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EEFA15DE-0B35-3C4F-C279-A9EAF056AEF2}"/>
              </a:ext>
            </a:extLst>
          </p:cNvPr>
          <p:cNvSpPr/>
          <p:nvPr/>
        </p:nvSpPr>
        <p:spPr>
          <a:xfrm>
            <a:off x="3257550" y="1295400"/>
            <a:ext cx="8563864" cy="4784725"/>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1">
            <a:extLst>
              <a:ext uri="{FF2B5EF4-FFF2-40B4-BE49-F238E27FC236}">
                <a16:creationId xmlns:a16="http://schemas.microsoft.com/office/drawing/2014/main" id="{06C01907-7113-97BC-7B70-0CAC29FE4FBD}"/>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PwC Brand Guidelines </a:t>
            </a:r>
          </a:p>
        </p:txBody>
      </p:sp>
      <p:sp>
        <p:nvSpPr>
          <p:cNvPr id="3" name="Slide Number Placeholder 2">
            <a:extLst>
              <a:ext uri="{FF2B5EF4-FFF2-40B4-BE49-F238E27FC236}">
                <a16:creationId xmlns:a16="http://schemas.microsoft.com/office/drawing/2014/main" id="{947F239E-39C3-AE81-F615-701C7B526D9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Title 6">
            <a:extLst>
              <a:ext uri="{FF2B5EF4-FFF2-40B4-BE49-F238E27FC236}">
                <a16:creationId xmlns:a16="http://schemas.microsoft.com/office/drawing/2014/main" id="{F67B3B7E-AA06-B28D-274C-DBE154E7EDF1}"/>
              </a:ext>
            </a:extLst>
          </p:cNvPr>
          <p:cNvSpPr>
            <a:spLocks noGrp="1"/>
          </p:cNvSpPr>
          <p:nvPr>
            <p:ph type="title"/>
          </p:nvPr>
        </p:nvSpPr>
        <p:spPr>
          <a:xfrm>
            <a:off x="370586" y="368301"/>
            <a:ext cx="11453114" cy="520699"/>
          </a:xfrm>
        </p:spPr>
        <p:txBody>
          <a:bodyPr/>
          <a:lstStyle/>
          <a:p>
            <a:r>
              <a:rPr lang="en-GB" noProof="0"/>
              <a:t>Marketing and Communications team</a:t>
            </a:r>
          </a:p>
        </p:txBody>
      </p:sp>
      <p:sp>
        <p:nvSpPr>
          <p:cNvPr id="9" name="Rectangle 8">
            <a:extLst>
              <a:ext uri="{FF2B5EF4-FFF2-40B4-BE49-F238E27FC236}">
                <a16:creationId xmlns:a16="http://schemas.microsoft.com/office/drawing/2014/main" id="{3F9CD6FE-FF1E-54E9-21DD-AE8901DB41EA}"/>
              </a:ext>
            </a:extLst>
          </p:cNvPr>
          <p:cNvSpPr/>
          <p:nvPr/>
        </p:nvSpPr>
        <p:spPr>
          <a:xfrm>
            <a:off x="370586" y="1295400"/>
            <a:ext cx="2497437" cy="478472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 name="Picture 10">
            <a:extLst>
              <a:ext uri="{FF2B5EF4-FFF2-40B4-BE49-F238E27FC236}">
                <a16:creationId xmlns:a16="http://schemas.microsoft.com/office/drawing/2014/main" id="{DC8A618E-8363-CD64-A702-2D33471F195D}"/>
              </a:ext>
            </a:extLst>
          </p:cNvPr>
          <p:cNvPicPr>
            <a:picLocks noChangeAspect="1"/>
          </p:cNvPicPr>
          <p:nvPr/>
        </p:nvPicPr>
        <p:blipFill>
          <a:blip r:embed="rId2"/>
          <a:srcRect l="5749" t="5941" r="-434" b="12034"/>
          <a:stretch/>
        </p:blipFill>
        <p:spPr>
          <a:xfrm>
            <a:off x="615324" y="1406525"/>
            <a:ext cx="1680201" cy="1680201"/>
          </a:xfrm>
          <a:custGeom>
            <a:avLst/>
            <a:gdLst>
              <a:gd name="connsiteX0" fmla="*/ 0 w 1173163"/>
              <a:gd name="connsiteY0" fmla="*/ 0 h 1173163"/>
              <a:gd name="connsiteX1" fmla="*/ 1173163 w 1173163"/>
              <a:gd name="connsiteY1" fmla="*/ 0 h 1173163"/>
              <a:gd name="connsiteX2" fmla="*/ 1173163 w 1173163"/>
              <a:gd name="connsiteY2" fmla="*/ 1173163 h 1173163"/>
              <a:gd name="connsiteX3" fmla="*/ 0 w 1173163"/>
              <a:gd name="connsiteY3" fmla="*/ 1173163 h 1173163"/>
            </a:gdLst>
            <a:ahLst/>
            <a:cxnLst>
              <a:cxn ang="0">
                <a:pos x="connsiteX0" y="connsiteY0"/>
              </a:cxn>
              <a:cxn ang="0">
                <a:pos x="connsiteX1" y="connsiteY1"/>
              </a:cxn>
              <a:cxn ang="0">
                <a:pos x="connsiteX2" y="connsiteY2"/>
              </a:cxn>
              <a:cxn ang="0">
                <a:pos x="connsiteX3" y="connsiteY3"/>
              </a:cxn>
            </a:cxnLst>
            <a:rect l="l" t="t" r="r" b="b"/>
            <a:pathLst>
              <a:path w="1173163" h="1173163">
                <a:moveTo>
                  <a:pt x="0" y="0"/>
                </a:moveTo>
                <a:lnTo>
                  <a:pt x="1173163" y="0"/>
                </a:lnTo>
                <a:lnTo>
                  <a:pt x="1173163" y="1173163"/>
                </a:lnTo>
                <a:lnTo>
                  <a:pt x="0" y="1173163"/>
                </a:lnTo>
                <a:close/>
              </a:path>
            </a:pathLst>
          </a:custGeom>
        </p:spPr>
      </p:pic>
      <p:sp>
        <p:nvSpPr>
          <p:cNvPr id="13" name="Content Placeholder 19">
            <a:extLst>
              <a:ext uri="{FF2B5EF4-FFF2-40B4-BE49-F238E27FC236}">
                <a16:creationId xmlns:a16="http://schemas.microsoft.com/office/drawing/2014/main" id="{91E51D24-0E00-CED3-4329-3653CD7FE6E6}"/>
              </a:ext>
            </a:extLst>
          </p:cNvPr>
          <p:cNvSpPr txBox="1">
            <a:spLocks/>
          </p:cNvSpPr>
          <p:nvPr/>
        </p:nvSpPr>
        <p:spPr>
          <a:xfrm>
            <a:off x="615324" y="3304454"/>
            <a:ext cx="2070726" cy="867496"/>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600"/>
              <a:t>Assiya </a:t>
            </a:r>
            <a:r>
              <a:rPr lang="en-GB" sz="1600" err="1"/>
              <a:t>Beleukhanova</a:t>
            </a:r>
            <a:endParaRPr lang="en-GB" sz="1600"/>
          </a:p>
          <a:p>
            <a:pPr lvl="1">
              <a:lnSpc>
                <a:spcPct val="100000"/>
              </a:lnSpc>
              <a:spcBef>
                <a:spcPts val="0"/>
              </a:spcBef>
            </a:pPr>
            <a:r>
              <a:rPr lang="en-GB"/>
              <a:t>Senior Manager</a:t>
            </a:r>
          </a:p>
        </p:txBody>
      </p:sp>
      <p:sp>
        <p:nvSpPr>
          <p:cNvPr id="15" name="Content Placeholder 19">
            <a:extLst>
              <a:ext uri="{FF2B5EF4-FFF2-40B4-BE49-F238E27FC236}">
                <a16:creationId xmlns:a16="http://schemas.microsoft.com/office/drawing/2014/main" id="{CC647173-E145-7026-799A-A26091C71485}"/>
              </a:ext>
            </a:extLst>
          </p:cNvPr>
          <p:cNvSpPr txBox="1">
            <a:spLocks/>
          </p:cNvSpPr>
          <p:nvPr/>
        </p:nvSpPr>
        <p:spPr>
          <a:xfrm>
            <a:off x="10259016" y="2695754"/>
            <a:ext cx="1465624" cy="529144"/>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200"/>
              <a:t>Aizhan Akpay</a:t>
            </a:r>
          </a:p>
          <a:p>
            <a:pPr lvl="1">
              <a:lnSpc>
                <a:spcPct val="100000"/>
              </a:lnSpc>
              <a:spcBef>
                <a:spcPts val="0"/>
              </a:spcBef>
              <a:spcAft>
                <a:spcPts val="600"/>
              </a:spcAft>
            </a:pPr>
            <a:r>
              <a:rPr lang="en-GB" sz="1050"/>
              <a:t>Associate</a:t>
            </a:r>
          </a:p>
          <a:p>
            <a:pPr lvl="1">
              <a:lnSpc>
                <a:spcPct val="100000"/>
              </a:lnSpc>
              <a:spcBef>
                <a:spcPts val="0"/>
              </a:spcBef>
            </a:pPr>
            <a:r>
              <a:rPr lang="en-GB" sz="1050"/>
              <a:t>Digital Tools</a:t>
            </a:r>
          </a:p>
          <a:p>
            <a:pPr lvl="1">
              <a:lnSpc>
                <a:spcPct val="100000"/>
              </a:lnSpc>
              <a:spcBef>
                <a:spcPts val="0"/>
              </a:spcBef>
            </a:pPr>
            <a:r>
              <a:rPr lang="en-GB" sz="1050"/>
              <a:t>SMM</a:t>
            </a:r>
          </a:p>
          <a:p>
            <a:pPr lvl="1">
              <a:lnSpc>
                <a:spcPct val="100000"/>
              </a:lnSpc>
              <a:spcBef>
                <a:spcPts val="0"/>
              </a:spcBef>
            </a:pPr>
            <a:endParaRPr lang="en-GB" sz="1050"/>
          </a:p>
          <a:p>
            <a:pPr lvl="1">
              <a:lnSpc>
                <a:spcPct val="100000"/>
              </a:lnSpc>
              <a:spcBef>
                <a:spcPts val="0"/>
              </a:spcBef>
            </a:pPr>
            <a:endParaRPr lang="en-GB" sz="1050"/>
          </a:p>
        </p:txBody>
      </p:sp>
      <p:sp>
        <p:nvSpPr>
          <p:cNvPr id="17" name="Content Placeholder 19">
            <a:extLst>
              <a:ext uri="{FF2B5EF4-FFF2-40B4-BE49-F238E27FC236}">
                <a16:creationId xmlns:a16="http://schemas.microsoft.com/office/drawing/2014/main" id="{6C1645ED-D38D-D3F6-9D31-752E2BA3F614}"/>
              </a:ext>
            </a:extLst>
          </p:cNvPr>
          <p:cNvSpPr txBox="1">
            <a:spLocks/>
          </p:cNvSpPr>
          <p:nvPr/>
        </p:nvSpPr>
        <p:spPr>
          <a:xfrm>
            <a:off x="3603758" y="5238094"/>
            <a:ext cx="1548000" cy="529144"/>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200"/>
              <a:t>Mariya Krasnoyarova</a:t>
            </a:r>
          </a:p>
          <a:p>
            <a:pPr lvl="1">
              <a:lnSpc>
                <a:spcPct val="100000"/>
              </a:lnSpc>
              <a:spcBef>
                <a:spcPts val="0"/>
              </a:spcBef>
              <a:spcAft>
                <a:spcPts val="600"/>
              </a:spcAft>
            </a:pPr>
            <a:r>
              <a:rPr lang="en-GB" sz="1050"/>
              <a:t>Designer</a:t>
            </a:r>
          </a:p>
          <a:p>
            <a:pPr lvl="1">
              <a:lnSpc>
                <a:spcPct val="100000"/>
              </a:lnSpc>
              <a:spcBef>
                <a:spcPts val="0"/>
              </a:spcBef>
            </a:pPr>
            <a:r>
              <a:rPr lang="en-GB" sz="1050"/>
              <a:t>Branded visual Materials (Assurance, TLP, IFS)</a:t>
            </a:r>
          </a:p>
        </p:txBody>
      </p:sp>
      <p:sp>
        <p:nvSpPr>
          <p:cNvPr id="19" name="Content Placeholder 19">
            <a:extLst>
              <a:ext uri="{FF2B5EF4-FFF2-40B4-BE49-F238E27FC236}">
                <a16:creationId xmlns:a16="http://schemas.microsoft.com/office/drawing/2014/main" id="{A77907BE-DEA8-1FEE-F79D-14130BE54B9C}"/>
              </a:ext>
            </a:extLst>
          </p:cNvPr>
          <p:cNvSpPr txBox="1">
            <a:spLocks/>
          </p:cNvSpPr>
          <p:nvPr/>
        </p:nvSpPr>
        <p:spPr>
          <a:xfrm>
            <a:off x="5842683" y="5238094"/>
            <a:ext cx="1548000" cy="529144"/>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200"/>
              <a:t>Marina </a:t>
            </a:r>
            <a:r>
              <a:rPr lang="en-GB" sz="1200" err="1"/>
              <a:t>Malchenko</a:t>
            </a:r>
            <a:endParaRPr lang="en-GB" sz="1200"/>
          </a:p>
          <a:p>
            <a:pPr lvl="1">
              <a:lnSpc>
                <a:spcPct val="100000"/>
              </a:lnSpc>
              <a:spcBef>
                <a:spcPts val="0"/>
              </a:spcBef>
              <a:spcAft>
                <a:spcPts val="600"/>
              </a:spcAft>
            </a:pPr>
            <a:r>
              <a:rPr lang="en-GB" sz="1050"/>
              <a:t>Designer</a:t>
            </a:r>
          </a:p>
          <a:p>
            <a:pPr lvl="1">
              <a:lnSpc>
                <a:spcPct val="100000"/>
              </a:lnSpc>
              <a:spcBef>
                <a:spcPts val="0"/>
              </a:spcBef>
            </a:pPr>
            <a:r>
              <a:rPr lang="en-GB" sz="1050"/>
              <a:t>Branded visual Materials (Advisory)</a:t>
            </a:r>
          </a:p>
        </p:txBody>
      </p:sp>
      <p:pic>
        <p:nvPicPr>
          <p:cNvPr id="21" name="Picture 20">
            <a:extLst>
              <a:ext uri="{FF2B5EF4-FFF2-40B4-BE49-F238E27FC236}">
                <a16:creationId xmlns:a16="http://schemas.microsoft.com/office/drawing/2014/main" id="{1B5DBBD0-F087-716A-D35E-52E5DE971385}"/>
              </a:ext>
            </a:extLst>
          </p:cNvPr>
          <p:cNvPicPr>
            <a:picLocks noChangeAspect="1"/>
          </p:cNvPicPr>
          <p:nvPr/>
        </p:nvPicPr>
        <p:blipFill>
          <a:blip r:embed="rId3"/>
          <a:srcRect l="23098" t="7046" r="8045" b="20630"/>
          <a:stretch/>
        </p:blipFill>
        <p:spPr>
          <a:xfrm>
            <a:off x="10259017" y="1406525"/>
            <a:ext cx="1173163" cy="1173163"/>
          </a:xfrm>
          <a:custGeom>
            <a:avLst/>
            <a:gdLst>
              <a:gd name="connsiteX0" fmla="*/ 0 w 1173163"/>
              <a:gd name="connsiteY0" fmla="*/ 0 h 1173163"/>
              <a:gd name="connsiteX1" fmla="*/ 1173163 w 1173163"/>
              <a:gd name="connsiteY1" fmla="*/ 0 h 1173163"/>
              <a:gd name="connsiteX2" fmla="*/ 1173163 w 1173163"/>
              <a:gd name="connsiteY2" fmla="*/ 1173163 h 1173163"/>
              <a:gd name="connsiteX3" fmla="*/ 0 w 1173163"/>
              <a:gd name="connsiteY3" fmla="*/ 1173163 h 1173163"/>
            </a:gdLst>
            <a:ahLst/>
            <a:cxnLst>
              <a:cxn ang="0">
                <a:pos x="connsiteX0" y="connsiteY0"/>
              </a:cxn>
              <a:cxn ang="0">
                <a:pos x="connsiteX1" y="connsiteY1"/>
              </a:cxn>
              <a:cxn ang="0">
                <a:pos x="connsiteX2" y="connsiteY2"/>
              </a:cxn>
              <a:cxn ang="0">
                <a:pos x="connsiteX3" y="connsiteY3"/>
              </a:cxn>
            </a:cxnLst>
            <a:rect l="l" t="t" r="r" b="b"/>
            <a:pathLst>
              <a:path w="1173163" h="1173163">
                <a:moveTo>
                  <a:pt x="0" y="0"/>
                </a:moveTo>
                <a:lnTo>
                  <a:pt x="1173163" y="0"/>
                </a:lnTo>
                <a:lnTo>
                  <a:pt x="1173163" y="1173163"/>
                </a:lnTo>
                <a:lnTo>
                  <a:pt x="0" y="1173163"/>
                </a:lnTo>
                <a:close/>
              </a:path>
            </a:pathLst>
          </a:custGeom>
        </p:spPr>
      </p:pic>
      <p:sp>
        <p:nvSpPr>
          <p:cNvPr id="23" name="Content Placeholder 19">
            <a:extLst>
              <a:ext uri="{FF2B5EF4-FFF2-40B4-BE49-F238E27FC236}">
                <a16:creationId xmlns:a16="http://schemas.microsoft.com/office/drawing/2014/main" id="{2C974DEF-29D6-A052-E469-8682DE860EB9}"/>
              </a:ext>
            </a:extLst>
          </p:cNvPr>
          <p:cNvSpPr txBox="1">
            <a:spLocks/>
          </p:cNvSpPr>
          <p:nvPr/>
        </p:nvSpPr>
        <p:spPr>
          <a:xfrm>
            <a:off x="8066340" y="2695754"/>
            <a:ext cx="1871327" cy="6506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200"/>
              <a:t>Kymbat </a:t>
            </a:r>
            <a:r>
              <a:rPr lang="en-GB" sz="1200" err="1"/>
              <a:t>Koshtayeva</a:t>
            </a:r>
            <a:endParaRPr lang="en-GB" sz="1200"/>
          </a:p>
          <a:p>
            <a:pPr lvl="1">
              <a:lnSpc>
                <a:spcPct val="100000"/>
              </a:lnSpc>
              <a:spcBef>
                <a:spcPts val="0"/>
              </a:spcBef>
              <a:spcAft>
                <a:spcPts val="600"/>
              </a:spcAft>
            </a:pPr>
            <a:r>
              <a:rPr lang="en-GB" sz="1050"/>
              <a:t>Senior Associate</a:t>
            </a:r>
          </a:p>
          <a:p>
            <a:pPr lvl="1">
              <a:lnSpc>
                <a:spcPct val="100000"/>
              </a:lnSpc>
              <a:spcBef>
                <a:spcPts val="0"/>
              </a:spcBef>
            </a:pPr>
            <a:r>
              <a:rPr lang="en-GB" sz="1050"/>
              <a:t>TLP Marketing</a:t>
            </a:r>
          </a:p>
          <a:p>
            <a:pPr lvl="1">
              <a:lnSpc>
                <a:spcPct val="100000"/>
              </a:lnSpc>
              <a:spcBef>
                <a:spcPts val="0"/>
              </a:spcBef>
              <a:spcAft>
                <a:spcPts val="600"/>
              </a:spcAft>
            </a:pPr>
            <a:endParaRPr lang="en-GB" sz="1050"/>
          </a:p>
        </p:txBody>
      </p:sp>
      <p:pic>
        <p:nvPicPr>
          <p:cNvPr id="25" name="Picture 24">
            <a:extLst>
              <a:ext uri="{FF2B5EF4-FFF2-40B4-BE49-F238E27FC236}">
                <a16:creationId xmlns:a16="http://schemas.microsoft.com/office/drawing/2014/main" id="{EECDD3E1-E0E4-AC49-052E-578DAA5EA9B0}"/>
              </a:ext>
            </a:extLst>
          </p:cNvPr>
          <p:cNvPicPr>
            <a:picLocks noChangeAspect="1"/>
          </p:cNvPicPr>
          <p:nvPr/>
        </p:nvPicPr>
        <p:blipFill>
          <a:blip r:embed="rId4"/>
          <a:srcRect l="875" t="1418" r="2293" b="2886"/>
          <a:stretch/>
        </p:blipFill>
        <p:spPr>
          <a:xfrm>
            <a:off x="8066340" y="1406525"/>
            <a:ext cx="1173163" cy="1173163"/>
          </a:xfrm>
          <a:custGeom>
            <a:avLst/>
            <a:gdLst>
              <a:gd name="connsiteX0" fmla="*/ 0 w 1173163"/>
              <a:gd name="connsiteY0" fmla="*/ 0 h 1173163"/>
              <a:gd name="connsiteX1" fmla="*/ 1173163 w 1173163"/>
              <a:gd name="connsiteY1" fmla="*/ 0 h 1173163"/>
              <a:gd name="connsiteX2" fmla="*/ 1173163 w 1173163"/>
              <a:gd name="connsiteY2" fmla="*/ 1173163 h 1173163"/>
              <a:gd name="connsiteX3" fmla="*/ 0 w 1173163"/>
              <a:gd name="connsiteY3" fmla="*/ 1173163 h 1173163"/>
            </a:gdLst>
            <a:ahLst/>
            <a:cxnLst>
              <a:cxn ang="0">
                <a:pos x="connsiteX0" y="connsiteY0"/>
              </a:cxn>
              <a:cxn ang="0">
                <a:pos x="connsiteX1" y="connsiteY1"/>
              </a:cxn>
              <a:cxn ang="0">
                <a:pos x="connsiteX2" y="connsiteY2"/>
              </a:cxn>
              <a:cxn ang="0">
                <a:pos x="connsiteX3" y="connsiteY3"/>
              </a:cxn>
            </a:cxnLst>
            <a:rect l="l" t="t" r="r" b="b"/>
            <a:pathLst>
              <a:path w="1173163" h="1173163">
                <a:moveTo>
                  <a:pt x="0" y="0"/>
                </a:moveTo>
                <a:lnTo>
                  <a:pt x="1173163" y="0"/>
                </a:lnTo>
                <a:lnTo>
                  <a:pt x="1173163" y="1173163"/>
                </a:lnTo>
                <a:lnTo>
                  <a:pt x="0" y="1173163"/>
                </a:lnTo>
                <a:close/>
              </a:path>
            </a:pathLst>
          </a:custGeom>
        </p:spPr>
      </p:pic>
      <p:pic>
        <p:nvPicPr>
          <p:cNvPr id="27" name="Picture 26" descr="A person in a pink jacket&#10;&#10;AI-generated content may be incorrect.">
            <a:extLst>
              <a:ext uri="{FF2B5EF4-FFF2-40B4-BE49-F238E27FC236}">
                <a16:creationId xmlns:a16="http://schemas.microsoft.com/office/drawing/2014/main" id="{61E5C126-7D9B-8E4C-8461-366B3FE87C28}"/>
              </a:ext>
            </a:extLst>
          </p:cNvPr>
          <p:cNvPicPr>
            <a:picLocks noChangeAspect="1"/>
          </p:cNvPicPr>
          <p:nvPr/>
        </p:nvPicPr>
        <p:blipFill>
          <a:blip r:embed="rId5">
            <a:extLst>
              <a:ext uri="{28A0092B-C50C-407E-A947-70E740481C1C}">
                <a14:useLocalDpi xmlns:a14="http://schemas.microsoft.com/office/drawing/2010/main" val="0"/>
              </a:ext>
            </a:extLst>
          </a:blip>
          <a:srcRect l="23069" t="777" r="6705" b="46554"/>
          <a:stretch/>
        </p:blipFill>
        <p:spPr>
          <a:xfrm>
            <a:off x="3603758" y="3948865"/>
            <a:ext cx="1173163" cy="1173163"/>
          </a:xfrm>
          <a:custGeom>
            <a:avLst/>
            <a:gdLst>
              <a:gd name="connsiteX0" fmla="*/ 0 w 1173163"/>
              <a:gd name="connsiteY0" fmla="*/ 0 h 1173163"/>
              <a:gd name="connsiteX1" fmla="*/ 1173163 w 1173163"/>
              <a:gd name="connsiteY1" fmla="*/ 0 h 1173163"/>
              <a:gd name="connsiteX2" fmla="*/ 1173163 w 1173163"/>
              <a:gd name="connsiteY2" fmla="*/ 1173163 h 1173163"/>
              <a:gd name="connsiteX3" fmla="*/ 0 w 1173163"/>
              <a:gd name="connsiteY3" fmla="*/ 1173163 h 1173163"/>
            </a:gdLst>
            <a:ahLst/>
            <a:cxnLst>
              <a:cxn ang="0">
                <a:pos x="connsiteX0" y="connsiteY0"/>
              </a:cxn>
              <a:cxn ang="0">
                <a:pos x="connsiteX1" y="connsiteY1"/>
              </a:cxn>
              <a:cxn ang="0">
                <a:pos x="connsiteX2" y="connsiteY2"/>
              </a:cxn>
              <a:cxn ang="0">
                <a:pos x="connsiteX3" y="connsiteY3"/>
              </a:cxn>
            </a:cxnLst>
            <a:rect l="l" t="t" r="r" b="b"/>
            <a:pathLst>
              <a:path w="1173163" h="1173163">
                <a:moveTo>
                  <a:pt x="0" y="0"/>
                </a:moveTo>
                <a:lnTo>
                  <a:pt x="1173163" y="0"/>
                </a:lnTo>
                <a:lnTo>
                  <a:pt x="1173163" y="1173163"/>
                </a:lnTo>
                <a:lnTo>
                  <a:pt x="0" y="1173163"/>
                </a:lnTo>
                <a:close/>
              </a:path>
            </a:pathLst>
          </a:custGeom>
        </p:spPr>
      </p:pic>
      <p:pic>
        <p:nvPicPr>
          <p:cNvPr id="29" name="Picture 28">
            <a:extLst>
              <a:ext uri="{FF2B5EF4-FFF2-40B4-BE49-F238E27FC236}">
                <a16:creationId xmlns:a16="http://schemas.microsoft.com/office/drawing/2014/main" id="{10FC4F53-067D-4B28-89E1-BC84343E1632}"/>
              </a:ext>
            </a:extLst>
          </p:cNvPr>
          <p:cNvPicPr>
            <a:picLocks noChangeAspect="1"/>
          </p:cNvPicPr>
          <p:nvPr/>
        </p:nvPicPr>
        <p:blipFill>
          <a:blip r:embed="rId6"/>
          <a:srcRect l="10669" t="4811" r="18262" b="22418"/>
          <a:stretch/>
        </p:blipFill>
        <p:spPr>
          <a:xfrm>
            <a:off x="5842683" y="3948866"/>
            <a:ext cx="1173163" cy="1173163"/>
          </a:xfrm>
          <a:custGeom>
            <a:avLst/>
            <a:gdLst>
              <a:gd name="connsiteX0" fmla="*/ 0 w 1173163"/>
              <a:gd name="connsiteY0" fmla="*/ 0 h 1173163"/>
              <a:gd name="connsiteX1" fmla="*/ 1173163 w 1173163"/>
              <a:gd name="connsiteY1" fmla="*/ 0 h 1173163"/>
              <a:gd name="connsiteX2" fmla="*/ 1173163 w 1173163"/>
              <a:gd name="connsiteY2" fmla="*/ 1173163 h 1173163"/>
              <a:gd name="connsiteX3" fmla="*/ 0 w 1173163"/>
              <a:gd name="connsiteY3" fmla="*/ 1173163 h 1173163"/>
            </a:gdLst>
            <a:ahLst/>
            <a:cxnLst>
              <a:cxn ang="0">
                <a:pos x="connsiteX0" y="connsiteY0"/>
              </a:cxn>
              <a:cxn ang="0">
                <a:pos x="connsiteX1" y="connsiteY1"/>
              </a:cxn>
              <a:cxn ang="0">
                <a:pos x="connsiteX2" y="connsiteY2"/>
              </a:cxn>
              <a:cxn ang="0">
                <a:pos x="connsiteX3" y="connsiteY3"/>
              </a:cxn>
            </a:cxnLst>
            <a:rect l="l" t="t" r="r" b="b"/>
            <a:pathLst>
              <a:path w="1173163" h="1173163">
                <a:moveTo>
                  <a:pt x="0" y="0"/>
                </a:moveTo>
                <a:lnTo>
                  <a:pt x="1173163" y="0"/>
                </a:lnTo>
                <a:lnTo>
                  <a:pt x="1173163" y="1173163"/>
                </a:lnTo>
                <a:lnTo>
                  <a:pt x="0" y="1173163"/>
                </a:lnTo>
                <a:close/>
              </a:path>
            </a:pathLst>
          </a:custGeom>
        </p:spPr>
      </p:pic>
      <p:sp>
        <p:nvSpPr>
          <p:cNvPr id="31" name="Content Placeholder 19">
            <a:extLst>
              <a:ext uri="{FF2B5EF4-FFF2-40B4-BE49-F238E27FC236}">
                <a16:creationId xmlns:a16="http://schemas.microsoft.com/office/drawing/2014/main" id="{E199071A-440C-35C7-494C-3E401A376A70}"/>
              </a:ext>
            </a:extLst>
          </p:cNvPr>
          <p:cNvSpPr txBox="1">
            <a:spLocks/>
          </p:cNvSpPr>
          <p:nvPr/>
        </p:nvSpPr>
        <p:spPr>
          <a:xfrm>
            <a:off x="8066340" y="5238094"/>
            <a:ext cx="1548000" cy="529144"/>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200"/>
              <a:t>Nikita </a:t>
            </a:r>
            <a:r>
              <a:rPr lang="en-GB" sz="1200" err="1"/>
              <a:t>Krasnoyarov</a:t>
            </a:r>
            <a:r>
              <a:rPr lang="en-GB" sz="1200"/>
              <a:t> </a:t>
            </a:r>
          </a:p>
          <a:p>
            <a:pPr lvl="1">
              <a:lnSpc>
                <a:spcPct val="100000"/>
              </a:lnSpc>
              <a:spcBef>
                <a:spcPts val="0"/>
              </a:spcBef>
            </a:pPr>
            <a:r>
              <a:rPr lang="en-GB" sz="1050"/>
              <a:t>Web Designer</a:t>
            </a:r>
          </a:p>
          <a:p>
            <a:pPr lvl="1">
              <a:lnSpc>
                <a:spcPct val="100000"/>
              </a:lnSpc>
              <a:spcBef>
                <a:spcPts val="0"/>
              </a:spcBef>
            </a:pPr>
            <a:endParaRPr lang="en-GB" sz="1050"/>
          </a:p>
        </p:txBody>
      </p:sp>
      <p:pic>
        <p:nvPicPr>
          <p:cNvPr id="33" name="Picture 32">
            <a:extLst>
              <a:ext uri="{FF2B5EF4-FFF2-40B4-BE49-F238E27FC236}">
                <a16:creationId xmlns:a16="http://schemas.microsoft.com/office/drawing/2014/main" id="{40E1862F-06AD-5BEE-1519-3AA09BECFC9B}"/>
              </a:ext>
            </a:extLst>
          </p:cNvPr>
          <p:cNvPicPr>
            <a:picLocks noChangeAspect="1"/>
          </p:cNvPicPr>
          <p:nvPr/>
        </p:nvPicPr>
        <p:blipFill>
          <a:blip r:embed="rId7"/>
          <a:srcRect l="7656" t="7599" r="11649" b="23758"/>
          <a:stretch/>
        </p:blipFill>
        <p:spPr>
          <a:xfrm>
            <a:off x="8066340" y="3952689"/>
            <a:ext cx="1173163" cy="1173163"/>
          </a:xfrm>
          <a:custGeom>
            <a:avLst/>
            <a:gdLst>
              <a:gd name="connsiteX0" fmla="*/ 0 w 1173163"/>
              <a:gd name="connsiteY0" fmla="*/ 0 h 1173163"/>
              <a:gd name="connsiteX1" fmla="*/ 1173163 w 1173163"/>
              <a:gd name="connsiteY1" fmla="*/ 0 h 1173163"/>
              <a:gd name="connsiteX2" fmla="*/ 1173163 w 1173163"/>
              <a:gd name="connsiteY2" fmla="*/ 1173163 h 1173163"/>
              <a:gd name="connsiteX3" fmla="*/ 0 w 1173163"/>
              <a:gd name="connsiteY3" fmla="*/ 1173163 h 1173163"/>
            </a:gdLst>
            <a:ahLst/>
            <a:cxnLst>
              <a:cxn ang="0">
                <a:pos x="connsiteX0" y="connsiteY0"/>
              </a:cxn>
              <a:cxn ang="0">
                <a:pos x="connsiteX1" y="connsiteY1"/>
              </a:cxn>
              <a:cxn ang="0">
                <a:pos x="connsiteX2" y="connsiteY2"/>
              </a:cxn>
              <a:cxn ang="0">
                <a:pos x="connsiteX3" y="connsiteY3"/>
              </a:cxn>
            </a:cxnLst>
            <a:rect l="l" t="t" r="r" b="b"/>
            <a:pathLst>
              <a:path w="1173163" h="1173163">
                <a:moveTo>
                  <a:pt x="0" y="0"/>
                </a:moveTo>
                <a:lnTo>
                  <a:pt x="1173163" y="0"/>
                </a:lnTo>
                <a:lnTo>
                  <a:pt x="1173163" y="1173163"/>
                </a:lnTo>
                <a:lnTo>
                  <a:pt x="0" y="1173163"/>
                </a:lnTo>
                <a:close/>
              </a:path>
            </a:pathLst>
          </a:custGeom>
        </p:spPr>
      </p:pic>
      <p:pic>
        <p:nvPicPr>
          <p:cNvPr id="35" name="Picture 34" descr="A person standing in front of a wall&#10;&#10;AI-generated content may be incorrect.">
            <a:extLst>
              <a:ext uri="{FF2B5EF4-FFF2-40B4-BE49-F238E27FC236}">
                <a16:creationId xmlns:a16="http://schemas.microsoft.com/office/drawing/2014/main" id="{FBC578F0-A681-0D72-73AE-D528F277A8BF}"/>
              </a:ext>
            </a:extLst>
          </p:cNvPr>
          <p:cNvPicPr>
            <a:picLocks noChangeAspect="1"/>
          </p:cNvPicPr>
          <p:nvPr/>
        </p:nvPicPr>
        <p:blipFill>
          <a:blip r:embed="rId8"/>
          <a:srcRect l="30894" t="13881" r="25315" b="57933"/>
          <a:stretch>
            <a:fillRect/>
          </a:stretch>
        </p:blipFill>
        <p:spPr>
          <a:xfrm>
            <a:off x="3603758" y="1406525"/>
            <a:ext cx="1223237" cy="1173163"/>
          </a:xfrm>
          <a:prstGeom prst="rect">
            <a:avLst/>
          </a:prstGeom>
        </p:spPr>
      </p:pic>
      <p:sp>
        <p:nvSpPr>
          <p:cNvPr id="37" name="Content Placeholder 19">
            <a:extLst>
              <a:ext uri="{FF2B5EF4-FFF2-40B4-BE49-F238E27FC236}">
                <a16:creationId xmlns:a16="http://schemas.microsoft.com/office/drawing/2014/main" id="{1F729331-D92B-31A5-BED0-B16E955D47E1}"/>
              </a:ext>
            </a:extLst>
          </p:cNvPr>
          <p:cNvSpPr txBox="1">
            <a:spLocks/>
          </p:cNvSpPr>
          <p:nvPr/>
        </p:nvSpPr>
        <p:spPr>
          <a:xfrm>
            <a:off x="5842683" y="2703510"/>
            <a:ext cx="1548000" cy="642939"/>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200"/>
              <a:t>Altynay </a:t>
            </a:r>
            <a:r>
              <a:rPr lang="en-GB" sz="1200" err="1"/>
              <a:t>Muslimkhan</a:t>
            </a:r>
            <a:endParaRPr lang="en-GB" sz="1200"/>
          </a:p>
          <a:p>
            <a:pPr>
              <a:spcBef>
                <a:spcPts val="0"/>
              </a:spcBef>
              <a:spcAft>
                <a:spcPts val="600"/>
              </a:spcAft>
            </a:pPr>
            <a:r>
              <a:rPr lang="en-GB" sz="1050"/>
              <a:t>Senior Associate</a:t>
            </a:r>
          </a:p>
          <a:p>
            <a:pPr lvl="1">
              <a:lnSpc>
                <a:spcPct val="100000"/>
              </a:lnSpc>
              <a:spcBef>
                <a:spcPts val="0"/>
              </a:spcBef>
            </a:pPr>
            <a:r>
              <a:rPr lang="en-GB" sz="1050"/>
              <a:t>Advisory &amp; Assurance Marketing</a:t>
            </a:r>
          </a:p>
          <a:p>
            <a:pPr lvl="1">
              <a:lnSpc>
                <a:spcPct val="100000"/>
              </a:lnSpc>
              <a:spcBef>
                <a:spcPts val="0"/>
              </a:spcBef>
              <a:spcAft>
                <a:spcPts val="600"/>
              </a:spcAft>
            </a:pPr>
            <a:endParaRPr lang="en-GB" sz="1050"/>
          </a:p>
        </p:txBody>
      </p:sp>
      <p:pic>
        <p:nvPicPr>
          <p:cNvPr id="39" name="Picture 38">
            <a:extLst>
              <a:ext uri="{FF2B5EF4-FFF2-40B4-BE49-F238E27FC236}">
                <a16:creationId xmlns:a16="http://schemas.microsoft.com/office/drawing/2014/main" id="{313EEB69-A6C9-0CBD-1837-02A8D6F4A554}"/>
              </a:ext>
            </a:extLst>
          </p:cNvPr>
          <p:cNvPicPr>
            <a:picLocks noChangeAspect="1"/>
          </p:cNvPicPr>
          <p:nvPr/>
        </p:nvPicPr>
        <p:blipFill>
          <a:blip r:embed="rId9"/>
          <a:srcRect l="-1" t="-158" r="5776" b="12135"/>
          <a:stretch>
            <a:fillRect/>
          </a:stretch>
        </p:blipFill>
        <p:spPr>
          <a:xfrm>
            <a:off x="5842683" y="1406525"/>
            <a:ext cx="1200317" cy="1190624"/>
          </a:xfrm>
          <a:prstGeom prst="rect">
            <a:avLst/>
          </a:prstGeom>
        </p:spPr>
      </p:pic>
      <p:sp>
        <p:nvSpPr>
          <p:cNvPr id="41" name="Content Placeholder 19">
            <a:extLst>
              <a:ext uri="{FF2B5EF4-FFF2-40B4-BE49-F238E27FC236}">
                <a16:creationId xmlns:a16="http://schemas.microsoft.com/office/drawing/2014/main" id="{DABE7F94-C321-70C8-42B7-244F1256A8E0}"/>
              </a:ext>
            </a:extLst>
          </p:cNvPr>
          <p:cNvSpPr txBox="1">
            <a:spLocks/>
          </p:cNvSpPr>
          <p:nvPr/>
        </p:nvSpPr>
        <p:spPr>
          <a:xfrm>
            <a:off x="3603758" y="2701119"/>
            <a:ext cx="1717542" cy="1065183"/>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200"/>
              <a:t>Marina Karpova</a:t>
            </a:r>
          </a:p>
          <a:p>
            <a:pPr lvl="1">
              <a:lnSpc>
                <a:spcPct val="100000"/>
              </a:lnSpc>
              <a:spcBef>
                <a:spcPts val="0"/>
              </a:spcBef>
              <a:spcAft>
                <a:spcPts val="600"/>
              </a:spcAft>
            </a:pPr>
            <a:r>
              <a:rPr lang="en-GB" sz="1050"/>
              <a:t>Senior Associate</a:t>
            </a:r>
          </a:p>
          <a:p>
            <a:pPr lvl="1">
              <a:lnSpc>
                <a:spcPct val="100000"/>
              </a:lnSpc>
              <a:spcBef>
                <a:spcPts val="0"/>
              </a:spcBef>
            </a:pPr>
            <a:r>
              <a:rPr lang="en-GB" sz="1050"/>
              <a:t>Corp Sustainability</a:t>
            </a:r>
          </a:p>
          <a:p>
            <a:pPr lvl="1">
              <a:lnSpc>
                <a:spcPct val="100000"/>
              </a:lnSpc>
              <a:spcBef>
                <a:spcPts val="0"/>
              </a:spcBef>
            </a:pPr>
            <a:r>
              <a:rPr lang="en-GB" sz="1050"/>
              <a:t>CEO Survey</a:t>
            </a:r>
          </a:p>
          <a:p>
            <a:pPr lvl="1">
              <a:lnSpc>
                <a:spcPct val="100000"/>
              </a:lnSpc>
              <a:spcBef>
                <a:spcPts val="0"/>
              </a:spcBef>
            </a:pPr>
            <a:r>
              <a:rPr lang="en-GB" sz="1050"/>
              <a:t>PwC Brand Matters</a:t>
            </a:r>
          </a:p>
          <a:p>
            <a:pPr lvl="1">
              <a:lnSpc>
                <a:spcPct val="100000"/>
              </a:lnSpc>
              <a:spcBef>
                <a:spcPts val="0"/>
              </a:spcBef>
            </a:pPr>
            <a:r>
              <a:rPr lang="en-GB" sz="1050"/>
              <a:t>Client Greetings</a:t>
            </a:r>
          </a:p>
        </p:txBody>
      </p:sp>
    </p:spTree>
    <p:extLst>
      <p:ext uri="{BB962C8B-B14F-4D97-AF65-F5344CB8AC3E}">
        <p14:creationId xmlns:p14="http://schemas.microsoft.com/office/powerpoint/2010/main" val="3452254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3AF0A3-C448-0652-4118-2741A192C411}"/>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EF659FAE-8986-BD15-5BD6-A34F79D6052D}"/>
              </a:ext>
            </a:extLst>
          </p:cNvPr>
          <p:cNvSpPr>
            <a:spLocks noGrp="1"/>
          </p:cNvSpPr>
          <p:nvPr>
            <p:ph type="sldNum" sz="quarter" idx="4"/>
          </p:nvPr>
        </p:nvSpPr>
        <p:spPr/>
        <p:txBody>
          <a:bodyPr/>
          <a:lstStyle/>
          <a:p>
            <a:fld id="{3E6AC032-1535-134B-A583-D5E1DDD0D167}" type="slidenum">
              <a:rPr lang="en-US" smtClean="0"/>
              <a:pPr/>
              <a:t>4</a:t>
            </a:fld>
            <a:endParaRPr lang="en-US"/>
          </a:p>
        </p:txBody>
      </p:sp>
      <p:sp>
        <p:nvSpPr>
          <p:cNvPr id="5" name="Title 4">
            <a:extLst>
              <a:ext uri="{FF2B5EF4-FFF2-40B4-BE49-F238E27FC236}">
                <a16:creationId xmlns:a16="http://schemas.microsoft.com/office/drawing/2014/main" id="{AADEAB6C-F5C9-42FF-1070-8473D1DF9324}"/>
              </a:ext>
            </a:extLst>
          </p:cNvPr>
          <p:cNvSpPr>
            <a:spLocks noGrp="1"/>
          </p:cNvSpPr>
          <p:nvPr>
            <p:ph type="title"/>
          </p:nvPr>
        </p:nvSpPr>
        <p:spPr>
          <a:xfrm>
            <a:off x="370586" y="368301"/>
            <a:ext cx="4814189" cy="520699"/>
          </a:xfrm>
        </p:spPr>
        <p:txBody>
          <a:bodyPr/>
          <a:lstStyle/>
          <a:p>
            <a:r>
              <a:rPr lang="en-US"/>
              <a:t>Compliance with brand standards matters</a:t>
            </a:r>
          </a:p>
        </p:txBody>
      </p:sp>
      <p:sp>
        <p:nvSpPr>
          <p:cNvPr id="7" name="TextBox 6">
            <a:extLst>
              <a:ext uri="{FF2B5EF4-FFF2-40B4-BE49-F238E27FC236}">
                <a16:creationId xmlns:a16="http://schemas.microsoft.com/office/drawing/2014/main" id="{66890492-B200-31D4-B394-866F806A4E31}"/>
              </a:ext>
            </a:extLst>
          </p:cNvPr>
          <p:cNvSpPr txBox="1"/>
          <p:nvPr/>
        </p:nvSpPr>
        <p:spPr>
          <a:xfrm>
            <a:off x="370588" y="1816101"/>
            <a:ext cx="4709412" cy="4264024"/>
          </a:xfrm>
          <a:prstGeom prst="rect">
            <a:avLst/>
          </a:prstGeom>
          <a:solidFill>
            <a:srgbClr val="FFF5ED"/>
          </a:solidFill>
        </p:spPr>
        <p:txBody>
          <a:bodyPr wrap="square" lIns="252000" tIns="1800000" rIns="252000" bIns="252000" rtlCol="0">
            <a:noAutofit/>
          </a:bodyPr>
          <a:lstStyle/>
          <a:p>
            <a:pPr fontAlgn="base">
              <a:lnSpc>
                <a:spcPct val="125000"/>
              </a:lnSpc>
              <a:spcAft>
                <a:spcPts val="600"/>
              </a:spcAft>
            </a:pPr>
            <a:r>
              <a:rPr lang="ru-RU" sz="2000"/>
              <a:t>PwC </a:t>
            </a:r>
            <a:r>
              <a:rPr lang="ru-RU" sz="2000" err="1"/>
              <a:t>revenues</a:t>
            </a:r>
            <a:r>
              <a:rPr lang="ru-RU" sz="2000"/>
              <a:t> reached a </a:t>
            </a:r>
            <a:r>
              <a:rPr lang="ru-RU" sz="2000" err="1"/>
              <a:t>new</a:t>
            </a:r>
            <a:r>
              <a:rPr lang="ru-RU" sz="2000"/>
              <a:t> </a:t>
            </a:r>
            <a:r>
              <a:rPr lang="ru-RU" sz="2000" err="1"/>
              <a:t>high</a:t>
            </a:r>
            <a:r>
              <a:rPr lang="ru-RU" sz="2000"/>
              <a:t> </a:t>
            </a:r>
            <a:r>
              <a:rPr lang="ru-RU" sz="2000" err="1"/>
              <a:t>of</a:t>
            </a:r>
            <a:r>
              <a:rPr lang="ru-RU" sz="2000"/>
              <a:t> </a:t>
            </a:r>
            <a:r>
              <a:rPr lang="ru-RU" sz="2000" b="1">
                <a:solidFill>
                  <a:schemeClr val="accent1"/>
                </a:solidFill>
              </a:rPr>
              <a:t>US$56.9 </a:t>
            </a:r>
            <a:r>
              <a:rPr lang="ru-RU" sz="2000" err="1"/>
              <a:t>billion</a:t>
            </a:r>
            <a:r>
              <a:rPr lang="ru-RU" sz="2000"/>
              <a:t>, </a:t>
            </a:r>
            <a:r>
              <a:rPr lang="ru-RU" sz="2000" err="1"/>
              <a:t>reflecting</a:t>
            </a:r>
            <a:r>
              <a:rPr lang="ru-RU" sz="2000"/>
              <a:t> </a:t>
            </a:r>
            <a:r>
              <a:rPr lang="ru-RU" sz="2000" err="1"/>
              <a:t>the</a:t>
            </a:r>
            <a:r>
              <a:rPr lang="ru-RU" sz="2000"/>
              <a:t> </a:t>
            </a:r>
            <a:r>
              <a:rPr lang="ru-RU" sz="2000" err="1"/>
              <a:t>quality</a:t>
            </a:r>
            <a:r>
              <a:rPr lang="ru-RU" sz="2000"/>
              <a:t> </a:t>
            </a:r>
            <a:r>
              <a:rPr lang="ru-RU" sz="2000" err="1"/>
              <a:t>and</a:t>
            </a:r>
            <a:r>
              <a:rPr lang="ru-RU" sz="2000"/>
              <a:t> </a:t>
            </a:r>
            <a:r>
              <a:rPr lang="ru-RU" sz="2000" err="1"/>
              <a:t>impact</a:t>
            </a:r>
            <a:r>
              <a:rPr lang="ru-RU" sz="2000"/>
              <a:t> </a:t>
            </a:r>
            <a:r>
              <a:rPr lang="ru-RU" sz="2000" err="1"/>
              <a:t>of</a:t>
            </a:r>
            <a:r>
              <a:rPr lang="ru-RU" sz="2000"/>
              <a:t> </a:t>
            </a:r>
            <a:r>
              <a:rPr lang="ru-RU" sz="2000" err="1"/>
              <a:t>the</a:t>
            </a:r>
            <a:r>
              <a:rPr lang="ru-RU" sz="2000"/>
              <a:t> </a:t>
            </a:r>
            <a:r>
              <a:rPr lang="ru-RU" sz="2000" err="1"/>
              <a:t>work</a:t>
            </a:r>
            <a:r>
              <a:rPr lang="ru-RU" sz="2000"/>
              <a:t> </a:t>
            </a:r>
            <a:r>
              <a:rPr lang="ru-RU" sz="2000" err="1"/>
              <a:t>delivered</a:t>
            </a:r>
            <a:r>
              <a:rPr lang="ru-RU" sz="2000"/>
              <a:t> </a:t>
            </a:r>
            <a:r>
              <a:rPr lang="ru-RU" sz="2000" err="1"/>
              <a:t>by</a:t>
            </a:r>
            <a:r>
              <a:rPr lang="ru-RU" sz="2000"/>
              <a:t> </a:t>
            </a:r>
            <a:r>
              <a:rPr lang="ru-RU" sz="2000" err="1"/>
              <a:t>our</a:t>
            </a:r>
            <a:r>
              <a:rPr lang="ru-RU" sz="2000"/>
              <a:t> </a:t>
            </a:r>
            <a:r>
              <a:rPr lang="ru-RU" sz="2000" b="1">
                <a:solidFill>
                  <a:schemeClr val="accent1"/>
                </a:solidFill>
              </a:rPr>
              <a:t>364,000</a:t>
            </a:r>
            <a:r>
              <a:rPr lang="ru-RU" sz="2000"/>
              <a:t> </a:t>
            </a:r>
            <a:r>
              <a:rPr lang="ru-RU" sz="2000" err="1"/>
              <a:t>people</a:t>
            </a:r>
            <a:r>
              <a:rPr lang="ru-RU" sz="2000"/>
              <a:t> </a:t>
            </a:r>
            <a:r>
              <a:rPr lang="ru-RU" sz="2000" err="1"/>
              <a:t>around</a:t>
            </a:r>
            <a:r>
              <a:rPr lang="ru-RU" sz="2000"/>
              <a:t> </a:t>
            </a:r>
            <a:r>
              <a:rPr lang="ru-RU" sz="2000" err="1"/>
              <a:t>the</a:t>
            </a:r>
            <a:r>
              <a:rPr lang="ru-RU" sz="2000"/>
              <a:t> Globe </a:t>
            </a:r>
            <a:r>
              <a:rPr lang="ru-RU" sz="2000" err="1"/>
              <a:t>for</a:t>
            </a:r>
            <a:r>
              <a:rPr lang="ru-RU" sz="2000"/>
              <a:t> </a:t>
            </a:r>
            <a:r>
              <a:rPr lang="ru-RU" sz="2000" b="1">
                <a:solidFill>
                  <a:schemeClr val="accent1"/>
                </a:solidFill>
              </a:rPr>
              <a:t>82%</a:t>
            </a:r>
            <a:r>
              <a:rPr lang="ru-RU" sz="2000"/>
              <a:t> </a:t>
            </a:r>
            <a:r>
              <a:rPr lang="ru-RU" sz="2000" err="1"/>
              <a:t>of</a:t>
            </a:r>
            <a:r>
              <a:rPr lang="ru-RU" sz="2000"/>
              <a:t> </a:t>
            </a:r>
            <a:r>
              <a:rPr lang="ru-RU" sz="2000" err="1"/>
              <a:t>the</a:t>
            </a:r>
            <a:r>
              <a:rPr lang="ru-RU" sz="2000"/>
              <a:t> Fortune Global 500 </a:t>
            </a:r>
            <a:r>
              <a:rPr lang="ru-RU" sz="2000" err="1"/>
              <a:t>clients</a:t>
            </a:r>
            <a:r>
              <a:rPr lang="ru-RU" sz="2000"/>
              <a:t>. </a:t>
            </a:r>
            <a:endParaRPr lang="en-US" sz="2000"/>
          </a:p>
        </p:txBody>
      </p:sp>
      <p:sp>
        <p:nvSpPr>
          <p:cNvPr id="8" name="TextBox 7">
            <a:extLst>
              <a:ext uri="{FF2B5EF4-FFF2-40B4-BE49-F238E27FC236}">
                <a16:creationId xmlns:a16="http://schemas.microsoft.com/office/drawing/2014/main" id="{B96E5998-B836-1CF8-3D89-F9FD27DBFB38}"/>
              </a:ext>
            </a:extLst>
          </p:cNvPr>
          <p:cNvSpPr txBox="1"/>
          <p:nvPr/>
        </p:nvSpPr>
        <p:spPr>
          <a:xfrm>
            <a:off x="6042025" y="4518025"/>
            <a:ext cx="5781675" cy="1622469"/>
          </a:xfrm>
          <a:prstGeom prst="rect">
            <a:avLst/>
          </a:prstGeom>
          <a:noFill/>
        </p:spPr>
        <p:txBody>
          <a:bodyPr wrap="square" lIns="0" tIns="0" rIns="0" bIns="0" rtlCol="0">
            <a:noAutofit/>
          </a:bodyPr>
          <a:lstStyle/>
          <a:p>
            <a:pPr fontAlgn="base">
              <a:lnSpc>
                <a:spcPct val="125000"/>
              </a:lnSpc>
              <a:spcAft>
                <a:spcPts val="600"/>
              </a:spcAft>
            </a:pPr>
            <a:r>
              <a:rPr lang="en-US" sz="2000"/>
              <a:t>Hence</a:t>
            </a:r>
            <a:r>
              <a:rPr lang="ru-RU" sz="2000"/>
              <a:t>, </a:t>
            </a:r>
            <a:r>
              <a:rPr lang="en-US" sz="2000" b="1"/>
              <a:t>PwC </a:t>
            </a:r>
            <a:r>
              <a:rPr lang="ru-RU" sz="2000" b="1" err="1"/>
              <a:t>brand</a:t>
            </a:r>
            <a:r>
              <a:rPr lang="ru-RU" sz="2000" b="1"/>
              <a:t> </a:t>
            </a:r>
            <a:r>
              <a:rPr lang="ru-RU" sz="2000" err="1"/>
              <a:t>positioning</a:t>
            </a:r>
            <a:r>
              <a:rPr lang="ru-RU" sz="2000"/>
              <a:t> — </a:t>
            </a:r>
            <a:r>
              <a:rPr lang="ru-RU" sz="2000" err="1"/>
              <a:t>including</a:t>
            </a:r>
            <a:r>
              <a:rPr lang="ru-RU" sz="2000"/>
              <a:t> </a:t>
            </a:r>
            <a:r>
              <a:rPr lang="ru-RU" sz="2000" err="1"/>
              <a:t>the</a:t>
            </a:r>
            <a:r>
              <a:rPr lang="ru-RU" sz="2000"/>
              <a:t> </a:t>
            </a:r>
            <a:r>
              <a:rPr lang="ru-RU" sz="2000" err="1"/>
              <a:t>use</a:t>
            </a:r>
            <a:r>
              <a:rPr lang="ru-RU" sz="2000"/>
              <a:t> </a:t>
            </a:r>
            <a:r>
              <a:rPr lang="ru-RU" sz="2000" err="1"/>
              <a:t>of</a:t>
            </a:r>
            <a:r>
              <a:rPr lang="ru-RU" sz="2000"/>
              <a:t> </a:t>
            </a:r>
            <a:r>
              <a:rPr lang="ru-RU" sz="2000" err="1"/>
              <a:t>our</a:t>
            </a:r>
            <a:r>
              <a:rPr lang="ru-RU" sz="2000"/>
              <a:t> </a:t>
            </a:r>
            <a:r>
              <a:rPr lang="ru-RU" sz="2000" err="1"/>
              <a:t>logo</a:t>
            </a:r>
            <a:r>
              <a:rPr lang="ru-RU" sz="2000"/>
              <a:t>, </a:t>
            </a:r>
            <a:r>
              <a:rPr lang="ru-RU" sz="2000" err="1"/>
              <a:t>brand</a:t>
            </a:r>
            <a:r>
              <a:rPr lang="ru-RU" sz="2000"/>
              <a:t> </a:t>
            </a:r>
            <a:r>
              <a:rPr lang="ru-RU" sz="2000" err="1"/>
              <a:t>standards</a:t>
            </a:r>
            <a:r>
              <a:rPr lang="ru-RU" sz="2000"/>
              <a:t> </a:t>
            </a:r>
            <a:r>
              <a:rPr lang="ru-RU" sz="2000" err="1"/>
              <a:t>and</a:t>
            </a:r>
            <a:r>
              <a:rPr lang="ru-RU" sz="2000"/>
              <a:t> </a:t>
            </a:r>
            <a:r>
              <a:rPr lang="ru-RU" sz="2000" err="1"/>
              <a:t>colors</a:t>
            </a:r>
            <a:r>
              <a:rPr lang="ru-RU" sz="2000"/>
              <a:t>, </a:t>
            </a:r>
            <a:r>
              <a:rPr lang="ru-RU" sz="2000" err="1"/>
              <a:t>and</a:t>
            </a:r>
            <a:r>
              <a:rPr lang="ru-RU" sz="2000"/>
              <a:t> </a:t>
            </a:r>
            <a:r>
              <a:rPr lang="ru-RU" sz="2000" err="1"/>
              <a:t>tone</a:t>
            </a:r>
            <a:r>
              <a:rPr lang="ru-RU" sz="2000"/>
              <a:t> </a:t>
            </a:r>
            <a:r>
              <a:rPr lang="ru-RU" sz="2000" err="1"/>
              <a:t>of</a:t>
            </a:r>
            <a:r>
              <a:rPr lang="ru-RU" sz="2000"/>
              <a:t> </a:t>
            </a:r>
            <a:r>
              <a:rPr lang="ru-RU" sz="2000" err="1"/>
              <a:t>voice</a:t>
            </a:r>
            <a:r>
              <a:rPr lang="ru-RU" sz="2000"/>
              <a:t> — </a:t>
            </a:r>
            <a:r>
              <a:rPr lang="ru-RU" sz="2000" err="1"/>
              <a:t>is</a:t>
            </a:r>
            <a:r>
              <a:rPr lang="ru-RU" sz="2000"/>
              <a:t> </a:t>
            </a:r>
            <a:r>
              <a:rPr lang="ru-RU" sz="2000" err="1"/>
              <a:t>crucial</a:t>
            </a:r>
            <a:r>
              <a:rPr lang="ru-RU" sz="2000"/>
              <a:t> </a:t>
            </a:r>
            <a:r>
              <a:rPr lang="ru-RU" sz="2000" err="1"/>
              <a:t>for</a:t>
            </a:r>
            <a:r>
              <a:rPr lang="ru-RU" sz="2000"/>
              <a:t> </a:t>
            </a:r>
            <a:r>
              <a:rPr lang="ru-RU" sz="2000" err="1"/>
              <a:t>the</a:t>
            </a:r>
            <a:r>
              <a:rPr lang="ru-RU" sz="2000"/>
              <a:t> </a:t>
            </a:r>
            <a:r>
              <a:rPr lang="ru-RU" sz="2000" err="1"/>
              <a:t>correct</a:t>
            </a:r>
            <a:r>
              <a:rPr lang="ru-RU" sz="2000"/>
              <a:t> </a:t>
            </a:r>
            <a:r>
              <a:rPr lang="ru-RU" sz="2000" err="1"/>
              <a:t>positioning</a:t>
            </a:r>
            <a:r>
              <a:rPr lang="ru-RU" sz="2000"/>
              <a:t> </a:t>
            </a:r>
            <a:r>
              <a:rPr lang="ru-RU" sz="2000" err="1"/>
              <a:t>and</a:t>
            </a:r>
            <a:r>
              <a:rPr lang="ru-RU" sz="2000"/>
              <a:t> </a:t>
            </a:r>
            <a:r>
              <a:rPr lang="ru-RU" sz="2000" err="1"/>
              <a:t>recognition</a:t>
            </a:r>
            <a:r>
              <a:rPr lang="ru-RU" sz="2000"/>
              <a:t> </a:t>
            </a:r>
            <a:r>
              <a:rPr lang="ru-RU" sz="2000" err="1"/>
              <a:t>of</a:t>
            </a:r>
            <a:r>
              <a:rPr lang="ru-RU" sz="2000"/>
              <a:t> </a:t>
            </a:r>
            <a:r>
              <a:rPr lang="ru-RU" sz="2000" err="1"/>
              <a:t>our</a:t>
            </a:r>
            <a:r>
              <a:rPr lang="ru-RU" sz="2000"/>
              <a:t> </a:t>
            </a:r>
            <a:r>
              <a:rPr lang="ru-RU" sz="2000" err="1"/>
              <a:t>brand</a:t>
            </a:r>
            <a:r>
              <a:rPr lang="ru-RU" sz="2000"/>
              <a:t> </a:t>
            </a:r>
            <a:r>
              <a:rPr lang="ru-RU" sz="2000" err="1"/>
              <a:t>in</a:t>
            </a:r>
            <a:r>
              <a:rPr lang="ru-RU" sz="2000"/>
              <a:t> </a:t>
            </a:r>
            <a:r>
              <a:rPr lang="ru-RU" sz="2000" err="1"/>
              <a:t>the</a:t>
            </a:r>
            <a:r>
              <a:rPr lang="ru-RU" sz="2000"/>
              <a:t> </a:t>
            </a:r>
            <a:r>
              <a:rPr lang="ru-RU" sz="2000" err="1"/>
              <a:t>market</a:t>
            </a:r>
            <a:r>
              <a:rPr lang="ru-RU" sz="2000"/>
              <a:t>.</a:t>
            </a:r>
            <a:endParaRPr lang="en-US" sz="2000"/>
          </a:p>
        </p:txBody>
      </p:sp>
      <p:pic>
        <p:nvPicPr>
          <p:cNvPr id="10" name="Graphic 9">
            <a:extLst>
              <a:ext uri="{FF2B5EF4-FFF2-40B4-BE49-F238E27FC236}">
                <a16:creationId xmlns:a16="http://schemas.microsoft.com/office/drawing/2014/main" id="{13A46406-1826-4CE5-3DF6-B2D0E7481D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6433" y="2081305"/>
            <a:ext cx="1173705" cy="1173705"/>
          </a:xfrm>
          <a:prstGeom prst="rect">
            <a:avLst/>
          </a:prstGeom>
        </p:spPr>
      </p:pic>
      <p:pic>
        <p:nvPicPr>
          <p:cNvPr id="11" name="Picture Placeholder 35">
            <a:extLst>
              <a:ext uri="{FF2B5EF4-FFF2-40B4-BE49-F238E27FC236}">
                <a16:creationId xmlns:a16="http://schemas.microsoft.com/office/drawing/2014/main" id="{F2E79E89-561C-DA0B-F2EF-C07782EE325A}"/>
              </a:ext>
            </a:extLst>
          </p:cNvPr>
          <p:cNvPicPr>
            <a:picLocks noChangeAspect="1"/>
          </p:cNvPicPr>
          <p:nvPr/>
        </p:nvPicPr>
        <p:blipFill>
          <a:blip r:embed="rId4">
            <a:extLst>
              <a:ext uri="{28A0092B-C50C-407E-A947-70E740481C1C}">
                <a14:useLocalDpi xmlns:a14="http://schemas.microsoft.com/office/drawing/2010/main" val="0"/>
              </a:ext>
            </a:extLst>
          </a:blip>
          <a:srcRect t="12626" r="11816" b="809"/>
          <a:stretch>
            <a:fillRect/>
          </a:stretch>
        </p:blipFill>
        <p:spPr>
          <a:xfrm>
            <a:off x="6042024" y="368300"/>
            <a:ext cx="5781675" cy="3782304"/>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rgbClr val="EBEBEB"/>
          </a:solidFill>
        </p:spPr>
      </p:pic>
    </p:spTree>
    <p:extLst>
      <p:ext uri="{BB962C8B-B14F-4D97-AF65-F5344CB8AC3E}">
        <p14:creationId xmlns:p14="http://schemas.microsoft.com/office/powerpoint/2010/main" val="2980027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7AC7D3FB-B7E1-9616-6D61-E49931E06BF3}"/>
              </a:ext>
            </a:extLst>
          </p:cNvPr>
          <p:cNvSpPr>
            <a:spLocks noGrp="1"/>
          </p:cNvSpPr>
          <p:nvPr>
            <p:ph type="title"/>
          </p:nvPr>
        </p:nvSpPr>
        <p:spPr/>
        <p:txBody>
          <a:bodyPr/>
          <a:lstStyle/>
          <a:p>
            <a:r>
              <a:rPr lang="en-GB" noProof="0"/>
              <a:t>Brand name &amp; </a:t>
            </a:r>
            <a:br>
              <a:rPr lang="en-GB" noProof="0"/>
            </a:br>
            <a:r>
              <a:rPr lang="en-GB" noProof="0"/>
              <a:t>Guidelines</a:t>
            </a:r>
          </a:p>
        </p:txBody>
      </p:sp>
      <p:sp>
        <p:nvSpPr>
          <p:cNvPr id="13" name="Text Placeholder 12">
            <a:extLst>
              <a:ext uri="{FF2B5EF4-FFF2-40B4-BE49-F238E27FC236}">
                <a16:creationId xmlns:a16="http://schemas.microsoft.com/office/drawing/2014/main" id="{39945831-7F63-4E83-9EE4-6F497E4001F9}"/>
              </a:ext>
            </a:extLst>
          </p:cNvPr>
          <p:cNvSpPr>
            <a:spLocks noGrp="1"/>
          </p:cNvSpPr>
          <p:nvPr>
            <p:ph type="body" idx="1"/>
          </p:nvPr>
        </p:nvSpPr>
        <p:spPr/>
        <p:txBody>
          <a:bodyPr/>
          <a:lstStyle/>
          <a:p>
            <a:r>
              <a:rPr lang="en-GB" noProof="0"/>
              <a:t>1</a:t>
            </a:r>
          </a:p>
        </p:txBody>
      </p:sp>
      <p:sp>
        <p:nvSpPr>
          <p:cNvPr id="2" name="Footer Placeholder 1">
            <a:extLst>
              <a:ext uri="{FF2B5EF4-FFF2-40B4-BE49-F238E27FC236}">
                <a16:creationId xmlns:a16="http://schemas.microsoft.com/office/drawing/2014/main" id="{EDA90BE5-06D4-CB53-B923-683524E3E5B2}"/>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PwC Brand Guidelines </a:t>
            </a:r>
          </a:p>
        </p:txBody>
      </p:sp>
      <p:sp>
        <p:nvSpPr>
          <p:cNvPr id="3" name="Slide Number Placeholder 2">
            <a:extLst>
              <a:ext uri="{FF2B5EF4-FFF2-40B4-BE49-F238E27FC236}">
                <a16:creationId xmlns:a16="http://schemas.microsoft.com/office/drawing/2014/main" id="{1ADB6433-10C5-42DA-56FD-E9965A5966D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430409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CCE9E-7C01-0B97-9D40-759890AC62E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8832479-6D66-1ED6-ED82-C84640EAD2BD}"/>
              </a:ext>
            </a:extLst>
          </p:cNvPr>
          <p:cNvSpPr>
            <a:spLocks noGrp="1"/>
          </p:cNvSpPr>
          <p:nvPr>
            <p:ph type="title"/>
          </p:nvPr>
        </p:nvSpPr>
        <p:spPr>
          <a:xfrm>
            <a:off x="370061" y="370062"/>
            <a:ext cx="3855863" cy="551718"/>
          </a:xfrm>
        </p:spPr>
        <p:txBody>
          <a:bodyPr/>
          <a:lstStyle/>
          <a:p>
            <a:r>
              <a:rPr lang="en-GB" noProof="0"/>
              <a:t>Our Name</a:t>
            </a:r>
          </a:p>
        </p:txBody>
      </p:sp>
      <p:sp>
        <p:nvSpPr>
          <p:cNvPr id="9" name="Content Placeholder 8">
            <a:extLst>
              <a:ext uri="{FF2B5EF4-FFF2-40B4-BE49-F238E27FC236}">
                <a16:creationId xmlns:a16="http://schemas.microsoft.com/office/drawing/2014/main" id="{611B9EDF-803F-11C6-6C09-37490AF5062D}"/>
              </a:ext>
            </a:extLst>
          </p:cNvPr>
          <p:cNvSpPr>
            <a:spLocks noGrp="1"/>
          </p:cNvSpPr>
          <p:nvPr>
            <p:ph idx="10"/>
          </p:nvPr>
        </p:nvSpPr>
        <p:spPr>
          <a:xfrm>
            <a:off x="5339943" y="1416150"/>
            <a:ext cx="5664100" cy="1955700"/>
          </a:xfrm>
        </p:spPr>
        <p:txBody>
          <a:bodyPr/>
          <a:lstStyle/>
          <a:p>
            <a:r>
              <a:rPr lang="en-US" sz="2000" noProof="0"/>
              <a:t>Our brand name is PwC</a:t>
            </a:r>
          </a:p>
          <a:p>
            <a:pPr lvl="1"/>
            <a:r>
              <a:rPr lang="en-US" sz="1800" noProof="0">
                <a:latin typeface="+mn-lt"/>
              </a:rPr>
              <a:t>In written and spoken communications, we always refer to ourselves as ‘PwC’, not ‘PricewaterhouseCoopers’</a:t>
            </a:r>
          </a:p>
          <a:p>
            <a:endParaRPr lang="en-GB" sz="2000" noProof="0"/>
          </a:p>
        </p:txBody>
      </p:sp>
      <p:sp>
        <p:nvSpPr>
          <p:cNvPr id="21" name="Content Placeholder 20">
            <a:extLst>
              <a:ext uri="{FF2B5EF4-FFF2-40B4-BE49-F238E27FC236}">
                <a16:creationId xmlns:a16="http://schemas.microsoft.com/office/drawing/2014/main" id="{CB6B34E1-E08C-7709-2FA0-BE512C9E38FA}"/>
              </a:ext>
            </a:extLst>
          </p:cNvPr>
          <p:cNvSpPr>
            <a:spLocks noGrp="1"/>
          </p:cNvSpPr>
          <p:nvPr>
            <p:ph idx="13"/>
          </p:nvPr>
        </p:nvSpPr>
        <p:spPr>
          <a:xfrm>
            <a:off x="5339942" y="3684589"/>
            <a:ext cx="5626507" cy="1763711"/>
          </a:xfrm>
        </p:spPr>
        <p:txBody>
          <a:bodyPr/>
          <a:lstStyle/>
          <a:p>
            <a:r>
              <a:rPr lang="en-GB" sz="2000" noProof="0"/>
              <a:t>Our legal name</a:t>
            </a:r>
          </a:p>
          <a:p>
            <a:pPr lvl="1"/>
            <a:r>
              <a:rPr lang="en-US" sz="1800" noProof="0">
                <a:latin typeface="+mn-lt"/>
              </a:rPr>
              <a:t>The legal entity names are: </a:t>
            </a:r>
          </a:p>
          <a:p>
            <a:pPr lvl="1"/>
            <a:r>
              <a:rPr lang="en-US" sz="1800" noProof="0">
                <a:latin typeface="+mn-lt"/>
              </a:rPr>
              <a:t>PricewaterhouseCoopers LLP</a:t>
            </a:r>
          </a:p>
          <a:p>
            <a:pPr lvl="1"/>
            <a:r>
              <a:rPr lang="en-US" sz="1800" noProof="0">
                <a:latin typeface="+mn-lt"/>
              </a:rPr>
              <a:t>PricewaterhouseCoopers Tax&amp;Advisory LLP</a:t>
            </a:r>
          </a:p>
          <a:p>
            <a:pPr lvl="1"/>
            <a:endParaRPr lang="en-US" sz="1800" noProof="0">
              <a:latin typeface="+mn-lt"/>
            </a:endParaRPr>
          </a:p>
        </p:txBody>
      </p:sp>
      <p:sp>
        <p:nvSpPr>
          <p:cNvPr id="2" name="Footer Placeholder 1">
            <a:extLst>
              <a:ext uri="{FF2B5EF4-FFF2-40B4-BE49-F238E27FC236}">
                <a16:creationId xmlns:a16="http://schemas.microsoft.com/office/drawing/2014/main" id="{AAF2872C-E407-249D-5831-283B4B58F2F1}"/>
              </a:ext>
            </a:extLst>
          </p:cNvPr>
          <p:cNvSpPr>
            <a:spLocks noGrp="1"/>
          </p:cNvSpPr>
          <p:nvPr>
            <p:ph type="ftr" sz="quarter" idx="3"/>
          </p:nvPr>
        </p:nvSpPr>
        <p:spPr>
          <a:xfrm>
            <a:off x="1066800" y="6497441"/>
            <a:ext cx="2592000" cy="16158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PwC Brand Guidelines </a:t>
            </a:r>
          </a:p>
        </p:txBody>
      </p:sp>
      <p:sp>
        <p:nvSpPr>
          <p:cNvPr id="3" name="Slide Number Placeholder 2">
            <a:extLst>
              <a:ext uri="{FF2B5EF4-FFF2-40B4-BE49-F238E27FC236}">
                <a16:creationId xmlns:a16="http://schemas.microsoft.com/office/drawing/2014/main" id="{D85103B7-A3B4-6085-5429-8A005887B4DB}"/>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pic>
        <p:nvPicPr>
          <p:cNvPr id="7" name="Picture Placeholder 6">
            <a:extLst>
              <a:ext uri="{FF2B5EF4-FFF2-40B4-BE49-F238E27FC236}">
                <a16:creationId xmlns:a16="http://schemas.microsoft.com/office/drawing/2014/main" id="{89771B77-8138-6655-F529-2E2B53509464}"/>
              </a:ext>
            </a:extLst>
          </p:cNvPr>
          <p:cNvPicPr>
            <a:picLocks noGrp="1" noChangeAspect="1"/>
          </p:cNvPicPr>
          <p:nvPr>
            <p:ph type="pic" sz="quarter" idx="11"/>
          </p:nvPr>
        </p:nvPicPr>
        <p:blipFill>
          <a:blip r:embed="rId3"/>
          <a:srcRect t="6405" b="6405"/>
          <a:stretch/>
        </p:blipFill>
        <p:spPr>
          <a:xfrm>
            <a:off x="370061" y="1064914"/>
            <a:ext cx="3649948" cy="2486022"/>
          </a:xfrm>
          <a:prstGeom prst="rect">
            <a:avLst/>
          </a:prstGeom>
        </p:spPr>
      </p:pic>
      <p:pic>
        <p:nvPicPr>
          <p:cNvPr id="11" name="Picture Placeholder 10">
            <a:extLst>
              <a:ext uri="{FF2B5EF4-FFF2-40B4-BE49-F238E27FC236}">
                <a16:creationId xmlns:a16="http://schemas.microsoft.com/office/drawing/2014/main" id="{C9794E56-1F27-1E1C-A815-4D7850D7F5A2}"/>
              </a:ext>
            </a:extLst>
          </p:cNvPr>
          <p:cNvPicPr>
            <a:picLocks noGrp="1" noChangeAspect="1"/>
          </p:cNvPicPr>
          <p:nvPr>
            <p:ph type="pic" sz="quarter" idx="12"/>
          </p:nvPr>
        </p:nvPicPr>
        <p:blipFill>
          <a:blip r:embed="rId4"/>
          <a:srcRect l="9643" t="-500" b="24516"/>
          <a:stretch>
            <a:fillRect/>
          </a:stretch>
        </p:blipFill>
        <p:spPr>
          <a:xfrm>
            <a:off x="370061" y="3655659"/>
            <a:ext cx="3649948" cy="2455068"/>
          </a:xfrm>
          <a:prstGeom prst="rect">
            <a:avLst/>
          </a:prstGeom>
        </p:spPr>
      </p:pic>
      <p:cxnSp>
        <p:nvCxnSpPr>
          <p:cNvPr id="13" name="Straight Connector 12">
            <a:extLst>
              <a:ext uri="{FF2B5EF4-FFF2-40B4-BE49-F238E27FC236}">
                <a16:creationId xmlns:a16="http://schemas.microsoft.com/office/drawing/2014/main" id="{4499DF94-1E14-9FBF-B387-DB2AC8992293}"/>
              </a:ext>
            </a:extLst>
          </p:cNvPr>
          <p:cNvCxnSpPr>
            <a:cxnSpLocks/>
          </p:cNvCxnSpPr>
          <p:nvPr/>
        </p:nvCxnSpPr>
        <p:spPr>
          <a:xfrm>
            <a:off x="5073143" y="1406525"/>
            <a:ext cx="0" cy="1095375"/>
          </a:xfrm>
          <a:prstGeom prst="line">
            <a:avLst/>
          </a:prstGeom>
          <a:ln w="285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ACFCEA5-A79E-AB39-9AE8-5313809D2937}"/>
              </a:ext>
            </a:extLst>
          </p:cNvPr>
          <p:cNvCxnSpPr>
            <a:cxnSpLocks/>
          </p:cNvCxnSpPr>
          <p:nvPr/>
        </p:nvCxnSpPr>
        <p:spPr>
          <a:xfrm>
            <a:off x="5073143" y="3655659"/>
            <a:ext cx="0" cy="1659291"/>
          </a:xfrm>
          <a:prstGeom prst="line">
            <a:avLst/>
          </a:prstGeom>
          <a:ln w="28575">
            <a:solidFill>
              <a:schemeClr val="accent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3842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BDBAD6-6ACC-694D-B0B4-073FD57A9510}"/>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87B9EBFA-8B1D-A0EB-09AA-2877E3B6A4DD}"/>
              </a:ext>
            </a:extLst>
          </p:cNvPr>
          <p:cNvSpPr>
            <a:spLocks noGrp="1"/>
          </p:cNvSpPr>
          <p:nvPr>
            <p:ph type="sldNum" sz="quarter" idx="4"/>
          </p:nvPr>
        </p:nvSpPr>
        <p:spPr/>
        <p:txBody>
          <a:bodyPr/>
          <a:lstStyle/>
          <a:p>
            <a:fld id="{3E6AC032-1535-134B-A583-D5E1DDD0D167}" type="slidenum">
              <a:rPr lang="en-US" smtClean="0"/>
              <a:pPr/>
              <a:t>7</a:t>
            </a:fld>
            <a:endParaRPr lang="en-US"/>
          </a:p>
        </p:txBody>
      </p:sp>
      <p:sp>
        <p:nvSpPr>
          <p:cNvPr id="5" name="Title 4">
            <a:extLst>
              <a:ext uri="{FF2B5EF4-FFF2-40B4-BE49-F238E27FC236}">
                <a16:creationId xmlns:a16="http://schemas.microsoft.com/office/drawing/2014/main" id="{8DA439BB-F36D-ADDA-01A8-AC5C661A46F7}"/>
              </a:ext>
            </a:extLst>
          </p:cNvPr>
          <p:cNvSpPr>
            <a:spLocks noGrp="1"/>
          </p:cNvSpPr>
          <p:nvPr>
            <p:ph type="title"/>
          </p:nvPr>
        </p:nvSpPr>
        <p:spPr>
          <a:xfrm>
            <a:off x="370586" y="368301"/>
            <a:ext cx="11453114" cy="520699"/>
          </a:xfrm>
        </p:spPr>
        <p:txBody>
          <a:bodyPr/>
          <a:lstStyle/>
          <a:p>
            <a:r>
              <a:rPr lang="en-GB"/>
              <a:t>The logo</a:t>
            </a:r>
            <a:endParaRPr lang="ru-RU"/>
          </a:p>
        </p:txBody>
      </p:sp>
      <p:sp>
        <p:nvSpPr>
          <p:cNvPr id="7" name="Google Shape;2743;g258da5bcf1b_0_5442">
            <a:extLst>
              <a:ext uri="{FF2B5EF4-FFF2-40B4-BE49-F238E27FC236}">
                <a16:creationId xmlns:a16="http://schemas.microsoft.com/office/drawing/2014/main" id="{49C24817-6B13-D7B1-F0D1-4A96C0A19F1A}"/>
              </a:ext>
            </a:extLst>
          </p:cNvPr>
          <p:cNvSpPr txBox="1">
            <a:spLocks/>
          </p:cNvSpPr>
          <p:nvPr/>
        </p:nvSpPr>
        <p:spPr>
          <a:xfrm>
            <a:off x="584443" y="1426412"/>
            <a:ext cx="6422782" cy="1015163"/>
          </a:xfrm>
          <a:prstGeom prst="rect">
            <a:avLst/>
          </a:prstGeom>
          <a:solidFill>
            <a:schemeClr val="bg1"/>
          </a:solid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SzPts val="1200"/>
            </a:pPr>
            <a:r>
              <a:rPr lang="ru-RU" sz="1800" b="0" err="1"/>
              <a:t>Coke</a:t>
            </a:r>
            <a:r>
              <a:rPr lang="ru-RU" sz="1800" b="0"/>
              <a:t> </a:t>
            </a:r>
            <a:r>
              <a:rPr lang="ru-RU" sz="1800" b="0" err="1"/>
              <a:t>is</a:t>
            </a:r>
            <a:r>
              <a:rPr lang="ru-RU" sz="1800" b="0"/>
              <a:t> red, Starbucks </a:t>
            </a:r>
            <a:r>
              <a:rPr lang="ru-RU" sz="1800" b="0" err="1"/>
              <a:t>is</a:t>
            </a:r>
            <a:r>
              <a:rPr lang="ru-RU" sz="1800" b="0"/>
              <a:t> </a:t>
            </a:r>
            <a:r>
              <a:rPr lang="ru-RU" sz="1800" b="0" err="1"/>
              <a:t>green</a:t>
            </a:r>
            <a:r>
              <a:rPr lang="ru-RU" sz="1800" b="0"/>
              <a:t>, </a:t>
            </a:r>
            <a:r>
              <a:rPr lang="ru-RU" sz="1800" b="0" err="1"/>
              <a:t>and</a:t>
            </a:r>
            <a:r>
              <a:rPr lang="ru-RU" sz="1800" b="0"/>
              <a:t> </a:t>
            </a:r>
            <a:r>
              <a:rPr lang="ru-RU" sz="1800"/>
              <a:t>PwC </a:t>
            </a:r>
            <a:r>
              <a:rPr lang="ru-RU" sz="1800" err="1"/>
              <a:t>is</a:t>
            </a:r>
            <a:r>
              <a:rPr lang="ru-RU" sz="1800"/>
              <a:t> </a:t>
            </a:r>
            <a:r>
              <a:rPr lang="ru-RU" sz="1800" err="1"/>
              <a:t>orange</a:t>
            </a:r>
            <a:r>
              <a:rPr lang="ru-RU" sz="1800" b="0"/>
              <a:t>. Always </a:t>
            </a:r>
            <a:r>
              <a:rPr lang="ru-RU" sz="1800" b="0" err="1"/>
              <a:t>use</a:t>
            </a:r>
            <a:r>
              <a:rPr lang="ru-RU" sz="1800" b="0"/>
              <a:t> </a:t>
            </a:r>
            <a:r>
              <a:rPr lang="ru-RU" sz="1800" b="0" err="1"/>
              <a:t>the</a:t>
            </a:r>
            <a:r>
              <a:rPr lang="ru-RU" sz="1800" b="0"/>
              <a:t> </a:t>
            </a:r>
            <a:r>
              <a:rPr lang="ru-RU" sz="1800" b="0" err="1"/>
              <a:t>full-color</a:t>
            </a:r>
            <a:r>
              <a:rPr lang="ru-RU" sz="1800" b="0"/>
              <a:t> </a:t>
            </a:r>
            <a:r>
              <a:rPr lang="ru-RU" sz="1800" b="0" err="1"/>
              <a:t>logo</a:t>
            </a:r>
            <a:r>
              <a:rPr lang="ru-RU" sz="1800" b="0"/>
              <a:t> </a:t>
            </a:r>
            <a:r>
              <a:rPr lang="ru-RU" sz="1800" b="0" err="1"/>
              <a:t>to</a:t>
            </a:r>
            <a:r>
              <a:rPr lang="ru-RU" sz="1800" b="0"/>
              <a:t> </a:t>
            </a:r>
            <a:r>
              <a:rPr lang="ru-RU" sz="1800" b="0" err="1"/>
              <a:t>ensure</a:t>
            </a:r>
            <a:r>
              <a:rPr lang="ru-RU" sz="1800" b="0"/>
              <a:t> PwC </a:t>
            </a:r>
            <a:r>
              <a:rPr lang="ru-RU" sz="1800" b="0" err="1"/>
              <a:t>is</a:t>
            </a:r>
            <a:r>
              <a:rPr lang="ru-RU" sz="1800" b="0"/>
              <a:t> </a:t>
            </a:r>
            <a:r>
              <a:rPr lang="ru-RU" sz="1800" b="0" err="1"/>
              <a:t>clearly</a:t>
            </a:r>
            <a:r>
              <a:rPr lang="ru-RU" sz="1800" b="0"/>
              <a:t> </a:t>
            </a:r>
            <a:r>
              <a:rPr lang="ru-RU" sz="1800" b="0" err="1"/>
              <a:t>identifiable</a:t>
            </a:r>
            <a:r>
              <a:rPr lang="ru-RU" sz="1800" b="0"/>
              <a:t> </a:t>
            </a:r>
            <a:r>
              <a:rPr lang="ru-RU" sz="1800" b="0" err="1"/>
              <a:t>in</a:t>
            </a:r>
            <a:r>
              <a:rPr lang="ru-RU" sz="1800" b="0"/>
              <a:t> </a:t>
            </a:r>
            <a:r>
              <a:rPr lang="ru-RU" sz="1800" b="0" err="1"/>
              <a:t>the</a:t>
            </a:r>
            <a:r>
              <a:rPr lang="ru-RU" sz="1800" b="0"/>
              <a:t> </a:t>
            </a:r>
            <a:r>
              <a:rPr lang="ru-RU" sz="1800" b="0" err="1"/>
              <a:t>market</a:t>
            </a:r>
            <a:r>
              <a:rPr lang="ru-RU" sz="1800" b="0"/>
              <a:t> </a:t>
            </a:r>
            <a:r>
              <a:rPr lang="ru-RU" sz="1800" b="0" err="1"/>
              <a:t>and</a:t>
            </a:r>
            <a:r>
              <a:rPr lang="ru-RU" sz="1800" b="0"/>
              <a:t> </a:t>
            </a:r>
            <a:r>
              <a:rPr lang="ru-RU" sz="1800" err="1"/>
              <a:t>strongly</a:t>
            </a:r>
            <a:r>
              <a:rPr lang="ru-RU" sz="1800"/>
              <a:t> </a:t>
            </a:r>
            <a:r>
              <a:rPr lang="ru-RU" sz="1800" err="1"/>
              <a:t>associated</a:t>
            </a:r>
            <a:r>
              <a:rPr lang="ru-RU" sz="1800"/>
              <a:t> </a:t>
            </a:r>
            <a:r>
              <a:rPr lang="ru-RU" sz="1800" err="1"/>
              <a:t>with</a:t>
            </a:r>
            <a:r>
              <a:rPr lang="ru-RU" sz="1800"/>
              <a:t> </a:t>
            </a:r>
            <a:r>
              <a:rPr lang="ru-RU" sz="1800" err="1"/>
              <a:t>the</a:t>
            </a:r>
            <a:r>
              <a:rPr lang="ru-RU" sz="1800"/>
              <a:t> </a:t>
            </a:r>
            <a:r>
              <a:rPr lang="ru-RU" sz="1800" err="1"/>
              <a:t>color</a:t>
            </a:r>
            <a:r>
              <a:rPr lang="ru-RU" sz="1800"/>
              <a:t> </a:t>
            </a:r>
            <a:r>
              <a:rPr lang="ru-RU" sz="1800" err="1"/>
              <a:t>orange</a:t>
            </a:r>
            <a:r>
              <a:rPr lang="ru-RU" sz="1800" b="0"/>
              <a:t>.</a:t>
            </a:r>
            <a:endParaRPr lang="en-US" sz="1800" b="0"/>
          </a:p>
          <a:p>
            <a:pPr marL="457200">
              <a:lnSpc>
                <a:spcPct val="125000"/>
              </a:lnSpc>
              <a:spcBef>
                <a:spcPts val="0"/>
              </a:spcBef>
              <a:spcAft>
                <a:spcPts val="0"/>
              </a:spcAft>
              <a:buSzPts val="1200"/>
            </a:pPr>
            <a:endParaRPr lang="en-US"/>
          </a:p>
        </p:txBody>
      </p:sp>
      <p:pic>
        <p:nvPicPr>
          <p:cNvPr id="9" name="Picture 8">
            <a:extLst>
              <a:ext uri="{FF2B5EF4-FFF2-40B4-BE49-F238E27FC236}">
                <a16:creationId xmlns:a16="http://schemas.microsoft.com/office/drawing/2014/main" id="{175805BC-319E-1232-EDE4-4DE27D64F3D9}"/>
              </a:ext>
            </a:extLst>
          </p:cNvPr>
          <p:cNvPicPr>
            <a:picLocks noChangeAspect="1"/>
          </p:cNvPicPr>
          <p:nvPr/>
        </p:nvPicPr>
        <p:blipFill>
          <a:blip r:embed="rId2"/>
          <a:srcRect l="55340" t="15307" b="13344"/>
          <a:stretch>
            <a:fillRect/>
          </a:stretch>
        </p:blipFill>
        <p:spPr>
          <a:xfrm>
            <a:off x="7315756" y="1295400"/>
            <a:ext cx="4822494" cy="4176885"/>
          </a:xfrm>
          <a:prstGeom prst="rect">
            <a:avLst/>
          </a:prstGeom>
        </p:spPr>
      </p:pic>
      <p:cxnSp>
        <p:nvCxnSpPr>
          <p:cNvPr id="10" name="Straight Connector 9">
            <a:extLst>
              <a:ext uri="{FF2B5EF4-FFF2-40B4-BE49-F238E27FC236}">
                <a16:creationId xmlns:a16="http://schemas.microsoft.com/office/drawing/2014/main" id="{47ED5CAB-8ED1-8F78-224D-A20DD6B1A5C1}"/>
              </a:ext>
            </a:extLst>
          </p:cNvPr>
          <p:cNvCxnSpPr>
            <a:cxnSpLocks/>
          </p:cNvCxnSpPr>
          <p:nvPr/>
        </p:nvCxnSpPr>
        <p:spPr>
          <a:xfrm>
            <a:off x="384712" y="1406525"/>
            <a:ext cx="0" cy="1074208"/>
          </a:xfrm>
          <a:prstGeom prst="line">
            <a:avLst/>
          </a:prstGeom>
          <a:ln w="28575">
            <a:solidFill>
              <a:schemeClr val="accent3"/>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44822B1-53F6-6B68-77CF-C6C5C61A87B0}"/>
              </a:ext>
            </a:extLst>
          </p:cNvPr>
          <p:cNvSpPr txBox="1"/>
          <p:nvPr/>
        </p:nvSpPr>
        <p:spPr>
          <a:xfrm>
            <a:off x="1166032" y="3152030"/>
            <a:ext cx="5891991" cy="2992339"/>
          </a:xfrm>
          <a:prstGeom prst="rect">
            <a:avLst/>
          </a:prstGeom>
          <a:noFill/>
        </p:spPr>
        <p:txBody>
          <a:bodyPr wrap="square" lIns="0" tIns="0" rIns="0" bIns="144000">
            <a:spAutoFit/>
          </a:bodyPr>
          <a:lstStyle/>
          <a:p>
            <a:pPr fontAlgn="t">
              <a:lnSpc>
                <a:spcPct val="125000"/>
              </a:lnSpc>
              <a:spcAft>
                <a:spcPts val="1800"/>
              </a:spcAft>
              <a:buNone/>
            </a:pPr>
            <a:r>
              <a:rPr lang="ru-RU" sz="1400" b="0" i="0" err="1">
                <a:effectLst/>
              </a:rPr>
              <a:t>Our</a:t>
            </a:r>
            <a:r>
              <a:rPr lang="ru-RU" sz="1400" b="0" i="0">
                <a:effectLst/>
              </a:rPr>
              <a:t> </a:t>
            </a:r>
            <a:r>
              <a:rPr lang="ru-RU" sz="1400" b="0" i="0" err="1">
                <a:effectLst/>
              </a:rPr>
              <a:t>logo</a:t>
            </a:r>
            <a:r>
              <a:rPr lang="ru-RU" sz="1400" b="0" i="0">
                <a:effectLst/>
              </a:rPr>
              <a:t> </a:t>
            </a:r>
            <a:r>
              <a:rPr lang="ru-RU" sz="1400" b="0" i="0" err="1">
                <a:effectLst/>
              </a:rPr>
              <a:t>is</a:t>
            </a:r>
            <a:r>
              <a:rPr lang="ru-RU" sz="1400" b="0" i="0">
                <a:effectLst/>
              </a:rPr>
              <a:t> </a:t>
            </a:r>
            <a:r>
              <a:rPr lang="ru-RU" sz="1400" b="0" i="0" err="1">
                <a:effectLst/>
              </a:rPr>
              <a:t>made</a:t>
            </a:r>
            <a:r>
              <a:rPr lang="ru-RU" sz="1400" b="0" i="0">
                <a:effectLst/>
              </a:rPr>
              <a:t> </a:t>
            </a:r>
            <a:r>
              <a:rPr lang="ru-RU" sz="1400" b="0" i="0" err="1">
                <a:effectLst/>
              </a:rPr>
              <a:t>up</a:t>
            </a:r>
            <a:r>
              <a:rPr lang="ru-RU" sz="1400" b="0" i="0">
                <a:effectLst/>
              </a:rPr>
              <a:t> </a:t>
            </a:r>
            <a:r>
              <a:rPr lang="ru-RU" sz="1400" b="0" i="0" err="1">
                <a:effectLst/>
              </a:rPr>
              <a:t>of</a:t>
            </a:r>
            <a:r>
              <a:rPr lang="ru-RU" sz="1400" b="0" i="0">
                <a:effectLst/>
              </a:rPr>
              <a:t> </a:t>
            </a:r>
            <a:r>
              <a:rPr lang="ru-RU" sz="1400" b="0" i="0" err="1">
                <a:effectLst/>
              </a:rPr>
              <a:t>two</a:t>
            </a:r>
            <a:r>
              <a:rPr lang="ru-RU" sz="1400" b="0" i="0">
                <a:effectLst/>
              </a:rPr>
              <a:t> </a:t>
            </a:r>
            <a:r>
              <a:rPr lang="ru-RU" sz="1400" b="0" i="0" err="1">
                <a:effectLst/>
              </a:rPr>
              <a:t>elements</a:t>
            </a:r>
            <a:r>
              <a:rPr lang="ru-RU" sz="1400" b="0" i="0">
                <a:effectLst/>
              </a:rPr>
              <a:t>: </a:t>
            </a:r>
            <a:r>
              <a:rPr lang="ru-RU" sz="1400" b="0" i="0" err="1">
                <a:effectLst/>
              </a:rPr>
              <a:t>our</a:t>
            </a:r>
            <a:r>
              <a:rPr lang="ru-RU" sz="1400" b="0" i="0">
                <a:effectLst/>
              </a:rPr>
              <a:t> </a:t>
            </a:r>
            <a:r>
              <a:rPr lang="ru-RU" sz="1400" b="0" i="0" err="1">
                <a:effectLst/>
              </a:rPr>
              <a:t>wordmark</a:t>
            </a:r>
            <a:r>
              <a:rPr lang="ru-RU" sz="1400" b="0" i="0">
                <a:effectLst/>
              </a:rPr>
              <a:t> </a:t>
            </a:r>
            <a:r>
              <a:rPr lang="ru-RU" sz="1400" b="0" i="0" err="1">
                <a:effectLst/>
              </a:rPr>
              <a:t>and</a:t>
            </a:r>
            <a:r>
              <a:rPr lang="ru-RU" sz="1400" b="0" i="0">
                <a:effectLst/>
              </a:rPr>
              <a:t> </a:t>
            </a:r>
            <a:r>
              <a:rPr lang="ru-RU" sz="1400" b="0" i="0" err="1">
                <a:effectLst/>
              </a:rPr>
              <a:t>our</a:t>
            </a:r>
            <a:r>
              <a:rPr lang="ru-RU" sz="1400" b="0" i="0">
                <a:effectLst/>
              </a:rPr>
              <a:t> </a:t>
            </a:r>
            <a:r>
              <a:rPr lang="ru-RU" sz="1400" b="0" i="0" err="1">
                <a:effectLst/>
              </a:rPr>
              <a:t>Momentum</a:t>
            </a:r>
            <a:r>
              <a:rPr lang="ru-RU" sz="1400" b="0" i="0">
                <a:effectLst/>
              </a:rPr>
              <a:t> Mark. </a:t>
            </a:r>
            <a:r>
              <a:rPr lang="ru-RU" sz="1400" b="0" i="0" err="1">
                <a:effectLst/>
              </a:rPr>
              <a:t>Because</a:t>
            </a:r>
            <a:r>
              <a:rPr lang="ru-RU" sz="1400" b="0" i="0">
                <a:effectLst/>
              </a:rPr>
              <a:t> </a:t>
            </a:r>
            <a:r>
              <a:rPr lang="ru-RU" sz="1400" b="0" i="0" err="1">
                <a:effectLst/>
              </a:rPr>
              <a:t>they</a:t>
            </a:r>
            <a:r>
              <a:rPr lang="ru-RU" sz="1400" b="0" i="0">
                <a:effectLst/>
              </a:rPr>
              <a:t> </a:t>
            </a:r>
            <a:r>
              <a:rPr lang="ru-RU" sz="1400" b="0" i="0" err="1">
                <a:effectLst/>
              </a:rPr>
              <a:t>were</a:t>
            </a:r>
            <a:r>
              <a:rPr lang="ru-RU" sz="1400" b="0" i="0">
                <a:effectLst/>
              </a:rPr>
              <a:t> </a:t>
            </a:r>
            <a:r>
              <a:rPr lang="ru-RU" sz="1400" b="0" i="0" err="1">
                <a:effectLst/>
              </a:rPr>
              <a:t>precisely</a:t>
            </a:r>
            <a:r>
              <a:rPr lang="ru-RU" sz="1400" b="0" i="0">
                <a:effectLst/>
              </a:rPr>
              <a:t> </a:t>
            </a:r>
            <a:r>
              <a:rPr lang="ru-RU" sz="1400" b="0" i="0" err="1">
                <a:effectLst/>
              </a:rPr>
              <a:t>designed</a:t>
            </a:r>
            <a:r>
              <a:rPr lang="ru-RU" sz="1400" b="0" i="0">
                <a:effectLst/>
              </a:rPr>
              <a:t> </a:t>
            </a:r>
            <a:r>
              <a:rPr lang="ru-RU" sz="1400" b="0" i="0" err="1">
                <a:effectLst/>
              </a:rPr>
              <a:t>to</a:t>
            </a:r>
            <a:r>
              <a:rPr lang="ru-RU" sz="1400" b="0" i="0">
                <a:effectLst/>
              </a:rPr>
              <a:t> </a:t>
            </a:r>
            <a:r>
              <a:rPr lang="ru-RU" sz="1400" b="0" i="0" err="1">
                <a:effectLst/>
              </a:rPr>
              <a:t>work</a:t>
            </a:r>
            <a:r>
              <a:rPr lang="ru-RU" sz="1400" b="0" i="0">
                <a:effectLst/>
              </a:rPr>
              <a:t> </a:t>
            </a:r>
            <a:r>
              <a:rPr lang="ru-RU" sz="1400" b="0" i="0" err="1">
                <a:effectLst/>
              </a:rPr>
              <a:t>together</a:t>
            </a:r>
            <a:r>
              <a:rPr lang="ru-RU" sz="1400" b="0" i="0">
                <a:effectLst/>
              </a:rPr>
              <a:t>, </a:t>
            </a:r>
            <a:r>
              <a:rPr lang="ru-RU" sz="1400" b="0" i="0" err="1">
                <a:effectLst/>
              </a:rPr>
              <a:t>the</a:t>
            </a:r>
            <a:r>
              <a:rPr lang="ru-RU" sz="1400" b="0" i="0">
                <a:effectLst/>
              </a:rPr>
              <a:t> </a:t>
            </a:r>
            <a:r>
              <a:rPr lang="ru-RU" sz="1400" b="0" i="0" err="1">
                <a:effectLst/>
              </a:rPr>
              <a:t>logo</a:t>
            </a:r>
            <a:r>
              <a:rPr lang="ru-RU" sz="1400" b="0" i="0">
                <a:effectLst/>
              </a:rPr>
              <a:t> </a:t>
            </a:r>
            <a:r>
              <a:rPr lang="ru-RU" sz="1400" b="0" i="0" err="1">
                <a:effectLst/>
              </a:rPr>
              <a:t>components</a:t>
            </a:r>
            <a:r>
              <a:rPr lang="ru-RU" sz="1400" b="0" i="0">
                <a:effectLst/>
              </a:rPr>
              <a:t> </a:t>
            </a:r>
            <a:r>
              <a:rPr lang="ru-RU" sz="1400" b="0" i="0" err="1">
                <a:effectLst/>
              </a:rPr>
              <a:t>should</a:t>
            </a:r>
            <a:r>
              <a:rPr lang="ru-RU" sz="1400" b="0" i="0">
                <a:effectLst/>
              </a:rPr>
              <a:t> </a:t>
            </a:r>
            <a:r>
              <a:rPr lang="ru-RU" sz="1400" b="0" i="0" err="1">
                <a:effectLst/>
              </a:rPr>
              <a:t>never</a:t>
            </a:r>
            <a:r>
              <a:rPr lang="ru-RU" sz="1400" b="0" i="0">
                <a:effectLst/>
              </a:rPr>
              <a:t> </a:t>
            </a:r>
            <a:r>
              <a:rPr lang="ru-RU" sz="1400" b="0" i="0" err="1">
                <a:effectLst/>
              </a:rPr>
              <a:t>be</a:t>
            </a:r>
            <a:r>
              <a:rPr lang="ru-RU" sz="1400" b="0" i="0">
                <a:effectLst/>
              </a:rPr>
              <a:t> </a:t>
            </a:r>
            <a:r>
              <a:rPr lang="ru-RU" sz="1400" b="0" i="0" err="1">
                <a:effectLst/>
              </a:rPr>
              <a:t>altered</a:t>
            </a:r>
            <a:r>
              <a:rPr lang="ru-RU" sz="1400" b="0" i="0">
                <a:effectLst/>
              </a:rPr>
              <a:t>.</a:t>
            </a:r>
          </a:p>
          <a:p>
            <a:pPr fontAlgn="t">
              <a:lnSpc>
                <a:spcPct val="125000"/>
              </a:lnSpc>
              <a:spcAft>
                <a:spcPts val="1800"/>
              </a:spcAft>
              <a:buNone/>
            </a:pPr>
            <a:r>
              <a:rPr lang="ru-RU" sz="1400" b="0" i="0" err="1">
                <a:effectLst/>
              </a:rPr>
              <a:t>Our</a:t>
            </a:r>
            <a:r>
              <a:rPr lang="ru-RU" sz="1400" b="0" i="0">
                <a:effectLst/>
              </a:rPr>
              <a:t> </a:t>
            </a:r>
            <a:r>
              <a:rPr lang="ru-RU" sz="1400" b="0" i="0" err="1">
                <a:effectLst/>
              </a:rPr>
              <a:t>wordmark</a:t>
            </a:r>
            <a:r>
              <a:rPr lang="ru-RU" sz="1400" b="0" i="0">
                <a:effectLst/>
              </a:rPr>
              <a:t> </a:t>
            </a:r>
            <a:r>
              <a:rPr lang="ru-RU" sz="1400" b="0" i="0" err="1">
                <a:effectLst/>
              </a:rPr>
              <a:t>represents</a:t>
            </a:r>
            <a:r>
              <a:rPr lang="ru-RU" sz="1400" b="0" i="0">
                <a:effectLst/>
              </a:rPr>
              <a:t> </a:t>
            </a:r>
            <a:r>
              <a:rPr lang="ru-RU" sz="1400" b="0" i="0" err="1">
                <a:effectLst/>
              </a:rPr>
              <a:t>who</a:t>
            </a:r>
            <a:r>
              <a:rPr lang="ru-RU" sz="1400" b="0" i="0">
                <a:effectLst/>
              </a:rPr>
              <a:t> </a:t>
            </a:r>
            <a:r>
              <a:rPr lang="ru-RU" sz="1400" b="0" i="0" err="1">
                <a:effectLst/>
              </a:rPr>
              <a:t>we</a:t>
            </a:r>
            <a:r>
              <a:rPr lang="ru-RU" sz="1400" b="0" i="0">
                <a:effectLst/>
              </a:rPr>
              <a:t> </a:t>
            </a:r>
            <a:r>
              <a:rPr lang="ru-RU" sz="1400" b="0" i="0" err="1">
                <a:effectLst/>
              </a:rPr>
              <a:t>are</a:t>
            </a:r>
            <a:r>
              <a:rPr lang="ru-RU" sz="1400" b="0" i="0">
                <a:effectLst/>
              </a:rPr>
              <a:t>.</a:t>
            </a:r>
          </a:p>
          <a:p>
            <a:pPr fontAlgn="t">
              <a:lnSpc>
                <a:spcPct val="125000"/>
              </a:lnSpc>
              <a:spcAft>
                <a:spcPts val="1800"/>
              </a:spcAft>
              <a:buNone/>
            </a:pPr>
            <a:r>
              <a:rPr lang="ru-RU" sz="1400" b="0" i="0" err="1">
                <a:effectLst/>
              </a:rPr>
              <a:t>Our</a:t>
            </a:r>
            <a:r>
              <a:rPr lang="ru-RU" sz="1400" b="0" i="0">
                <a:effectLst/>
              </a:rPr>
              <a:t> </a:t>
            </a:r>
            <a:r>
              <a:rPr lang="ru-RU" sz="1400" b="0" i="0" err="1">
                <a:effectLst/>
              </a:rPr>
              <a:t>Momentum</a:t>
            </a:r>
            <a:r>
              <a:rPr lang="ru-RU" sz="1400" b="0" i="0">
                <a:effectLst/>
              </a:rPr>
              <a:t> Mark </a:t>
            </a:r>
            <a:r>
              <a:rPr lang="ru-RU" sz="1400" b="0" i="0" err="1">
                <a:effectLst/>
              </a:rPr>
              <a:t>represents</a:t>
            </a:r>
            <a:r>
              <a:rPr lang="ru-RU" sz="1400" b="0" i="0">
                <a:effectLst/>
              </a:rPr>
              <a:t> </a:t>
            </a:r>
            <a:r>
              <a:rPr lang="ru-RU" sz="1400" b="0" i="0" err="1">
                <a:effectLst/>
              </a:rPr>
              <a:t>partnership</a:t>
            </a:r>
            <a:r>
              <a:rPr lang="ru-RU" sz="1400" b="0" i="0">
                <a:effectLst/>
              </a:rPr>
              <a:t>, </a:t>
            </a:r>
            <a:r>
              <a:rPr lang="ru-RU" sz="1400" b="0" i="0" err="1">
                <a:effectLst/>
              </a:rPr>
              <a:t>forward</a:t>
            </a:r>
            <a:r>
              <a:rPr lang="ru-RU" sz="1400" b="0" i="0">
                <a:effectLst/>
              </a:rPr>
              <a:t> </a:t>
            </a:r>
            <a:r>
              <a:rPr lang="ru-RU" sz="1400" b="0" i="0" err="1">
                <a:effectLst/>
              </a:rPr>
              <a:t>thinking</a:t>
            </a:r>
            <a:r>
              <a:rPr lang="ru-RU" sz="1400" b="0" i="0">
                <a:effectLst/>
              </a:rPr>
              <a:t> </a:t>
            </a:r>
            <a:r>
              <a:rPr lang="ru-RU" sz="1400" b="0" i="0" err="1">
                <a:effectLst/>
              </a:rPr>
              <a:t>and</a:t>
            </a:r>
            <a:r>
              <a:rPr lang="ru-RU" sz="1400" b="0" i="0">
                <a:effectLst/>
              </a:rPr>
              <a:t> </a:t>
            </a:r>
            <a:r>
              <a:rPr lang="ru-RU" sz="1400" b="0" i="0" err="1">
                <a:effectLst/>
              </a:rPr>
              <a:t>movement</a:t>
            </a:r>
            <a:r>
              <a:rPr lang="ru-RU" sz="1400" b="0" i="0">
                <a:effectLst/>
              </a:rPr>
              <a:t>.</a:t>
            </a:r>
          </a:p>
          <a:p>
            <a:pPr fontAlgn="t">
              <a:lnSpc>
                <a:spcPct val="125000"/>
              </a:lnSpc>
              <a:spcAft>
                <a:spcPts val="1800"/>
              </a:spcAft>
              <a:buNone/>
            </a:pPr>
            <a:r>
              <a:rPr lang="ru-RU" sz="1400" b="0" i="0" err="1">
                <a:effectLst/>
              </a:rPr>
              <a:t>Please</a:t>
            </a:r>
            <a:r>
              <a:rPr lang="ru-RU" sz="1400" b="0" i="0">
                <a:effectLst/>
              </a:rPr>
              <a:t> </a:t>
            </a:r>
            <a:r>
              <a:rPr lang="ru-RU" sz="1400" b="0" i="0" err="1">
                <a:effectLst/>
              </a:rPr>
              <a:t>remember</a:t>
            </a:r>
            <a:r>
              <a:rPr lang="ru-RU" sz="1400" b="0" i="0">
                <a:effectLst/>
              </a:rPr>
              <a:t> </a:t>
            </a:r>
            <a:r>
              <a:rPr lang="ru-RU" sz="1400" b="0" i="0" err="1">
                <a:effectLst/>
              </a:rPr>
              <a:t>that</a:t>
            </a:r>
            <a:r>
              <a:rPr lang="ru-RU" sz="1400" b="0" i="0">
                <a:effectLst/>
              </a:rPr>
              <a:t> </a:t>
            </a:r>
            <a:r>
              <a:rPr lang="ru-RU" sz="1400" b="0" i="0" err="1">
                <a:effectLst/>
              </a:rPr>
              <a:t>every</a:t>
            </a:r>
            <a:r>
              <a:rPr lang="ru-RU" sz="1400" b="0" i="0">
                <a:effectLst/>
              </a:rPr>
              <a:t> </a:t>
            </a:r>
            <a:r>
              <a:rPr lang="ru-RU" sz="1400" b="0" i="0" err="1">
                <a:effectLst/>
              </a:rPr>
              <a:t>time</a:t>
            </a:r>
            <a:r>
              <a:rPr lang="ru-RU" sz="1400" b="0" i="0">
                <a:effectLst/>
              </a:rPr>
              <a:t> </a:t>
            </a:r>
            <a:r>
              <a:rPr lang="ru-RU" sz="1400" b="0" i="0" err="1">
                <a:effectLst/>
              </a:rPr>
              <a:t>the</a:t>
            </a:r>
            <a:r>
              <a:rPr lang="ru-RU" sz="1400" b="0" i="0">
                <a:effectLst/>
              </a:rPr>
              <a:t> </a:t>
            </a:r>
            <a:r>
              <a:rPr lang="ru-RU" sz="1400" b="0" i="0" err="1">
                <a:effectLst/>
              </a:rPr>
              <a:t>logo</a:t>
            </a:r>
            <a:r>
              <a:rPr lang="ru-RU" sz="1400" b="0" i="0">
                <a:effectLst/>
              </a:rPr>
              <a:t> </a:t>
            </a:r>
            <a:r>
              <a:rPr lang="ru-RU" sz="1400" b="0" i="0" err="1">
                <a:effectLst/>
              </a:rPr>
              <a:t>is</a:t>
            </a:r>
            <a:r>
              <a:rPr lang="ru-RU" sz="1400" b="0" i="0">
                <a:effectLst/>
              </a:rPr>
              <a:t> </a:t>
            </a:r>
            <a:r>
              <a:rPr lang="ru-RU" sz="1400" b="0" i="0" err="1">
                <a:effectLst/>
              </a:rPr>
              <a:t>used</a:t>
            </a:r>
            <a:r>
              <a:rPr lang="ru-RU" sz="1400" b="0" i="0">
                <a:effectLst/>
              </a:rPr>
              <a:t>, </a:t>
            </a:r>
            <a:r>
              <a:rPr lang="ru-RU" sz="1400" b="0" i="0" err="1">
                <a:effectLst/>
              </a:rPr>
              <a:t>it</a:t>
            </a:r>
            <a:r>
              <a:rPr lang="ru-RU" sz="1400" b="0" i="0">
                <a:effectLst/>
              </a:rPr>
              <a:t> </a:t>
            </a:r>
            <a:r>
              <a:rPr lang="ru-RU" sz="1400" b="0" i="0" err="1">
                <a:effectLst/>
              </a:rPr>
              <a:t>needs</a:t>
            </a:r>
            <a:r>
              <a:rPr lang="ru-RU" sz="1400" b="0" i="0">
                <a:effectLst/>
              </a:rPr>
              <a:t> </a:t>
            </a:r>
            <a:r>
              <a:rPr lang="ru-RU" sz="1400" b="0" i="0" err="1">
                <a:effectLst/>
              </a:rPr>
              <a:t>to</a:t>
            </a:r>
            <a:r>
              <a:rPr lang="ru-RU" sz="1400" b="0" i="0">
                <a:effectLst/>
              </a:rPr>
              <a:t> </a:t>
            </a:r>
            <a:r>
              <a:rPr lang="ru-RU" sz="1400" b="0" i="0" err="1">
                <a:effectLst/>
              </a:rPr>
              <a:t>be</a:t>
            </a:r>
            <a:r>
              <a:rPr lang="ru-RU" sz="1400" b="0" i="0">
                <a:effectLst/>
              </a:rPr>
              <a:t> </a:t>
            </a:r>
            <a:r>
              <a:rPr lang="ru-RU" sz="1400" b="0" i="0" err="1">
                <a:effectLst/>
              </a:rPr>
              <a:t>approved</a:t>
            </a:r>
            <a:r>
              <a:rPr lang="ru-RU" sz="1400" b="0" i="0">
                <a:effectLst/>
              </a:rPr>
              <a:t> </a:t>
            </a:r>
            <a:r>
              <a:rPr lang="ru-RU" sz="1400" b="0" i="0" err="1">
                <a:effectLst/>
              </a:rPr>
              <a:t>by</a:t>
            </a:r>
            <a:r>
              <a:rPr lang="ru-RU" sz="1400" b="0" i="0">
                <a:effectLst/>
              </a:rPr>
              <a:t> </a:t>
            </a:r>
            <a:r>
              <a:rPr lang="ru-RU" sz="1400" b="0" i="0" err="1">
                <a:effectLst/>
              </a:rPr>
              <a:t>us</a:t>
            </a:r>
            <a:r>
              <a:rPr lang="ru-RU" sz="1400" b="0" i="0">
                <a:effectLst/>
              </a:rPr>
              <a:t>. </a:t>
            </a:r>
            <a:r>
              <a:rPr lang="ru-RU" sz="1400" b="0" i="0" err="1">
                <a:effectLst/>
              </a:rPr>
              <a:t>Reach</a:t>
            </a:r>
            <a:r>
              <a:rPr lang="ru-RU" sz="1400" b="0" i="0">
                <a:effectLst/>
              </a:rPr>
              <a:t> </a:t>
            </a:r>
            <a:r>
              <a:rPr lang="ru-RU" sz="1400" b="0" i="0" err="1">
                <a:effectLst/>
              </a:rPr>
              <a:t>out</a:t>
            </a:r>
            <a:r>
              <a:rPr lang="ru-RU" sz="1400" b="0" i="0">
                <a:effectLst/>
              </a:rPr>
              <a:t> </a:t>
            </a:r>
            <a:r>
              <a:rPr lang="ru-RU" sz="1400" b="0" i="0" err="1">
                <a:effectLst/>
              </a:rPr>
              <a:t>to</a:t>
            </a:r>
            <a:r>
              <a:rPr lang="ru-RU" sz="1400" b="0" i="0">
                <a:effectLst/>
              </a:rPr>
              <a:t> </a:t>
            </a:r>
            <a:r>
              <a:rPr lang="ru-RU" sz="1400" b="0" i="0" err="1">
                <a:effectLst/>
              </a:rPr>
              <a:t>your</a:t>
            </a:r>
            <a:r>
              <a:rPr lang="ru-RU" sz="1400" b="0" i="0">
                <a:effectLst/>
              </a:rPr>
              <a:t> PwC </a:t>
            </a:r>
            <a:r>
              <a:rPr lang="ru-RU" sz="1400" b="0" i="0" err="1">
                <a:effectLst/>
              </a:rPr>
              <a:t>contact</a:t>
            </a:r>
            <a:r>
              <a:rPr lang="ru-RU" sz="1400" b="0" i="0">
                <a:effectLst/>
              </a:rPr>
              <a:t> </a:t>
            </a:r>
            <a:r>
              <a:rPr lang="ru-RU" sz="1400" b="0" i="0" err="1">
                <a:effectLst/>
              </a:rPr>
              <a:t>to</a:t>
            </a:r>
            <a:r>
              <a:rPr lang="ru-RU" sz="1400" b="0" i="0">
                <a:effectLst/>
              </a:rPr>
              <a:t> </a:t>
            </a:r>
            <a:r>
              <a:rPr lang="ru-RU" sz="1400" b="0" i="0" err="1">
                <a:effectLst/>
              </a:rPr>
              <a:t>find</a:t>
            </a:r>
            <a:r>
              <a:rPr lang="ru-RU" sz="1400" b="0" i="0">
                <a:effectLst/>
              </a:rPr>
              <a:t> </a:t>
            </a:r>
            <a:r>
              <a:rPr lang="ru-RU" sz="1400" b="0" i="0" err="1">
                <a:effectLst/>
              </a:rPr>
              <a:t>out</a:t>
            </a:r>
            <a:r>
              <a:rPr lang="ru-RU" sz="1400" b="0" i="0">
                <a:effectLst/>
              </a:rPr>
              <a:t> </a:t>
            </a:r>
            <a:r>
              <a:rPr lang="ru-RU" sz="1400" b="0" i="0" err="1">
                <a:effectLst/>
              </a:rPr>
              <a:t>how</a:t>
            </a:r>
            <a:r>
              <a:rPr lang="ru-RU" sz="1400" b="0" i="0">
                <a:effectLst/>
              </a:rPr>
              <a:t> </a:t>
            </a:r>
            <a:r>
              <a:rPr lang="ru-RU" sz="1400" b="0" i="0" err="1">
                <a:effectLst/>
              </a:rPr>
              <a:t>our</a:t>
            </a:r>
            <a:r>
              <a:rPr lang="ru-RU" sz="1400" b="0" i="0">
                <a:effectLst/>
              </a:rPr>
              <a:t> </a:t>
            </a:r>
            <a:r>
              <a:rPr lang="ru-RU" sz="1400" b="0" i="0" err="1">
                <a:effectLst/>
              </a:rPr>
              <a:t>approvals</a:t>
            </a:r>
            <a:r>
              <a:rPr lang="ru-RU" sz="1400" b="0" i="0">
                <a:effectLst/>
              </a:rPr>
              <a:t> </a:t>
            </a:r>
            <a:r>
              <a:rPr lang="ru-RU" sz="1400" b="0" i="0" err="1">
                <a:effectLst/>
              </a:rPr>
              <a:t>work</a:t>
            </a:r>
            <a:r>
              <a:rPr lang="ru-RU" sz="1400" b="0" i="0">
                <a:effectLst/>
              </a:rPr>
              <a:t>.</a:t>
            </a:r>
          </a:p>
        </p:txBody>
      </p:sp>
      <p:grpSp>
        <p:nvGrpSpPr>
          <p:cNvPr id="27" name="Group 26">
            <a:extLst>
              <a:ext uri="{FF2B5EF4-FFF2-40B4-BE49-F238E27FC236}">
                <a16:creationId xmlns:a16="http://schemas.microsoft.com/office/drawing/2014/main" id="{DC169A0E-6DE2-E082-8722-8766EA34176D}"/>
              </a:ext>
            </a:extLst>
          </p:cNvPr>
          <p:cNvGrpSpPr/>
          <p:nvPr/>
        </p:nvGrpSpPr>
        <p:grpSpPr>
          <a:xfrm>
            <a:off x="368299" y="3192462"/>
            <a:ext cx="540000" cy="540000"/>
            <a:chOff x="368299" y="3192462"/>
            <a:chExt cx="606425" cy="606425"/>
          </a:xfrm>
        </p:grpSpPr>
        <p:sp>
          <p:nvSpPr>
            <p:cNvPr id="20" name="Rectangle 19">
              <a:extLst>
                <a:ext uri="{FF2B5EF4-FFF2-40B4-BE49-F238E27FC236}">
                  <a16:creationId xmlns:a16="http://schemas.microsoft.com/office/drawing/2014/main" id="{3A9C396E-9E85-5EFF-1CB7-92C6EF9CAA44}"/>
                </a:ext>
              </a:extLst>
            </p:cNvPr>
            <p:cNvSpPr/>
            <p:nvPr/>
          </p:nvSpPr>
          <p:spPr>
            <a:xfrm>
              <a:off x="368299" y="3192462"/>
              <a:ext cx="606425" cy="60642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Graphic 15">
              <a:extLst>
                <a:ext uri="{FF2B5EF4-FFF2-40B4-BE49-F238E27FC236}">
                  <a16:creationId xmlns:a16="http://schemas.microsoft.com/office/drawing/2014/main" id="{CA1C6E71-119D-4B9D-0546-56715B7D94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9511" y="3243674"/>
              <a:ext cx="504000" cy="504000"/>
            </a:xfrm>
            <a:prstGeom prst="rect">
              <a:avLst/>
            </a:prstGeom>
          </p:spPr>
        </p:pic>
      </p:grpSp>
      <p:grpSp>
        <p:nvGrpSpPr>
          <p:cNvPr id="28" name="Group 27">
            <a:extLst>
              <a:ext uri="{FF2B5EF4-FFF2-40B4-BE49-F238E27FC236}">
                <a16:creationId xmlns:a16="http://schemas.microsoft.com/office/drawing/2014/main" id="{7BD54528-7E31-C3FA-4B25-AD269C7BDE9F}"/>
              </a:ext>
            </a:extLst>
          </p:cNvPr>
          <p:cNvGrpSpPr/>
          <p:nvPr/>
        </p:nvGrpSpPr>
        <p:grpSpPr>
          <a:xfrm>
            <a:off x="368299" y="4066485"/>
            <a:ext cx="540000" cy="540000"/>
            <a:chOff x="368299" y="4019189"/>
            <a:chExt cx="606425" cy="606425"/>
          </a:xfrm>
        </p:grpSpPr>
        <p:sp>
          <p:nvSpPr>
            <p:cNvPr id="21" name="Rectangle 20">
              <a:extLst>
                <a:ext uri="{FF2B5EF4-FFF2-40B4-BE49-F238E27FC236}">
                  <a16:creationId xmlns:a16="http://schemas.microsoft.com/office/drawing/2014/main" id="{309912F2-F042-DD3D-D4CE-647B7DFA4E48}"/>
                </a:ext>
              </a:extLst>
            </p:cNvPr>
            <p:cNvSpPr/>
            <p:nvPr/>
          </p:nvSpPr>
          <p:spPr>
            <a:xfrm>
              <a:off x="368299" y="4019189"/>
              <a:ext cx="606425" cy="60642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2" name="Graphic 21">
              <a:extLst>
                <a:ext uri="{FF2B5EF4-FFF2-40B4-BE49-F238E27FC236}">
                  <a16:creationId xmlns:a16="http://schemas.microsoft.com/office/drawing/2014/main" id="{A37CCB06-1510-58A7-0303-107929F56C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9511" y="4070401"/>
              <a:ext cx="504000" cy="504000"/>
            </a:xfrm>
            <a:prstGeom prst="rect">
              <a:avLst/>
            </a:prstGeom>
          </p:spPr>
        </p:pic>
      </p:grpSp>
      <p:grpSp>
        <p:nvGrpSpPr>
          <p:cNvPr id="29" name="Group 28">
            <a:extLst>
              <a:ext uri="{FF2B5EF4-FFF2-40B4-BE49-F238E27FC236}">
                <a16:creationId xmlns:a16="http://schemas.microsoft.com/office/drawing/2014/main" id="{9952EE3E-B11A-DEB6-B7CF-D2AD93C19D74}"/>
              </a:ext>
            </a:extLst>
          </p:cNvPr>
          <p:cNvGrpSpPr/>
          <p:nvPr/>
        </p:nvGrpSpPr>
        <p:grpSpPr>
          <a:xfrm>
            <a:off x="368299" y="4711751"/>
            <a:ext cx="540000" cy="540000"/>
            <a:chOff x="368299" y="4676826"/>
            <a:chExt cx="606425" cy="606425"/>
          </a:xfrm>
        </p:grpSpPr>
        <p:sp>
          <p:nvSpPr>
            <p:cNvPr id="23" name="Rectangle 22">
              <a:extLst>
                <a:ext uri="{FF2B5EF4-FFF2-40B4-BE49-F238E27FC236}">
                  <a16:creationId xmlns:a16="http://schemas.microsoft.com/office/drawing/2014/main" id="{5F870BDA-52DC-CC8E-8F79-FFAA38CFCEB9}"/>
                </a:ext>
              </a:extLst>
            </p:cNvPr>
            <p:cNvSpPr/>
            <p:nvPr/>
          </p:nvSpPr>
          <p:spPr>
            <a:xfrm>
              <a:off x="368299" y="4676826"/>
              <a:ext cx="606425" cy="60642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4" name="Graphic 23">
              <a:extLst>
                <a:ext uri="{FF2B5EF4-FFF2-40B4-BE49-F238E27FC236}">
                  <a16:creationId xmlns:a16="http://schemas.microsoft.com/office/drawing/2014/main" id="{10A6A0DC-D64B-5A26-5D7B-71572C38C8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9511" y="4728038"/>
              <a:ext cx="504000" cy="504000"/>
            </a:xfrm>
            <a:prstGeom prst="rect">
              <a:avLst/>
            </a:prstGeom>
          </p:spPr>
        </p:pic>
      </p:grpSp>
      <p:grpSp>
        <p:nvGrpSpPr>
          <p:cNvPr id="30" name="Group 29">
            <a:extLst>
              <a:ext uri="{FF2B5EF4-FFF2-40B4-BE49-F238E27FC236}">
                <a16:creationId xmlns:a16="http://schemas.microsoft.com/office/drawing/2014/main" id="{A7269889-EF1F-BA3B-1826-71BA1C0C8ABA}"/>
              </a:ext>
            </a:extLst>
          </p:cNvPr>
          <p:cNvGrpSpPr/>
          <p:nvPr/>
        </p:nvGrpSpPr>
        <p:grpSpPr>
          <a:xfrm>
            <a:off x="368299" y="5458238"/>
            <a:ext cx="540000" cy="540000"/>
            <a:chOff x="368299" y="5429663"/>
            <a:chExt cx="606425" cy="606425"/>
          </a:xfrm>
        </p:grpSpPr>
        <p:sp>
          <p:nvSpPr>
            <p:cNvPr id="25" name="Rectangle 24">
              <a:extLst>
                <a:ext uri="{FF2B5EF4-FFF2-40B4-BE49-F238E27FC236}">
                  <a16:creationId xmlns:a16="http://schemas.microsoft.com/office/drawing/2014/main" id="{BA1105CB-489E-0E42-89BF-E9EBCFD39CB4}"/>
                </a:ext>
              </a:extLst>
            </p:cNvPr>
            <p:cNvSpPr/>
            <p:nvPr/>
          </p:nvSpPr>
          <p:spPr>
            <a:xfrm>
              <a:off x="368299" y="5429663"/>
              <a:ext cx="606425" cy="60642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6" name="Graphic 25">
              <a:extLst>
                <a:ext uri="{FF2B5EF4-FFF2-40B4-BE49-F238E27FC236}">
                  <a16:creationId xmlns:a16="http://schemas.microsoft.com/office/drawing/2014/main" id="{0324B7BF-5A6F-47D8-B463-2712591167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9511" y="5480875"/>
              <a:ext cx="504000" cy="504000"/>
            </a:xfrm>
            <a:prstGeom prst="rect">
              <a:avLst/>
            </a:prstGeom>
          </p:spPr>
        </p:pic>
      </p:grpSp>
    </p:spTree>
    <p:extLst>
      <p:ext uri="{BB962C8B-B14F-4D97-AF65-F5344CB8AC3E}">
        <p14:creationId xmlns:p14="http://schemas.microsoft.com/office/powerpoint/2010/main" val="1272825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B667688-53B9-ECBA-F420-F6D78431F146}"/>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3AB1FCEB-0964-49A0-4427-0F3D1A153B5D}"/>
              </a:ext>
            </a:extLst>
          </p:cNvPr>
          <p:cNvSpPr>
            <a:spLocks noGrp="1"/>
          </p:cNvSpPr>
          <p:nvPr>
            <p:ph type="sldNum" sz="quarter" idx="4"/>
          </p:nvPr>
        </p:nvSpPr>
        <p:spPr/>
        <p:txBody>
          <a:bodyPr/>
          <a:lstStyle/>
          <a:p>
            <a:fld id="{3E6AC032-1535-134B-A583-D5E1DDD0D167}" type="slidenum">
              <a:rPr lang="en-US" smtClean="0"/>
              <a:pPr/>
              <a:t>8</a:t>
            </a:fld>
            <a:endParaRPr lang="en-US"/>
          </a:p>
        </p:txBody>
      </p:sp>
      <p:sp>
        <p:nvSpPr>
          <p:cNvPr id="5" name="Title 4">
            <a:extLst>
              <a:ext uri="{FF2B5EF4-FFF2-40B4-BE49-F238E27FC236}">
                <a16:creationId xmlns:a16="http://schemas.microsoft.com/office/drawing/2014/main" id="{F984D041-733A-3ED3-95CB-EDECC9BA2CEC}"/>
              </a:ext>
            </a:extLst>
          </p:cNvPr>
          <p:cNvSpPr>
            <a:spLocks noGrp="1"/>
          </p:cNvSpPr>
          <p:nvPr>
            <p:ph type="title"/>
          </p:nvPr>
        </p:nvSpPr>
        <p:spPr>
          <a:xfrm>
            <a:off x="370586" y="368301"/>
            <a:ext cx="11453114" cy="406399"/>
          </a:xfrm>
        </p:spPr>
        <p:txBody>
          <a:bodyPr/>
          <a:lstStyle/>
          <a:p>
            <a:r>
              <a:rPr lang="en-GB"/>
              <a:t>Colour palette</a:t>
            </a:r>
            <a:endParaRPr lang="ru-RU"/>
          </a:p>
        </p:txBody>
      </p:sp>
      <p:sp>
        <p:nvSpPr>
          <p:cNvPr id="80" name="TextBox 79">
            <a:extLst>
              <a:ext uri="{FF2B5EF4-FFF2-40B4-BE49-F238E27FC236}">
                <a16:creationId xmlns:a16="http://schemas.microsoft.com/office/drawing/2014/main" id="{769DA0C3-94E7-B086-19C7-EA56330EF84A}"/>
              </a:ext>
            </a:extLst>
          </p:cNvPr>
          <p:cNvSpPr txBox="1"/>
          <p:nvPr/>
        </p:nvSpPr>
        <p:spPr bwMode="blackGray">
          <a:xfrm>
            <a:off x="403404" y="1456214"/>
            <a:ext cx="3155733" cy="300338"/>
          </a:xfrm>
          <a:prstGeom prst="rect">
            <a:avLst/>
          </a:prstGeom>
        </p:spPr>
        <p:txBody>
          <a:bodyPr vert="horz" lIns="0" tIns="0" rIns="0" bIns="0" rtlCol="0">
            <a:noAutofit/>
          </a:bodyPr>
          <a:lstStyle>
            <a:defPPr>
              <a:defRPr lang="en-US"/>
            </a:defPPr>
            <a:lvl1pPr indent="0">
              <a:lnSpc>
                <a:spcPct val="100000"/>
              </a:lnSpc>
              <a:spcBef>
                <a:spcPts val="300"/>
              </a:spcBef>
              <a:spcAft>
                <a:spcPts val="1200"/>
              </a:spcAft>
              <a:buFont typeface="Arial" panose="020B0604020202020204" pitchFamily="34" charset="0"/>
              <a:buNone/>
              <a:defRPr sz="1500" b="1"/>
            </a:lvl1pPr>
            <a:lvl2pPr marL="0" lvl="1" indent="0">
              <a:lnSpc>
                <a:spcPct val="125000"/>
              </a:lnSpc>
              <a:spcBef>
                <a:spcPts val="600"/>
              </a:spcBef>
              <a:buFont typeface="Arial" panose="020B0604020202020204" pitchFamily="34" charset="0"/>
              <a:buNone/>
              <a:defRPr sz="1400">
                <a:latin typeface="+mj-lt"/>
              </a:defRPr>
            </a:lvl2pPr>
            <a:lvl3pPr marL="171450" indent="-171450">
              <a:lnSpc>
                <a:spcPct val="125000"/>
              </a:lnSpc>
              <a:spcBef>
                <a:spcPts val="600"/>
              </a:spcBef>
              <a:buFont typeface="Arial" panose="020B0604020202020204" pitchFamily="34" charset="0"/>
              <a:buChar char="•"/>
              <a:defRPr sz="1400">
                <a:latin typeface="+mj-lt"/>
              </a:defRPr>
            </a:lvl3pPr>
            <a:lvl4pPr marL="344488" indent="-173038">
              <a:lnSpc>
                <a:spcPct val="125000"/>
              </a:lnSpc>
              <a:spcBef>
                <a:spcPts val="600"/>
              </a:spcBef>
              <a:buFont typeface="Georgia" panose="02040502050405020303" pitchFamily="18" charset="0"/>
              <a:buChar char="–"/>
              <a:defRPr sz="1400">
                <a:latin typeface="+mj-lt"/>
              </a:defRPr>
            </a:lvl4pPr>
            <a:lvl5pPr marL="515938" indent="-171450">
              <a:lnSpc>
                <a:spcPct val="125000"/>
              </a:lnSpc>
              <a:spcBef>
                <a:spcPts val="600"/>
              </a:spcBef>
              <a:buFont typeface="Wingdings" panose="05000000000000000000" pitchFamily="2" charset="2"/>
              <a:buChar char="§"/>
              <a:defRPr sz="14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noProof="0"/>
              <a:t>Text and Background colours</a:t>
            </a:r>
          </a:p>
        </p:txBody>
      </p:sp>
      <p:sp>
        <p:nvSpPr>
          <p:cNvPr id="81" name="TextBox 80">
            <a:extLst>
              <a:ext uri="{FF2B5EF4-FFF2-40B4-BE49-F238E27FC236}">
                <a16:creationId xmlns:a16="http://schemas.microsoft.com/office/drawing/2014/main" id="{AA99FF88-AEE7-E63B-665D-86F161992B4A}"/>
              </a:ext>
            </a:extLst>
          </p:cNvPr>
          <p:cNvSpPr txBox="1"/>
          <p:nvPr/>
        </p:nvSpPr>
        <p:spPr bwMode="blackGray">
          <a:xfrm>
            <a:off x="3702004" y="1456215"/>
            <a:ext cx="4044340" cy="309026"/>
          </a:xfrm>
          <a:prstGeom prst="rect">
            <a:avLst/>
          </a:prstGeom>
        </p:spPr>
        <p:txBody>
          <a:bodyPr vert="horz" lIns="0" tIns="0" rIns="0" bIns="0" rtlCol="0">
            <a:noAutofit/>
          </a:bodyPr>
          <a:lstStyle>
            <a:defPPr>
              <a:defRPr lang="en-US"/>
            </a:defPPr>
            <a:lvl1pPr indent="0">
              <a:lnSpc>
                <a:spcPct val="100000"/>
              </a:lnSpc>
              <a:spcBef>
                <a:spcPts val="300"/>
              </a:spcBef>
              <a:spcAft>
                <a:spcPts val="1200"/>
              </a:spcAft>
              <a:buFont typeface="Arial" panose="020B0604020202020204" pitchFamily="34" charset="0"/>
              <a:buNone/>
              <a:defRPr sz="1500" b="1"/>
            </a:lvl1pPr>
            <a:lvl2pPr marL="0" lvl="1" indent="0">
              <a:lnSpc>
                <a:spcPct val="125000"/>
              </a:lnSpc>
              <a:spcBef>
                <a:spcPts val="600"/>
              </a:spcBef>
              <a:buFont typeface="Arial" panose="020B0604020202020204" pitchFamily="34" charset="0"/>
              <a:buNone/>
              <a:defRPr sz="1400">
                <a:latin typeface="+mj-lt"/>
              </a:defRPr>
            </a:lvl2pPr>
            <a:lvl3pPr marL="171450" indent="-171450">
              <a:lnSpc>
                <a:spcPct val="125000"/>
              </a:lnSpc>
              <a:spcBef>
                <a:spcPts val="600"/>
              </a:spcBef>
              <a:buFont typeface="Arial" panose="020B0604020202020204" pitchFamily="34" charset="0"/>
              <a:buChar char="•"/>
              <a:defRPr sz="1400">
                <a:latin typeface="+mj-lt"/>
              </a:defRPr>
            </a:lvl3pPr>
            <a:lvl4pPr marL="344488" indent="-173038">
              <a:lnSpc>
                <a:spcPct val="125000"/>
              </a:lnSpc>
              <a:spcBef>
                <a:spcPts val="600"/>
              </a:spcBef>
              <a:buFont typeface="Georgia" panose="02040502050405020303" pitchFamily="18" charset="0"/>
              <a:buChar char="–"/>
              <a:defRPr sz="1400">
                <a:latin typeface="+mj-lt"/>
              </a:defRPr>
            </a:lvl4pPr>
            <a:lvl5pPr marL="515938" indent="-171450">
              <a:lnSpc>
                <a:spcPct val="125000"/>
              </a:lnSpc>
              <a:spcBef>
                <a:spcPts val="600"/>
              </a:spcBef>
              <a:buFont typeface="Wingdings" panose="05000000000000000000" pitchFamily="2" charset="2"/>
              <a:buChar char="§"/>
              <a:defRPr sz="14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noProof="0"/>
              <a:t>Accent colours for charts and tables</a:t>
            </a:r>
          </a:p>
        </p:txBody>
      </p:sp>
      <p:sp>
        <p:nvSpPr>
          <p:cNvPr id="82" name="TextBox 81">
            <a:extLst>
              <a:ext uri="{FF2B5EF4-FFF2-40B4-BE49-F238E27FC236}">
                <a16:creationId xmlns:a16="http://schemas.microsoft.com/office/drawing/2014/main" id="{9E7BB70E-A060-9837-EEA3-FE5E8CF1EBF1}"/>
              </a:ext>
              <a:ext uri="{C183D7F6-B498-43B3-948B-1728B52AA6E4}">
                <adec:decorative xmlns:adec="http://schemas.microsoft.com/office/drawing/2017/decorative" val="0"/>
              </a:ext>
            </a:extLst>
          </p:cNvPr>
          <p:cNvSpPr txBox="1"/>
          <p:nvPr/>
        </p:nvSpPr>
        <p:spPr bwMode="blackGray">
          <a:xfrm>
            <a:off x="403404" y="3458921"/>
            <a:ext cx="3155733" cy="230832"/>
          </a:xfrm>
          <a:prstGeom prst="rect">
            <a:avLst/>
          </a:prstGeom>
        </p:spPr>
        <p:txBody>
          <a:bodyPr vert="horz" lIns="0" tIns="0" rIns="0" bIns="0" rtlCol="0">
            <a:noAutofit/>
          </a:bodyPr>
          <a:lstStyle>
            <a:defPPr>
              <a:defRPr lang="en-US"/>
            </a:defPPr>
            <a:lvl1pPr indent="0">
              <a:lnSpc>
                <a:spcPct val="100000"/>
              </a:lnSpc>
              <a:spcBef>
                <a:spcPts val="300"/>
              </a:spcBef>
              <a:spcAft>
                <a:spcPts val="1200"/>
              </a:spcAft>
              <a:buFont typeface="Arial" panose="020B0604020202020204" pitchFamily="34" charset="0"/>
              <a:buNone/>
              <a:defRPr sz="1500" b="1"/>
            </a:lvl1pPr>
            <a:lvl2pPr marL="0" lvl="1" indent="0">
              <a:lnSpc>
                <a:spcPct val="125000"/>
              </a:lnSpc>
              <a:spcBef>
                <a:spcPts val="600"/>
              </a:spcBef>
              <a:buFont typeface="Arial" panose="020B0604020202020204" pitchFamily="34" charset="0"/>
              <a:buNone/>
              <a:defRPr sz="1400">
                <a:latin typeface="+mj-lt"/>
              </a:defRPr>
            </a:lvl2pPr>
            <a:lvl3pPr marL="171450" indent="-171450">
              <a:lnSpc>
                <a:spcPct val="125000"/>
              </a:lnSpc>
              <a:spcBef>
                <a:spcPts val="600"/>
              </a:spcBef>
              <a:buFont typeface="Arial" panose="020B0604020202020204" pitchFamily="34" charset="0"/>
              <a:buChar char="•"/>
              <a:defRPr sz="1400">
                <a:latin typeface="+mj-lt"/>
              </a:defRPr>
            </a:lvl3pPr>
            <a:lvl4pPr marL="344488" indent="-173038">
              <a:lnSpc>
                <a:spcPct val="125000"/>
              </a:lnSpc>
              <a:spcBef>
                <a:spcPts val="600"/>
              </a:spcBef>
              <a:buFont typeface="Georgia" panose="02040502050405020303" pitchFamily="18" charset="0"/>
              <a:buChar char="–"/>
              <a:defRPr sz="1400">
                <a:latin typeface="+mj-lt"/>
              </a:defRPr>
            </a:lvl4pPr>
            <a:lvl5pPr marL="515938" indent="-171450">
              <a:lnSpc>
                <a:spcPct val="125000"/>
              </a:lnSpc>
              <a:spcBef>
                <a:spcPts val="600"/>
              </a:spcBef>
              <a:buFont typeface="Wingdings" panose="05000000000000000000" pitchFamily="2" charset="2"/>
              <a:buChar char="§"/>
              <a:defRPr sz="14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noProof="0"/>
              <a:t>Custom colours – </a:t>
            </a:r>
            <a:br>
              <a:rPr lang="en-GB"/>
            </a:br>
            <a:r>
              <a:rPr lang="en-GB" noProof="0"/>
              <a:t>tints</a:t>
            </a:r>
          </a:p>
        </p:txBody>
      </p:sp>
      <p:sp>
        <p:nvSpPr>
          <p:cNvPr id="83" name="TextBox 82">
            <a:extLst>
              <a:ext uri="{FF2B5EF4-FFF2-40B4-BE49-F238E27FC236}">
                <a16:creationId xmlns:a16="http://schemas.microsoft.com/office/drawing/2014/main" id="{928FE1A5-223E-405E-BF54-724AD6BB4E7A}"/>
              </a:ext>
              <a:ext uri="{C183D7F6-B498-43B3-948B-1728B52AA6E4}">
                <adec:decorative xmlns:adec="http://schemas.microsoft.com/office/drawing/2017/decorative" val="0"/>
              </a:ext>
            </a:extLst>
          </p:cNvPr>
          <p:cNvSpPr txBox="1"/>
          <p:nvPr/>
        </p:nvSpPr>
        <p:spPr bwMode="blackGray">
          <a:xfrm>
            <a:off x="6158957" y="5520843"/>
            <a:ext cx="5340267" cy="246221"/>
          </a:xfrm>
          <a:prstGeom prst="rect">
            <a:avLst/>
          </a:prstGeom>
          <a:noFill/>
        </p:spPr>
        <p:txBody>
          <a:bodyPr wrap="square" lIns="0" tIns="0" rIns="0" bIns="0" rtlCol="0">
            <a:spAutoFit/>
          </a:bodyPr>
          <a:lstStyle/>
          <a:p>
            <a:pPr algn="l"/>
            <a:r>
              <a:rPr lang="en-GB" sz="1600" noProof="0"/>
              <a:t>Navigation which can be copy/pasted on slides</a:t>
            </a:r>
          </a:p>
        </p:txBody>
      </p:sp>
      <p:grpSp>
        <p:nvGrpSpPr>
          <p:cNvPr id="84" name="Group 83">
            <a:extLst>
              <a:ext uri="{FF2B5EF4-FFF2-40B4-BE49-F238E27FC236}">
                <a16:creationId xmlns:a16="http://schemas.microsoft.com/office/drawing/2014/main" id="{BF33270B-D355-58BA-C40B-030C205FB5C0}"/>
              </a:ext>
              <a:ext uri="{C183D7F6-B498-43B3-948B-1728B52AA6E4}">
                <adec:decorative xmlns:adec="http://schemas.microsoft.com/office/drawing/2017/decorative" val="1"/>
              </a:ext>
            </a:extLst>
          </p:cNvPr>
          <p:cNvGrpSpPr/>
          <p:nvPr/>
        </p:nvGrpSpPr>
        <p:grpSpPr bwMode="blackGray">
          <a:xfrm>
            <a:off x="6155960" y="5932401"/>
            <a:ext cx="5350759" cy="182880"/>
            <a:chOff x="6096000" y="6476144"/>
            <a:chExt cx="5350759" cy="182880"/>
          </a:xfrm>
        </p:grpSpPr>
        <p:sp>
          <p:nvSpPr>
            <p:cNvPr id="85" name="Rectangle 84">
              <a:extLst>
                <a:ext uri="{FF2B5EF4-FFF2-40B4-BE49-F238E27FC236}">
                  <a16:creationId xmlns:a16="http://schemas.microsoft.com/office/drawing/2014/main" id="{28FB5703-ACF1-162B-DC6D-AF26117A4A9B}"/>
                </a:ext>
              </a:extLst>
            </p:cNvPr>
            <p:cNvSpPr/>
            <p:nvPr/>
          </p:nvSpPr>
          <p:spPr bwMode="blackGray">
            <a:xfrm>
              <a:off x="6096000" y="6476144"/>
              <a:ext cx="976313" cy="18288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64008" rIns="36576" rtlCol="0" anchor="ctr"/>
            <a:lstStyle/>
            <a:p>
              <a:r>
                <a:rPr lang="en-GB" sz="900" noProof="0">
                  <a:solidFill>
                    <a:schemeClr val="tx1"/>
                  </a:solidFill>
                  <a:latin typeface="+mj-lt"/>
                </a:rPr>
                <a:t>Cover</a:t>
              </a:r>
            </a:p>
          </p:txBody>
        </p:sp>
        <p:sp>
          <p:nvSpPr>
            <p:cNvPr id="86" name="Rectangle 85">
              <a:extLst>
                <a:ext uri="{FF2B5EF4-FFF2-40B4-BE49-F238E27FC236}">
                  <a16:creationId xmlns:a16="http://schemas.microsoft.com/office/drawing/2014/main" id="{B02A1A19-8020-B3C9-9A2E-930AA28B926C}"/>
                </a:ext>
              </a:extLst>
            </p:cNvPr>
            <p:cNvSpPr/>
            <p:nvPr/>
          </p:nvSpPr>
          <p:spPr bwMode="blackGray">
            <a:xfrm>
              <a:off x="7189611" y="6476144"/>
              <a:ext cx="976313" cy="1828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64008" rIns="36576" rtlCol="0" anchor="ctr"/>
            <a:lstStyle/>
            <a:p>
              <a:r>
                <a:rPr lang="en-GB" sz="900" noProof="0">
                  <a:solidFill>
                    <a:schemeClr val="accent5"/>
                  </a:solidFill>
                  <a:latin typeface="+mj-lt"/>
                </a:rPr>
                <a:t>Table of contents</a:t>
              </a:r>
            </a:p>
          </p:txBody>
        </p:sp>
        <p:sp>
          <p:nvSpPr>
            <p:cNvPr id="87" name="Rectangle 86">
              <a:extLst>
                <a:ext uri="{FF2B5EF4-FFF2-40B4-BE49-F238E27FC236}">
                  <a16:creationId xmlns:a16="http://schemas.microsoft.com/office/drawing/2014/main" id="{971FBC46-7BDE-C672-F648-3ECAC91FDC38}"/>
                </a:ext>
              </a:extLst>
            </p:cNvPr>
            <p:cNvSpPr/>
            <p:nvPr/>
          </p:nvSpPr>
          <p:spPr bwMode="blackGray">
            <a:xfrm>
              <a:off x="8283222" y="6476144"/>
              <a:ext cx="976313" cy="1828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64008" rIns="36576" rtlCol="0" anchor="ctr"/>
            <a:lstStyle/>
            <a:p>
              <a:r>
                <a:rPr lang="en-GB" sz="900" noProof="0">
                  <a:solidFill>
                    <a:schemeClr val="accent5"/>
                  </a:solidFill>
                  <a:latin typeface="+mj-lt"/>
                </a:rPr>
                <a:t>Section 1</a:t>
              </a:r>
            </a:p>
          </p:txBody>
        </p:sp>
        <p:sp>
          <p:nvSpPr>
            <p:cNvPr id="88" name="Rectangle 87">
              <a:extLst>
                <a:ext uri="{FF2B5EF4-FFF2-40B4-BE49-F238E27FC236}">
                  <a16:creationId xmlns:a16="http://schemas.microsoft.com/office/drawing/2014/main" id="{96083362-6B79-BCA9-F13F-8BB25AD52D83}"/>
                </a:ext>
              </a:extLst>
            </p:cNvPr>
            <p:cNvSpPr/>
            <p:nvPr/>
          </p:nvSpPr>
          <p:spPr bwMode="blackGray">
            <a:xfrm>
              <a:off x="9376834" y="6476144"/>
              <a:ext cx="976313" cy="1828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64008" rIns="36576" rtlCol="0" anchor="ctr"/>
            <a:lstStyle/>
            <a:p>
              <a:r>
                <a:rPr lang="en-GB" sz="900" noProof="0">
                  <a:solidFill>
                    <a:schemeClr val="accent5"/>
                  </a:solidFill>
                  <a:latin typeface="+mj-lt"/>
                </a:rPr>
                <a:t>Section 2</a:t>
              </a:r>
            </a:p>
          </p:txBody>
        </p:sp>
        <p:sp>
          <p:nvSpPr>
            <p:cNvPr id="89" name="Rectangle 88">
              <a:extLst>
                <a:ext uri="{FF2B5EF4-FFF2-40B4-BE49-F238E27FC236}">
                  <a16:creationId xmlns:a16="http://schemas.microsoft.com/office/drawing/2014/main" id="{57587C97-21AD-9C2C-8E53-03A7DECC9C07}"/>
                </a:ext>
              </a:extLst>
            </p:cNvPr>
            <p:cNvSpPr/>
            <p:nvPr/>
          </p:nvSpPr>
          <p:spPr bwMode="blackGray">
            <a:xfrm>
              <a:off x="10470446" y="6476144"/>
              <a:ext cx="976313" cy="1828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64008" rIns="36576" rtlCol="0" anchor="ctr"/>
            <a:lstStyle/>
            <a:p>
              <a:r>
                <a:rPr lang="en-GB" sz="900" noProof="0">
                  <a:solidFill>
                    <a:schemeClr val="accent5"/>
                  </a:solidFill>
                  <a:latin typeface="+mj-lt"/>
                </a:rPr>
                <a:t>Section 3</a:t>
              </a:r>
            </a:p>
          </p:txBody>
        </p:sp>
      </p:grpSp>
      <p:sp>
        <p:nvSpPr>
          <p:cNvPr id="90" name="Rectangle 89">
            <a:extLst>
              <a:ext uri="{FF2B5EF4-FFF2-40B4-BE49-F238E27FC236}">
                <a16:creationId xmlns:a16="http://schemas.microsoft.com/office/drawing/2014/main" id="{5E1E39D8-04DB-6B8E-8773-5C29D453C691}"/>
              </a:ext>
              <a:ext uri="{C183D7F6-B498-43B3-948B-1728B52AA6E4}">
                <adec:decorative xmlns:adec="http://schemas.microsoft.com/office/drawing/2017/decorative" val="1"/>
              </a:ext>
            </a:extLst>
          </p:cNvPr>
          <p:cNvSpPr/>
          <p:nvPr/>
        </p:nvSpPr>
        <p:spPr bwMode="blackGray">
          <a:xfrm>
            <a:off x="400050" y="1958277"/>
            <a:ext cx="681783" cy="503149"/>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90">
            <a:extLst>
              <a:ext uri="{FF2B5EF4-FFF2-40B4-BE49-F238E27FC236}">
                <a16:creationId xmlns:a16="http://schemas.microsoft.com/office/drawing/2014/main" id="{3173409F-46A3-8805-3C54-15BE75FD8976}"/>
              </a:ext>
              <a:ext uri="{C183D7F6-B498-43B3-948B-1728B52AA6E4}">
                <adec:decorative xmlns:adec="http://schemas.microsoft.com/office/drawing/2017/decorative" val="1"/>
              </a:ext>
            </a:extLst>
          </p:cNvPr>
          <p:cNvSpPr/>
          <p:nvPr/>
        </p:nvSpPr>
        <p:spPr bwMode="blackGray">
          <a:xfrm>
            <a:off x="1228054" y="1958277"/>
            <a:ext cx="681783" cy="50314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91">
            <a:extLst>
              <a:ext uri="{FF2B5EF4-FFF2-40B4-BE49-F238E27FC236}">
                <a16:creationId xmlns:a16="http://schemas.microsoft.com/office/drawing/2014/main" id="{5D331F02-DEB1-C957-1B15-7584F6986AD9}"/>
              </a:ext>
              <a:ext uri="{C183D7F6-B498-43B3-948B-1728B52AA6E4}">
                <adec:decorative xmlns:adec="http://schemas.microsoft.com/office/drawing/2017/decorative" val="1"/>
              </a:ext>
            </a:extLst>
          </p:cNvPr>
          <p:cNvSpPr/>
          <p:nvPr/>
        </p:nvSpPr>
        <p:spPr bwMode="blackGray">
          <a:xfrm>
            <a:off x="2052704" y="1958277"/>
            <a:ext cx="681783" cy="50314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92">
            <a:extLst>
              <a:ext uri="{FF2B5EF4-FFF2-40B4-BE49-F238E27FC236}">
                <a16:creationId xmlns:a16="http://schemas.microsoft.com/office/drawing/2014/main" id="{21B7D946-50C9-2EAD-3296-AE6607B8EF88}"/>
              </a:ext>
              <a:ext uri="{C183D7F6-B498-43B3-948B-1728B52AA6E4}">
                <adec:decorative xmlns:adec="http://schemas.microsoft.com/office/drawing/2017/decorative" val="1"/>
              </a:ext>
            </a:extLst>
          </p:cNvPr>
          <p:cNvSpPr/>
          <p:nvPr/>
        </p:nvSpPr>
        <p:spPr bwMode="blackGray">
          <a:xfrm>
            <a:off x="2877354" y="1958277"/>
            <a:ext cx="681783" cy="50314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93">
            <a:extLst>
              <a:ext uri="{FF2B5EF4-FFF2-40B4-BE49-F238E27FC236}">
                <a16:creationId xmlns:a16="http://schemas.microsoft.com/office/drawing/2014/main" id="{E6B783D2-3974-C08A-4E6F-493C9A2A880C}"/>
              </a:ext>
              <a:ext uri="{C183D7F6-B498-43B3-948B-1728B52AA6E4}">
                <adec:decorative xmlns:adec="http://schemas.microsoft.com/office/drawing/2017/decorative" val="1"/>
              </a:ext>
            </a:extLst>
          </p:cNvPr>
          <p:cNvSpPr/>
          <p:nvPr/>
        </p:nvSpPr>
        <p:spPr bwMode="blackGray">
          <a:xfrm>
            <a:off x="3702004" y="1958277"/>
            <a:ext cx="681783" cy="50314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94">
            <a:extLst>
              <a:ext uri="{FF2B5EF4-FFF2-40B4-BE49-F238E27FC236}">
                <a16:creationId xmlns:a16="http://schemas.microsoft.com/office/drawing/2014/main" id="{D9BEAC11-6EE4-A1B0-0BD8-62BAC1439DE1}"/>
              </a:ext>
              <a:ext uri="{C183D7F6-B498-43B3-948B-1728B52AA6E4}">
                <adec:decorative xmlns:adec="http://schemas.microsoft.com/office/drawing/2017/decorative" val="1"/>
              </a:ext>
            </a:extLst>
          </p:cNvPr>
          <p:cNvSpPr/>
          <p:nvPr/>
        </p:nvSpPr>
        <p:spPr bwMode="blackGray">
          <a:xfrm>
            <a:off x="4526654" y="1958277"/>
            <a:ext cx="681783" cy="5031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6" name="Rectangle 95">
            <a:extLst>
              <a:ext uri="{FF2B5EF4-FFF2-40B4-BE49-F238E27FC236}">
                <a16:creationId xmlns:a16="http://schemas.microsoft.com/office/drawing/2014/main" id="{41D54B21-2C3B-9FB4-8A5E-2FEA653CA7EB}"/>
              </a:ext>
              <a:ext uri="{C183D7F6-B498-43B3-948B-1728B52AA6E4}">
                <adec:decorative xmlns:adec="http://schemas.microsoft.com/office/drawing/2017/decorative" val="1"/>
              </a:ext>
            </a:extLst>
          </p:cNvPr>
          <p:cNvSpPr/>
          <p:nvPr/>
        </p:nvSpPr>
        <p:spPr bwMode="blackGray">
          <a:xfrm>
            <a:off x="5351304" y="1958277"/>
            <a:ext cx="681783" cy="50314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7" name="Rectangle 96">
            <a:extLst>
              <a:ext uri="{FF2B5EF4-FFF2-40B4-BE49-F238E27FC236}">
                <a16:creationId xmlns:a16="http://schemas.microsoft.com/office/drawing/2014/main" id="{07F6CE0B-0EB6-4B86-34F7-BEDCAF849776}"/>
              </a:ext>
              <a:ext uri="{C183D7F6-B498-43B3-948B-1728B52AA6E4}">
                <adec:decorative xmlns:adec="http://schemas.microsoft.com/office/drawing/2017/decorative" val="1"/>
              </a:ext>
            </a:extLst>
          </p:cNvPr>
          <p:cNvSpPr/>
          <p:nvPr/>
        </p:nvSpPr>
        <p:spPr bwMode="blackGray">
          <a:xfrm>
            <a:off x="6175954" y="1958277"/>
            <a:ext cx="681783" cy="50314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8" name="Rectangle 97">
            <a:extLst>
              <a:ext uri="{FF2B5EF4-FFF2-40B4-BE49-F238E27FC236}">
                <a16:creationId xmlns:a16="http://schemas.microsoft.com/office/drawing/2014/main" id="{BB64F6FC-1C72-144E-CD2C-0146BFF06664}"/>
              </a:ext>
              <a:ext uri="{C183D7F6-B498-43B3-948B-1728B52AA6E4}">
                <adec:decorative xmlns:adec="http://schemas.microsoft.com/office/drawing/2017/decorative" val="1"/>
              </a:ext>
            </a:extLst>
          </p:cNvPr>
          <p:cNvSpPr/>
          <p:nvPr/>
        </p:nvSpPr>
        <p:spPr bwMode="blackGray">
          <a:xfrm>
            <a:off x="7000604" y="1958277"/>
            <a:ext cx="681783" cy="50314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9" name="Rectangle 98">
            <a:extLst>
              <a:ext uri="{FF2B5EF4-FFF2-40B4-BE49-F238E27FC236}">
                <a16:creationId xmlns:a16="http://schemas.microsoft.com/office/drawing/2014/main" id="{7957188C-B5D0-2593-138E-54ED3E65733A}"/>
              </a:ext>
              <a:ext uri="{C183D7F6-B498-43B3-948B-1728B52AA6E4}">
                <adec:decorative xmlns:adec="http://schemas.microsoft.com/office/drawing/2017/decorative" val="1"/>
              </a:ext>
            </a:extLst>
          </p:cNvPr>
          <p:cNvSpPr/>
          <p:nvPr/>
        </p:nvSpPr>
        <p:spPr bwMode="blackGray">
          <a:xfrm>
            <a:off x="7825250" y="1958277"/>
            <a:ext cx="681783" cy="5031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0" name="TextBox 99">
            <a:extLst>
              <a:ext uri="{FF2B5EF4-FFF2-40B4-BE49-F238E27FC236}">
                <a16:creationId xmlns:a16="http://schemas.microsoft.com/office/drawing/2014/main" id="{AA860479-B4C4-FED4-6692-D2958D2A70D4}"/>
              </a:ext>
              <a:ext uri="{C183D7F6-B498-43B3-948B-1728B52AA6E4}">
                <adec:decorative xmlns:adec="http://schemas.microsoft.com/office/drawing/2017/decorative" val="1"/>
              </a:ext>
            </a:extLst>
          </p:cNvPr>
          <p:cNvSpPr txBox="1"/>
          <p:nvPr/>
        </p:nvSpPr>
        <p:spPr bwMode="blackGray">
          <a:xfrm>
            <a:off x="336719" y="2584931"/>
            <a:ext cx="824650" cy="246221"/>
          </a:xfrm>
          <a:prstGeom prst="rect">
            <a:avLst/>
          </a:prstGeom>
          <a:noFill/>
        </p:spPr>
        <p:txBody>
          <a:bodyPr wrap="square" lIns="0" tIns="0" rIns="0" bIns="0" rtlCol="0">
            <a:spAutoFit/>
          </a:bodyPr>
          <a:lstStyle/>
          <a:p>
            <a:pPr algn="ctr"/>
            <a:r>
              <a:rPr lang="en-GB" sz="800" noProof="0"/>
              <a:t>White background 255-255-255</a:t>
            </a:r>
          </a:p>
        </p:txBody>
      </p:sp>
      <p:sp>
        <p:nvSpPr>
          <p:cNvPr id="101" name="TextBox 100">
            <a:extLst>
              <a:ext uri="{FF2B5EF4-FFF2-40B4-BE49-F238E27FC236}">
                <a16:creationId xmlns:a16="http://schemas.microsoft.com/office/drawing/2014/main" id="{0B11D242-19E1-C33E-3F07-6EEDA75B7D82}"/>
              </a:ext>
              <a:ext uri="{C183D7F6-B498-43B3-948B-1728B52AA6E4}">
                <adec:decorative xmlns:adec="http://schemas.microsoft.com/office/drawing/2017/decorative" val="1"/>
              </a:ext>
            </a:extLst>
          </p:cNvPr>
          <p:cNvSpPr txBox="1"/>
          <p:nvPr/>
        </p:nvSpPr>
        <p:spPr bwMode="blackGray">
          <a:xfrm>
            <a:off x="1228054"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Blac</a:t>
            </a:r>
            <a:r>
              <a:rPr lang="en-GB"/>
              <a:t>k Text</a:t>
            </a:r>
            <a:endParaRPr lang="en-GB" noProof="0"/>
          </a:p>
          <a:p>
            <a:r>
              <a:rPr lang="en-GB" noProof="0"/>
              <a:t>0-0-0</a:t>
            </a:r>
          </a:p>
        </p:txBody>
      </p:sp>
      <p:sp>
        <p:nvSpPr>
          <p:cNvPr id="102" name="TextBox 101">
            <a:extLst>
              <a:ext uri="{FF2B5EF4-FFF2-40B4-BE49-F238E27FC236}">
                <a16:creationId xmlns:a16="http://schemas.microsoft.com/office/drawing/2014/main" id="{B98C6CA2-C182-A660-EA1B-3D660A82C7D1}"/>
              </a:ext>
              <a:ext uri="{C183D7F6-B498-43B3-948B-1728B52AA6E4}">
                <adec:decorative xmlns:adec="http://schemas.microsoft.com/office/drawing/2017/decorative" val="1"/>
              </a:ext>
            </a:extLst>
          </p:cNvPr>
          <p:cNvSpPr txBox="1"/>
          <p:nvPr/>
        </p:nvSpPr>
        <p:spPr bwMode="blackGray">
          <a:xfrm>
            <a:off x="2052704"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Background</a:t>
            </a:r>
          </a:p>
          <a:p>
            <a:r>
              <a:rPr lang="en-GB" noProof="0"/>
              <a:t>235-235-235</a:t>
            </a:r>
          </a:p>
        </p:txBody>
      </p:sp>
      <p:sp>
        <p:nvSpPr>
          <p:cNvPr id="103" name="TextBox 102">
            <a:extLst>
              <a:ext uri="{FF2B5EF4-FFF2-40B4-BE49-F238E27FC236}">
                <a16:creationId xmlns:a16="http://schemas.microsoft.com/office/drawing/2014/main" id="{5FEA9C26-1BBC-9DD9-2209-BBE3A9D3E706}"/>
              </a:ext>
              <a:ext uri="{C183D7F6-B498-43B3-948B-1728B52AA6E4}">
                <adec:decorative xmlns:adec="http://schemas.microsoft.com/office/drawing/2017/decorative" val="1"/>
              </a:ext>
            </a:extLst>
          </p:cNvPr>
          <p:cNvSpPr txBox="1"/>
          <p:nvPr/>
        </p:nvSpPr>
        <p:spPr bwMode="blackGray">
          <a:xfrm>
            <a:off x="2877354"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Black Text</a:t>
            </a:r>
          </a:p>
          <a:p>
            <a:r>
              <a:rPr lang="en-GB" noProof="0"/>
              <a:t>0-0-0</a:t>
            </a:r>
          </a:p>
        </p:txBody>
      </p:sp>
      <p:sp>
        <p:nvSpPr>
          <p:cNvPr id="104" name="TextBox 103">
            <a:extLst>
              <a:ext uri="{FF2B5EF4-FFF2-40B4-BE49-F238E27FC236}">
                <a16:creationId xmlns:a16="http://schemas.microsoft.com/office/drawing/2014/main" id="{FF663E7D-EDF0-CC5A-664F-99F0F6672525}"/>
              </a:ext>
              <a:ext uri="{C183D7F6-B498-43B3-948B-1728B52AA6E4}">
                <adec:decorative xmlns:adec="http://schemas.microsoft.com/office/drawing/2017/decorative" val="1"/>
              </a:ext>
            </a:extLst>
          </p:cNvPr>
          <p:cNvSpPr txBox="1"/>
          <p:nvPr/>
        </p:nvSpPr>
        <p:spPr bwMode="blackGray">
          <a:xfrm>
            <a:off x="3702004"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Orange</a:t>
            </a:r>
          </a:p>
          <a:p>
            <a:r>
              <a:rPr lang="en-GB" noProof="0"/>
              <a:t>253-81-8</a:t>
            </a:r>
          </a:p>
        </p:txBody>
      </p:sp>
      <p:sp>
        <p:nvSpPr>
          <p:cNvPr id="105" name="TextBox 104">
            <a:extLst>
              <a:ext uri="{FF2B5EF4-FFF2-40B4-BE49-F238E27FC236}">
                <a16:creationId xmlns:a16="http://schemas.microsoft.com/office/drawing/2014/main" id="{5F98A36C-E438-3872-321C-406E110A70BF}"/>
              </a:ext>
              <a:ext uri="{C183D7F6-B498-43B3-948B-1728B52AA6E4}">
                <adec:decorative xmlns:adec="http://schemas.microsoft.com/office/drawing/2017/decorative" val="1"/>
              </a:ext>
            </a:extLst>
          </p:cNvPr>
          <p:cNvSpPr txBox="1"/>
          <p:nvPr/>
        </p:nvSpPr>
        <p:spPr bwMode="blackGray">
          <a:xfrm>
            <a:off x="4522637" y="2590011"/>
            <a:ext cx="685800" cy="246221"/>
          </a:xfrm>
          <a:prstGeom prst="rect">
            <a:avLst/>
          </a:prstGeom>
          <a:noFill/>
        </p:spPr>
        <p:txBody>
          <a:bodyPr wrap="none" lIns="0" tIns="0" rIns="0" bIns="0" rtlCol="0">
            <a:noAutofit/>
          </a:bodyPr>
          <a:lstStyle>
            <a:defPPr>
              <a:defRPr lang="en-US"/>
            </a:defPPr>
            <a:lvl1pPr algn="ctr">
              <a:defRPr sz="800"/>
            </a:lvl1pPr>
          </a:lstStyle>
          <a:p>
            <a:r>
              <a:rPr lang="en-GB" noProof="0"/>
              <a:t>Medium Orange</a:t>
            </a:r>
          </a:p>
          <a:p>
            <a:r>
              <a:rPr lang="en-GB" noProof="0"/>
              <a:t>254-124-57</a:t>
            </a:r>
          </a:p>
        </p:txBody>
      </p:sp>
      <p:sp>
        <p:nvSpPr>
          <p:cNvPr id="106" name="TextBox 105">
            <a:extLst>
              <a:ext uri="{FF2B5EF4-FFF2-40B4-BE49-F238E27FC236}">
                <a16:creationId xmlns:a16="http://schemas.microsoft.com/office/drawing/2014/main" id="{C647549A-0DA6-E31A-292E-2440A82FA60E}"/>
              </a:ext>
              <a:ext uri="{C183D7F6-B498-43B3-948B-1728B52AA6E4}">
                <adec:decorative xmlns:adec="http://schemas.microsoft.com/office/drawing/2017/decorative" val="1"/>
              </a:ext>
            </a:extLst>
          </p:cNvPr>
          <p:cNvSpPr txBox="1"/>
          <p:nvPr/>
        </p:nvSpPr>
        <p:spPr bwMode="blackGray">
          <a:xfrm>
            <a:off x="5351304"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Light Orange</a:t>
            </a:r>
          </a:p>
          <a:p>
            <a:r>
              <a:rPr lang="en-GB" noProof="0"/>
              <a:t>255-170-114</a:t>
            </a:r>
          </a:p>
        </p:txBody>
      </p:sp>
      <p:sp>
        <p:nvSpPr>
          <p:cNvPr id="107" name="TextBox 106">
            <a:extLst>
              <a:ext uri="{FF2B5EF4-FFF2-40B4-BE49-F238E27FC236}">
                <a16:creationId xmlns:a16="http://schemas.microsoft.com/office/drawing/2014/main" id="{9C419367-1CCD-1BF9-E699-076B97CBEA2F}"/>
              </a:ext>
              <a:ext uri="{C183D7F6-B498-43B3-948B-1728B52AA6E4}">
                <adec:decorative xmlns:adec="http://schemas.microsoft.com/office/drawing/2017/decorative" val="1"/>
              </a:ext>
            </a:extLst>
          </p:cNvPr>
          <p:cNvSpPr txBox="1"/>
          <p:nvPr/>
        </p:nvSpPr>
        <p:spPr bwMode="blackGray">
          <a:xfrm>
            <a:off x="6175954"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Grey</a:t>
            </a:r>
          </a:p>
          <a:p>
            <a:r>
              <a:rPr lang="en-GB" noProof="0"/>
              <a:t>161-168-179</a:t>
            </a:r>
          </a:p>
        </p:txBody>
      </p:sp>
      <p:sp>
        <p:nvSpPr>
          <p:cNvPr id="108" name="TextBox 107">
            <a:extLst>
              <a:ext uri="{FF2B5EF4-FFF2-40B4-BE49-F238E27FC236}">
                <a16:creationId xmlns:a16="http://schemas.microsoft.com/office/drawing/2014/main" id="{3E72347D-5968-53F9-59B4-E52610D1015E}"/>
              </a:ext>
              <a:ext uri="{C183D7F6-B498-43B3-948B-1728B52AA6E4}">
                <adec:decorative xmlns:adec="http://schemas.microsoft.com/office/drawing/2017/decorative" val="1"/>
              </a:ext>
            </a:extLst>
          </p:cNvPr>
          <p:cNvSpPr txBox="1"/>
          <p:nvPr/>
        </p:nvSpPr>
        <p:spPr bwMode="blackGray">
          <a:xfrm>
            <a:off x="7000604"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Medium Grey</a:t>
            </a:r>
          </a:p>
          <a:p>
            <a:r>
              <a:rPr lang="en-GB" noProof="0"/>
              <a:t>181-188-196</a:t>
            </a:r>
          </a:p>
        </p:txBody>
      </p:sp>
      <p:sp>
        <p:nvSpPr>
          <p:cNvPr id="109" name="TextBox 108">
            <a:extLst>
              <a:ext uri="{FF2B5EF4-FFF2-40B4-BE49-F238E27FC236}">
                <a16:creationId xmlns:a16="http://schemas.microsoft.com/office/drawing/2014/main" id="{C2B2BF29-F057-2F7F-865F-8019FEE5B8DB}"/>
              </a:ext>
              <a:ext uri="{C183D7F6-B498-43B3-948B-1728B52AA6E4}">
                <adec:decorative xmlns:adec="http://schemas.microsoft.com/office/drawing/2017/decorative" val="1"/>
              </a:ext>
            </a:extLst>
          </p:cNvPr>
          <p:cNvSpPr txBox="1"/>
          <p:nvPr/>
        </p:nvSpPr>
        <p:spPr bwMode="blackGray">
          <a:xfrm>
            <a:off x="7825250" y="2584931"/>
            <a:ext cx="681783" cy="246221"/>
          </a:xfrm>
          <a:prstGeom prst="rect">
            <a:avLst/>
          </a:prstGeom>
          <a:noFill/>
        </p:spPr>
        <p:txBody>
          <a:bodyPr wrap="square" lIns="0" tIns="0" rIns="0" bIns="0" rtlCol="0">
            <a:spAutoFit/>
          </a:bodyPr>
          <a:lstStyle>
            <a:defPPr>
              <a:defRPr lang="en-US"/>
            </a:defPPr>
            <a:lvl1pPr algn="ctr">
              <a:defRPr sz="800"/>
            </a:lvl1pPr>
          </a:lstStyle>
          <a:p>
            <a:r>
              <a:rPr lang="en-GB" noProof="0"/>
              <a:t>Light Grey</a:t>
            </a:r>
          </a:p>
          <a:p>
            <a:r>
              <a:rPr lang="en-GB" noProof="0"/>
              <a:t>203-209-214</a:t>
            </a:r>
          </a:p>
        </p:txBody>
      </p:sp>
      <p:sp>
        <p:nvSpPr>
          <p:cNvPr id="110" name="Rectangle 109">
            <a:extLst>
              <a:ext uri="{FF2B5EF4-FFF2-40B4-BE49-F238E27FC236}">
                <a16:creationId xmlns:a16="http://schemas.microsoft.com/office/drawing/2014/main" id="{5D4C1192-8B57-5D62-C268-C0C204DC0BE7}"/>
              </a:ext>
              <a:ext uri="{C183D7F6-B498-43B3-948B-1728B52AA6E4}">
                <adec:decorative xmlns:adec="http://schemas.microsoft.com/office/drawing/2017/decorative" val="1"/>
              </a:ext>
            </a:extLst>
          </p:cNvPr>
          <p:cNvSpPr/>
          <p:nvPr/>
        </p:nvSpPr>
        <p:spPr bwMode="blackGray">
          <a:xfrm rot="10800000" flipV="1">
            <a:off x="6179038" y="4499753"/>
            <a:ext cx="685800" cy="502920"/>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1" name="Rectangle 110">
            <a:extLst>
              <a:ext uri="{FF2B5EF4-FFF2-40B4-BE49-F238E27FC236}">
                <a16:creationId xmlns:a16="http://schemas.microsoft.com/office/drawing/2014/main" id="{A0E84225-6090-2218-5459-9ECA8B4070E3}"/>
              </a:ext>
              <a:ext uri="{C183D7F6-B498-43B3-948B-1728B52AA6E4}">
                <adec:decorative xmlns:adec="http://schemas.microsoft.com/office/drawing/2017/decorative" val="1"/>
              </a:ext>
            </a:extLst>
          </p:cNvPr>
          <p:cNvSpPr/>
          <p:nvPr/>
        </p:nvSpPr>
        <p:spPr bwMode="blackGray">
          <a:xfrm rot="10800000" flipV="1">
            <a:off x="6179038" y="3490654"/>
            <a:ext cx="685800" cy="502920"/>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2" name="Rectangle 111">
            <a:extLst>
              <a:ext uri="{FF2B5EF4-FFF2-40B4-BE49-F238E27FC236}">
                <a16:creationId xmlns:a16="http://schemas.microsoft.com/office/drawing/2014/main" id="{65A2251B-EEA6-AD1D-08B5-EC82C730DE3E}"/>
              </a:ext>
              <a:ext uri="{C183D7F6-B498-43B3-948B-1728B52AA6E4}">
                <adec:decorative xmlns:adec="http://schemas.microsoft.com/office/drawing/2017/decorative" val="1"/>
              </a:ext>
            </a:extLst>
          </p:cNvPr>
          <p:cNvSpPr/>
          <p:nvPr/>
        </p:nvSpPr>
        <p:spPr bwMode="blackGray">
          <a:xfrm rot="10800000" flipV="1">
            <a:off x="5216909" y="3490654"/>
            <a:ext cx="685800" cy="502920"/>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3" name="Rectangle 112">
            <a:extLst>
              <a:ext uri="{FF2B5EF4-FFF2-40B4-BE49-F238E27FC236}">
                <a16:creationId xmlns:a16="http://schemas.microsoft.com/office/drawing/2014/main" id="{40DEA029-0EA5-175A-AB35-045005CD3C1F}"/>
              </a:ext>
              <a:ext uri="{C183D7F6-B498-43B3-948B-1728B52AA6E4}">
                <adec:decorative xmlns:adec="http://schemas.microsoft.com/office/drawing/2017/decorative" val="1"/>
              </a:ext>
            </a:extLst>
          </p:cNvPr>
          <p:cNvSpPr/>
          <p:nvPr/>
        </p:nvSpPr>
        <p:spPr bwMode="blackGray">
          <a:xfrm rot="10800000" flipV="1">
            <a:off x="4254780" y="3490654"/>
            <a:ext cx="685800" cy="5029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4" name="Rectangle 113">
            <a:extLst>
              <a:ext uri="{FF2B5EF4-FFF2-40B4-BE49-F238E27FC236}">
                <a16:creationId xmlns:a16="http://schemas.microsoft.com/office/drawing/2014/main" id="{9C257AE3-F68A-DED3-23C0-3A934569B40C}"/>
              </a:ext>
              <a:ext uri="{C183D7F6-B498-43B3-948B-1728B52AA6E4}">
                <adec:decorative xmlns:adec="http://schemas.microsoft.com/office/drawing/2017/decorative" val="1"/>
              </a:ext>
            </a:extLst>
          </p:cNvPr>
          <p:cNvSpPr/>
          <p:nvPr/>
        </p:nvSpPr>
        <p:spPr bwMode="blackGray">
          <a:xfrm rot="10800000" flipV="1">
            <a:off x="3292651" y="3490654"/>
            <a:ext cx="685800" cy="50292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5" name="Rectangle 114">
            <a:extLst>
              <a:ext uri="{FF2B5EF4-FFF2-40B4-BE49-F238E27FC236}">
                <a16:creationId xmlns:a16="http://schemas.microsoft.com/office/drawing/2014/main" id="{B9B860B9-3116-4827-769B-4B5716D42298}"/>
              </a:ext>
              <a:ext uri="{C183D7F6-B498-43B3-948B-1728B52AA6E4}">
                <adec:decorative xmlns:adec="http://schemas.microsoft.com/office/drawing/2017/decorative" val="1"/>
              </a:ext>
            </a:extLst>
          </p:cNvPr>
          <p:cNvSpPr/>
          <p:nvPr/>
        </p:nvSpPr>
        <p:spPr bwMode="blackGray">
          <a:xfrm rot="10800000" flipV="1">
            <a:off x="2330522" y="3490654"/>
            <a:ext cx="685800" cy="5029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6" name="Rectangle 115">
            <a:extLst>
              <a:ext uri="{FF2B5EF4-FFF2-40B4-BE49-F238E27FC236}">
                <a16:creationId xmlns:a16="http://schemas.microsoft.com/office/drawing/2014/main" id="{FA369FF7-AABF-CC5A-6A4E-4BC7B807176F}"/>
              </a:ext>
              <a:ext uri="{C183D7F6-B498-43B3-948B-1728B52AA6E4}">
                <adec:decorative xmlns:adec="http://schemas.microsoft.com/office/drawing/2017/decorative" val="1"/>
              </a:ext>
            </a:extLst>
          </p:cNvPr>
          <p:cNvSpPr/>
          <p:nvPr/>
        </p:nvSpPr>
        <p:spPr bwMode="blackGray">
          <a:xfrm rot="10800000" flipV="1">
            <a:off x="7141167" y="3490654"/>
            <a:ext cx="685800" cy="502920"/>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7" name="Rectangle 116">
            <a:extLst>
              <a:ext uri="{FF2B5EF4-FFF2-40B4-BE49-F238E27FC236}">
                <a16:creationId xmlns:a16="http://schemas.microsoft.com/office/drawing/2014/main" id="{254A1B4C-C23C-18EE-3CA8-11E24A8622D6}"/>
              </a:ext>
              <a:ext uri="{C183D7F6-B498-43B3-948B-1728B52AA6E4}">
                <adec:decorative xmlns:adec="http://schemas.microsoft.com/office/drawing/2017/decorative" val="1"/>
              </a:ext>
            </a:extLst>
          </p:cNvPr>
          <p:cNvSpPr/>
          <p:nvPr/>
        </p:nvSpPr>
        <p:spPr bwMode="blackGray">
          <a:xfrm rot="10800000" flipV="1">
            <a:off x="7141166" y="4499753"/>
            <a:ext cx="685800" cy="50292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8" name="Rectangle 117">
            <a:extLst>
              <a:ext uri="{FF2B5EF4-FFF2-40B4-BE49-F238E27FC236}">
                <a16:creationId xmlns:a16="http://schemas.microsoft.com/office/drawing/2014/main" id="{B50AB758-24EC-A3C6-8D1E-8B82BB55C449}"/>
              </a:ext>
              <a:ext uri="{C183D7F6-B498-43B3-948B-1728B52AA6E4}">
                <adec:decorative xmlns:adec="http://schemas.microsoft.com/office/drawing/2017/decorative" val="1"/>
              </a:ext>
            </a:extLst>
          </p:cNvPr>
          <p:cNvSpPr/>
          <p:nvPr/>
        </p:nvSpPr>
        <p:spPr bwMode="blackGray">
          <a:xfrm rot="10800000" flipV="1">
            <a:off x="5216909" y="4499753"/>
            <a:ext cx="685800" cy="502920"/>
          </a:xfrm>
          <a:prstGeom prst="rect">
            <a:avLst/>
          </a:prstGeom>
          <a:solidFill>
            <a:srgbClr val="DFE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9" name="Rectangle 118">
            <a:extLst>
              <a:ext uri="{FF2B5EF4-FFF2-40B4-BE49-F238E27FC236}">
                <a16:creationId xmlns:a16="http://schemas.microsoft.com/office/drawing/2014/main" id="{CF124661-AB86-06EE-F409-6C6FEC4687F1}"/>
              </a:ext>
              <a:ext uri="{C183D7F6-B498-43B3-948B-1728B52AA6E4}">
                <adec:decorative xmlns:adec="http://schemas.microsoft.com/office/drawing/2017/decorative" val="1"/>
              </a:ext>
            </a:extLst>
          </p:cNvPr>
          <p:cNvSpPr/>
          <p:nvPr/>
        </p:nvSpPr>
        <p:spPr bwMode="blackGray">
          <a:xfrm rot="10800000" flipV="1">
            <a:off x="4254780" y="4499753"/>
            <a:ext cx="685800" cy="50292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0" name="Rectangle 119">
            <a:extLst>
              <a:ext uri="{FF2B5EF4-FFF2-40B4-BE49-F238E27FC236}">
                <a16:creationId xmlns:a16="http://schemas.microsoft.com/office/drawing/2014/main" id="{67CBE4FF-D3E4-A650-BCB6-34A6CA474ACD}"/>
              </a:ext>
              <a:ext uri="{C183D7F6-B498-43B3-948B-1728B52AA6E4}">
                <adec:decorative xmlns:adec="http://schemas.microsoft.com/office/drawing/2017/decorative" val="1"/>
              </a:ext>
            </a:extLst>
          </p:cNvPr>
          <p:cNvSpPr/>
          <p:nvPr/>
        </p:nvSpPr>
        <p:spPr bwMode="blackGray">
          <a:xfrm rot="10800000" flipV="1">
            <a:off x="3292651" y="4499753"/>
            <a:ext cx="685800" cy="5029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1" name="Rectangle 120">
            <a:extLst>
              <a:ext uri="{FF2B5EF4-FFF2-40B4-BE49-F238E27FC236}">
                <a16:creationId xmlns:a16="http://schemas.microsoft.com/office/drawing/2014/main" id="{73B267D0-CEF7-D584-A01F-14668C29DC00}"/>
              </a:ext>
              <a:ext uri="{C183D7F6-B498-43B3-948B-1728B52AA6E4}">
                <adec:decorative xmlns:adec="http://schemas.microsoft.com/office/drawing/2017/decorative" val="1"/>
              </a:ext>
            </a:extLst>
          </p:cNvPr>
          <p:cNvSpPr/>
          <p:nvPr/>
        </p:nvSpPr>
        <p:spPr bwMode="blackGray">
          <a:xfrm rot="10800000" flipV="1">
            <a:off x="2330521" y="4499753"/>
            <a:ext cx="685800" cy="5029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cxnSp>
        <p:nvCxnSpPr>
          <p:cNvPr id="122" name="Straight Connector 121">
            <a:extLst>
              <a:ext uri="{FF2B5EF4-FFF2-40B4-BE49-F238E27FC236}">
                <a16:creationId xmlns:a16="http://schemas.microsoft.com/office/drawing/2014/main" id="{5E2656EE-5B99-1F80-2C73-15FB90B60061}"/>
              </a:ext>
              <a:ext uri="{C183D7F6-B498-43B3-948B-1728B52AA6E4}">
                <adec:decorative xmlns:adec="http://schemas.microsoft.com/office/drawing/2017/decorative" val="1"/>
              </a:ext>
            </a:extLst>
          </p:cNvPr>
          <p:cNvCxnSpPr>
            <a:cxnSpLocks/>
          </p:cNvCxnSpPr>
          <p:nvPr/>
        </p:nvCxnSpPr>
        <p:spPr bwMode="blackGray">
          <a:xfrm>
            <a:off x="403404" y="1816937"/>
            <a:ext cx="3155733" cy="0"/>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9DBC22AE-7DCC-B361-3F98-EFE813957F75}"/>
              </a:ext>
              <a:ext uri="{C183D7F6-B498-43B3-948B-1728B52AA6E4}">
                <adec:decorative xmlns:adec="http://schemas.microsoft.com/office/drawing/2017/decorative" val="1"/>
              </a:ext>
            </a:extLst>
          </p:cNvPr>
          <p:cNvCxnSpPr>
            <a:cxnSpLocks/>
          </p:cNvCxnSpPr>
          <p:nvPr/>
        </p:nvCxnSpPr>
        <p:spPr bwMode="blackGray">
          <a:xfrm>
            <a:off x="3702004" y="1816937"/>
            <a:ext cx="4805029" cy="0"/>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grpSp>
        <p:nvGrpSpPr>
          <p:cNvPr id="124" name="Group 123">
            <a:extLst>
              <a:ext uri="{FF2B5EF4-FFF2-40B4-BE49-F238E27FC236}">
                <a16:creationId xmlns:a16="http://schemas.microsoft.com/office/drawing/2014/main" id="{AD07465B-B05C-1152-73CF-9EAD95FFA3AB}"/>
              </a:ext>
              <a:ext uri="{C183D7F6-B498-43B3-948B-1728B52AA6E4}">
                <adec:decorative xmlns:adec="http://schemas.microsoft.com/office/drawing/2017/decorative" val="1"/>
              </a:ext>
            </a:extLst>
          </p:cNvPr>
          <p:cNvGrpSpPr/>
          <p:nvPr/>
        </p:nvGrpSpPr>
        <p:grpSpPr bwMode="blackGray">
          <a:xfrm>
            <a:off x="7979652" y="3385534"/>
            <a:ext cx="1012172" cy="1818456"/>
            <a:chOff x="8575220" y="2245035"/>
            <a:chExt cx="160327" cy="726765"/>
          </a:xfrm>
        </p:grpSpPr>
        <p:sp>
          <p:nvSpPr>
            <p:cNvPr id="125" name="Right Bracket 124">
              <a:extLst>
                <a:ext uri="{FF2B5EF4-FFF2-40B4-BE49-F238E27FC236}">
                  <a16:creationId xmlns:a16="http://schemas.microsoft.com/office/drawing/2014/main" id="{F959CBC7-7E03-0CB3-4E1B-E178089CE408}"/>
                </a:ext>
              </a:extLst>
            </p:cNvPr>
            <p:cNvSpPr/>
            <p:nvPr/>
          </p:nvSpPr>
          <p:spPr bwMode="blackGray">
            <a:xfrm>
              <a:off x="8575220" y="2245035"/>
              <a:ext cx="14484" cy="726765"/>
            </a:xfrm>
            <a:prstGeom prst="rightBracket">
              <a:avLst>
                <a:gd name="adj" fmla="val 0"/>
              </a:avLst>
            </a:prstGeom>
            <a:ln>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cxnSp>
          <p:nvCxnSpPr>
            <p:cNvPr id="126" name="Straight Connector 125">
              <a:extLst>
                <a:ext uri="{FF2B5EF4-FFF2-40B4-BE49-F238E27FC236}">
                  <a16:creationId xmlns:a16="http://schemas.microsoft.com/office/drawing/2014/main" id="{4997A3FC-3F1B-83FC-8AA1-00DD84408B42}"/>
                </a:ext>
              </a:extLst>
            </p:cNvPr>
            <p:cNvCxnSpPr>
              <a:cxnSpLocks/>
            </p:cNvCxnSpPr>
            <p:nvPr/>
          </p:nvCxnSpPr>
          <p:spPr bwMode="blackGray">
            <a:xfrm>
              <a:off x="8590706" y="2582167"/>
              <a:ext cx="144841" cy="23"/>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grpSp>
      <p:cxnSp>
        <p:nvCxnSpPr>
          <p:cNvPr id="127" name="Straight Connector 126">
            <a:extLst>
              <a:ext uri="{FF2B5EF4-FFF2-40B4-BE49-F238E27FC236}">
                <a16:creationId xmlns:a16="http://schemas.microsoft.com/office/drawing/2014/main" id="{465C00FB-8FAE-3ED1-E416-4CE2B017F08D}"/>
              </a:ext>
              <a:ext uri="{C183D7F6-B498-43B3-948B-1728B52AA6E4}">
                <adec:decorative xmlns:adec="http://schemas.microsoft.com/office/drawing/2017/decorative" val="1"/>
              </a:ext>
            </a:extLst>
          </p:cNvPr>
          <p:cNvCxnSpPr>
            <a:cxnSpLocks/>
          </p:cNvCxnSpPr>
          <p:nvPr/>
        </p:nvCxnSpPr>
        <p:spPr bwMode="blackGray">
          <a:xfrm>
            <a:off x="403404" y="3360304"/>
            <a:ext cx="3155733" cy="0"/>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grpSp>
        <p:nvGrpSpPr>
          <p:cNvPr id="128" name="Group 127">
            <a:extLst>
              <a:ext uri="{FF2B5EF4-FFF2-40B4-BE49-F238E27FC236}">
                <a16:creationId xmlns:a16="http://schemas.microsoft.com/office/drawing/2014/main" id="{F0044F3A-A5FA-3537-830F-658560FEB088}"/>
              </a:ext>
              <a:ext uri="{C183D7F6-B498-43B3-948B-1728B52AA6E4}">
                <adec:decorative xmlns:adec="http://schemas.microsoft.com/office/drawing/2017/decorative" val="1"/>
              </a:ext>
            </a:extLst>
          </p:cNvPr>
          <p:cNvGrpSpPr>
            <a:grpSpLocks noChangeAspect="1"/>
          </p:cNvGrpSpPr>
          <p:nvPr/>
        </p:nvGrpSpPr>
        <p:grpSpPr>
          <a:xfrm>
            <a:off x="8999896" y="1837958"/>
            <a:ext cx="2852928" cy="2897736"/>
            <a:chOff x="9067329" y="1693111"/>
            <a:chExt cx="2834640" cy="2879161"/>
          </a:xfrm>
        </p:grpSpPr>
        <p:pic>
          <p:nvPicPr>
            <p:cNvPr id="129" name="Picture 128">
              <a:extLst>
                <a:ext uri="{FF2B5EF4-FFF2-40B4-BE49-F238E27FC236}">
                  <a16:creationId xmlns:a16="http://schemas.microsoft.com/office/drawing/2014/main" id="{A5D2CA3D-4D3E-27D9-82A4-2A1FCB40081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876" b="1760"/>
            <a:stretch/>
          </p:blipFill>
          <p:spPr bwMode="blackGray">
            <a:xfrm>
              <a:off x="9113636" y="1693111"/>
              <a:ext cx="2722075" cy="2879161"/>
            </a:xfrm>
            <a:prstGeom prst="rect">
              <a:avLst/>
            </a:prstGeom>
            <a:ln w="12700">
              <a:solidFill>
                <a:schemeClr val="bg1">
                  <a:lumMod val="85000"/>
                </a:schemeClr>
              </a:solidFill>
            </a:ln>
          </p:spPr>
        </p:pic>
        <p:sp>
          <p:nvSpPr>
            <p:cNvPr id="130" name="Rectangle 129">
              <a:extLst>
                <a:ext uri="{FF2B5EF4-FFF2-40B4-BE49-F238E27FC236}">
                  <a16:creationId xmlns:a16="http://schemas.microsoft.com/office/drawing/2014/main" id="{B6CA13D8-A08A-6C5A-F336-7F77E13B31C7}"/>
                </a:ext>
                <a:ext uri="{C183D7F6-B498-43B3-948B-1728B52AA6E4}">
                  <adec:decorative xmlns:adec="http://schemas.microsoft.com/office/drawing/2017/decorative" val="1"/>
                </a:ext>
              </a:extLst>
            </p:cNvPr>
            <p:cNvSpPr/>
            <p:nvPr/>
          </p:nvSpPr>
          <p:spPr bwMode="blackGray">
            <a:xfrm>
              <a:off x="9067329" y="1968564"/>
              <a:ext cx="2834640" cy="291439"/>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1" name="Rectangle 130">
              <a:extLst>
                <a:ext uri="{FF2B5EF4-FFF2-40B4-BE49-F238E27FC236}">
                  <a16:creationId xmlns:a16="http://schemas.microsoft.com/office/drawing/2014/main" id="{2EA2949A-E19C-66A9-1E84-9D1D8EA2D9E8}"/>
                </a:ext>
                <a:ext uri="{C183D7F6-B498-43B3-948B-1728B52AA6E4}">
                  <adec:decorative xmlns:adec="http://schemas.microsoft.com/office/drawing/2017/decorative" val="1"/>
                </a:ext>
              </a:extLst>
            </p:cNvPr>
            <p:cNvSpPr/>
            <p:nvPr/>
          </p:nvSpPr>
          <p:spPr bwMode="blackGray">
            <a:xfrm>
              <a:off x="9067329" y="3948528"/>
              <a:ext cx="2834640" cy="568643"/>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132" name="Group 131">
            <a:extLst>
              <a:ext uri="{FF2B5EF4-FFF2-40B4-BE49-F238E27FC236}">
                <a16:creationId xmlns:a16="http://schemas.microsoft.com/office/drawing/2014/main" id="{C1A73935-4314-ABD3-8BCE-459D038AA584}"/>
              </a:ext>
              <a:ext uri="{C183D7F6-B498-43B3-948B-1728B52AA6E4}">
                <adec:decorative xmlns:adec="http://schemas.microsoft.com/office/drawing/2017/decorative" val="1"/>
              </a:ext>
            </a:extLst>
          </p:cNvPr>
          <p:cNvGrpSpPr/>
          <p:nvPr/>
        </p:nvGrpSpPr>
        <p:grpSpPr bwMode="blackGray">
          <a:xfrm>
            <a:off x="8668446" y="1883474"/>
            <a:ext cx="320039" cy="1097281"/>
            <a:chOff x="8585939" y="2245035"/>
            <a:chExt cx="320039" cy="706932"/>
          </a:xfrm>
        </p:grpSpPr>
        <p:sp>
          <p:nvSpPr>
            <p:cNvPr id="133" name="Right Bracket 132">
              <a:extLst>
                <a:ext uri="{FF2B5EF4-FFF2-40B4-BE49-F238E27FC236}">
                  <a16:creationId xmlns:a16="http://schemas.microsoft.com/office/drawing/2014/main" id="{A113694C-3012-9E59-9027-79648A493B08}"/>
                </a:ext>
              </a:extLst>
            </p:cNvPr>
            <p:cNvSpPr/>
            <p:nvPr/>
          </p:nvSpPr>
          <p:spPr bwMode="blackGray">
            <a:xfrm>
              <a:off x="8585939" y="2245035"/>
              <a:ext cx="45719" cy="706932"/>
            </a:xfrm>
            <a:prstGeom prst="rightBracket">
              <a:avLst>
                <a:gd name="adj" fmla="val 0"/>
              </a:avLst>
            </a:prstGeom>
            <a:ln>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cxnSp>
          <p:nvCxnSpPr>
            <p:cNvPr id="134" name="Straight Connector 133">
              <a:extLst>
                <a:ext uri="{FF2B5EF4-FFF2-40B4-BE49-F238E27FC236}">
                  <a16:creationId xmlns:a16="http://schemas.microsoft.com/office/drawing/2014/main" id="{1F6C2F73-7D6D-F470-96B8-372CDB6AB12A}"/>
                </a:ext>
              </a:extLst>
            </p:cNvPr>
            <p:cNvCxnSpPr>
              <a:cxnSpLocks/>
            </p:cNvCxnSpPr>
            <p:nvPr/>
          </p:nvCxnSpPr>
          <p:spPr bwMode="blackGray">
            <a:xfrm>
              <a:off x="8631658" y="2466666"/>
              <a:ext cx="274320"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grpSp>
      <p:sp>
        <p:nvSpPr>
          <p:cNvPr id="135" name="TextBox 134">
            <a:extLst>
              <a:ext uri="{FF2B5EF4-FFF2-40B4-BE49-F238E27FC236}">
                <a16:creationId xmlns:a16="http://schemas.microsoft.com/office/drawing/2014/main" id="{9E68F0A2-4031-45CD-CB68-BE01EA26C63B}"/>
              </a:ext>
              <a:ext uri="{C183D7F6-B498-43B3-948B-1728B52AA6E4}">
                <adec:decorative xmlns:adec="http://schemas.microsoft.com/office/drawing/2017/decorative" val="1"/>
              </a:ext>
            </a:extLst>
          </p:cNvPr>
          <p:cNvSpPr txBox="1"/>
          <p:nvPr/>
        </p:nvSpPr>
        <p:spPr bwMode="blackGray">
          <a:xfrm>
            <a:off x="2328470" y="4031718"/>
            <a:ext cx="681783" cy="246221"/>
          </a:xfrm>
          <a:prstGeom prst="rect">
            <a:avLst/>
          </a:prstGeom>
          <a:noFill/>
        </p:spPr>
        <p:txBody>
          <a:bodyPr wrap="square" lIns="0" tIns="0" rIns="0" bIns="0" rtlCol="0">
            <a:spAutoFit/>
          </a:bodyPr>
          <a:lstStyle/>
          <a:p>
            <a:pPr algn="ctr"/>
            <a:r>
              <a:rPr lang="en-GB" sz="800" noProof="0"/>
              <a:t>Orange</a:t>
            </a:r>
          </a:p>
          <a:p>
            <a:pPr algn="ctr"/>
            <a:r>
              <a:rPr lang="en-GB" sz="800" noProof="0"/>
              <a:t>253-81-8</a:t>
            </a:r>
          </a:p>
        </p:txBody>
      </p:sp>
      <p:sp>
        <p:nvSpPr>
          <p:cNvPr id="136" name="TextBox 135">
            <a:extLst>
              <a:ext uri="{FF2B5EF4-FFF2-40B4-BE49-F238E27FC236}">
                <a16:creationId xmlns:a16="http://schemas.microsoft.com/office/drawing/2014/main" id="{883E86E5-59C4-CDD8-66E8-88AE049534E2}"/>
              </a:ext>
              <a:ext uri="{C183D7F6-B498-43B3-948B-1728B52AA6E4}">
                <adec:decorative xmlns:adec="http://schemas.microsoft.com/office/drawing/2017/decorative" val="1"/>
              </a:ext>
            </a:extLst>
          </p:cNvPr>
          <p:cNvSpPr txBox="1"/>
          <p:nvPr/>
        </p:nvSpPr>
        <p:spPr bwMode="blackGray">
          <a:xfrm>
            <a:off x="3122786" y="4031718"/>
            <a:ext cx="1010494" cy="246221"/>
          </a:xfrm>
          <a:prstGeom prst="rect">
            <a:avLst/>
          </a:prstGeom>
          <a:noFill/>
        </p:spPr>
        <p:txBody>
          <a:bodyPr wrap="square" lIns="0" tIns="0" rIns="0" bIns="0" rtlCol="0">
            <a:spAutoFit/>
          </a:bodyPr>
          <a:lstStyle/>
          <a:p>
            <a:pPr algn="ctr"/>
            <a:r>
              <a:rPr lang="en-GB" sz="800" noProof="0"/>
              <a:t>Medium Orange</a:t>
            </a:r>
          </a:p>
          <a:p>
            <a:pPr algn="ctr"/>
            <a:r>
              <a:rPr lang="en-GB" sz="800" noProof="0"/>
              <a:t>254-124-57</a:t>
            </a:r>
          </a:p>
        </p:txBody>
      </p:sp>
      <p:sp>
        <p:nvSpPr>
          <p:cNvPr id="137" name="TextBox 136">
            <a:extLst>
              <a:ext uri="{FF2B5EF4-FFF2-40B4-BE49-F238E27FC236}">
                <a16:creationId xmlns:a16="http://schemas.microsoft.com/office/drawing/2014/main" id="{4196BCD0-9528-70F7-2EFC-724AEA9862A6}"/>
              </a:ext>
              <a:ext uri="{C183D7F6-B498-43B3-948B-1728B52AA6E4}">
                <adec:decorative xmlns:adec="http://schemas.microsoft.com/office/drawing/2017/decorative" val="1"/>
              </a:ext>
            </a:extLst>
          </p:cNvPr>
          <p:cNvSpPr txBox="1"/>
          <p:nvPr/>
        </p:nvSpPr>
        <p:spPr bwMode="blackGray">
          <a:xfrm>
            <a:off x="4253703" y="4031718"/>
            <a:ext cx="681783" cy="246221"/>
          </a:xfrm>
          <a:prstGeom prst="rect">
            <a:avLst/>
          </a:prstGeom>
          <a:noFill/>
        </p:spPr>
        <p:txBody>
          <a:bodyPr wrap="square" lIns="0" tIns="0" rIns="0" bIns="0" rtlCol="0">
            <a:spAutoFit/>
          </a:bodyPr>
          <a:lstStyle/>
          <a:p>
            <a:pPr algn="ctr"/>
            <a:r>
              <a:rPr lang="en-GB" sz="800" noProof="0"/>
              <a:t>Light Orange</a:t>
            </a:r>
          </a:p>
          <a:p>
            <a:pPr algn="ctr"/>
            <a:r>
              <a:rPr lang="en-GB" sz="800" noProof="0"/>
              <a:t>255-170-114</a:t>
            </a:r>
          </a:p>
        </p:txBody>
      </p:sp>
      <p:sp>
        <p:nvSpPr>
          <p:cNvPr id="138" name="TextBox 137">
            <a:extLst>
              <a:ext uri="{FF2B5EF4-FFF2-40B4-BE49-F238E27FC236}">
                <a16:creationId xmlns:a16="http://schemas.microsoft.com/office/drawing/2014/main" id="{E8CB83D3-1C71-C3FD-1408-A9223497ADC2}"/>
              </a:ext>
              <a:ext uri="{C183D7F6-B498-43B3-948B-1728B52AA6E4}">
                <adec:decorative xmlns:adec="http://schemas.microsoft.com/office/drawing/2017/decorative" val="1"/>
              </a:ext>
            </a:extLst>
          </p:cNvPr>
          <p:cNvSpPr txBox="1"/>
          <p:nvPr/>
        </p:nvSpPr>
        <p:spPr bwMode="blackGray">
          <a:xfrm>
            <a:off x="5212374" y="4031718"/>
            <a:ext cx="681783" cy="123111"/>
          </a:xfrm>
          <a:prstGeom prst="rect">
            <a:avLst/>
          </a:prstGeom>
          <a:noFill/>
        </p:spPr>
        <p:txBody>
          <a:bodyPr wrap="square" lIns="0" tIns="0" rIns="0" bIns="0" rtlCol="0">
            <a:spAutoFit/>
          </a:bodyPr>
          <a:lstStyle/>
          <a:p>
            <a:pPr algn="ctr"/>
            <a:r>
              <a:rPr lang="en-GB" sz="800" noProof="0"/>
              <a:t>Orange Tint 1</a:t>
            </a:r>
          </a:p>
        </p:txBody>
      </p:sp>
      <p:sp>
        <p:nvSpPr>
          <p:cNvPr id="139" name="TextBox 138">
            <a:extLst>
              <a:ext uri="{FF2B5EF4-FFF2-40B4-BE49-F238E27FC236}">
                <a16:creationId xmlns:a16="http://schemas.microsoft.com/office/drawing/2014/main" id="{62BDE7E4-357B-3789-7E11-AF7BCCDC4C4E}"/>
              </a:ext>
              <a:ext uri="{C183D7F6-B498-43B3-948B-1728B52AA6E4}">
                <adec:decorative xmlns:adec="http://schemas.microsoft.com/office/drawing/2017/decorative" val="1"/>
              </a:ext>
            </a:extLst>
          </p:cNvPr>
          <p:cNvSpPr txBox="1"/>
          <p:nvPr/>
        </p:nvSpPr>
        <p:spPr bwMode="blackGray">
          <a:xfrm>
            <a:off x="6164874" y="4031718"/>
            <a:ext cx="681783" cy="123111"/>
          </a:xfrm>
          <a:prstGeom prst="rect">
            <a:avLst/>
          </a:prstGeom>
          <a:noFill/>
        </p:spPr>
        <p:txBody>
          <a:bodyPr wrap="square" lIns="0" tIns="0" rIns="0" bIns="0" rtlCol="0">
            <a:spAutoFit/>
          </a:bodyPr>
          <a:lstStyle/>
          <a:p>
            <a:pPr algn="ctr"/>
            <a:r>
              <a:rPr lang="en-GB" sz="800" noProof="0"/>
              <a:t>Orange Tint 2</a:t>
            </a:r>
          </a:p>
        </p:txBody>
      </p:sp>
      <p:sp>
        <p:nvSpPr>
          <p:cNvPr id="140" name="TextBox 139">
            <a:extLst>
              <a:ext uri="{FF2B5EF4-FFF2-40B4-BE49-F238E27FC236}">
                <a16:creationId xmlns:a16="http://schemas.microsoft.com/office/drawing/2014/main" id="{894063B5-1BA7-FBCC-EF80-04DA57E7FEE2}"/>
              </a:ext>
              <a:ext uri="{C183D7F6-B498-43B3-948B-1728B52AA6E4}">
                <adec:decorative xmlns:adec="http://schemas.microsoft.com/office/drawing/2017/decorative" val="1"/>
              </a:ext>
            </a:extLst>
          </p:cNvPr>
          <p:cNvSpPr txBox="1"/>
          <p:nvPr/>
        </p:nvSpPr>
        <p:spPr bwMode="blackGray">
          <a:xfrm>
            <a:off x="7123545" y="4031718"/>
            <a:ext cx="681783" cy="123111"/>
          </a:xfrm>
          <a:prstGeom prst="rect">
            <a:avLst/>
          </a:prstGeom>
          <a:noFill/>
        </p:spPr>
        <p:txBody>
          <a:bodyPr wrap="square" lIns="0" tIns="0" rIns="0" bIns="0" rtlCol="0">
            <a:spAutoFit/>
          </a:bodyPr>
          <a:lstStyle/>
          <a:p>
            <a:pPr algn="ctr"/>
            <a:r>
              <a:rPr lang="en-GB" sz="800" noProof="0"/>
              <a:t>Orange Tint 3</a:t>
            </a:r>
          </a:p>
        </p:txBody>
      </p:sp>
      <p:sp>
        <p:nvSpPr>
          <p:cNvPr id="141" name="TextBox 140">
            <a:extLst>
              <a:ext uri="{FF2B5EF4-FFF2-40B4-BE49-F238E27FC236}">
                <a16:creationId xmlns:a16="http://schemas.microsoft.com/office/drawing/2014/main" id="{E4B517E5-1D62-A9E8-73AC-A71A4AE5BD2D}"/>
              </a:ext>
              <a:ext uri="{C183D7F6-B498-43B3-948B-1728B52AA6E4}">
                <adec:decorative xmlns:adec="http://schemas.microsoft.com/office/drawing/2017/decorative" val="1"/>
              </a:ext>
            </a:extLst>
          </p:cNvPr>
          <p:cNvSpPr txBox="1"/>
          <p:nvPr/>
        </p:nvSpPr>
        <p:spPr bwMode="blackGray">
          <a:xfrm>
            <a:off x="2328470" y="5049997"/>
            <a:ext cx="681783" cy="246221"/>
          </a:xfrm>
          <a:prstGeom prst="rect">
            <a:avLst/>
          </a:prstGeom>
          <a:noFill/>
        </p:spPr>
        <p:txBody>
          <a:bodyPr wrap="square" lIns="0" tIns="0" rIns="0" bIns="0" rtlCol="0">
            <a:spAutoFit/>
          </a:bodyPr>
          <a:lstStyle/>
          <a:p>
            <a:pPr algn="ctr"/>
            <a:r>
              <a:rPr lang="en-GB" sz="800" noProof="0"/>
              <a:t>Grey</a:t>
            </a:r>
          </a:p>
          <a:p>
            <a:pPr algn="ctr"/>
            <a:r>
              <a:rPr lang="en-GB" sz="800" noProof="0"/>
              <a:t>161-168-179</a:t>
            </a:r>
          </a:p>
        </p:txBody>
      </p:sp>
      <p:sp>
        <p:nvSpPr>
          <p:cNvPr id="142" name="TextBox 141">
            <a:extLst>
              <a:ext uri="{FF2B5EF4-FFF2-40B4-BE49-F238E27FC236}">
                <a16:creationId xmlns:a16="http://schemas.microsoft.com/office/drawing/2014/main" id="{CB79C362-80E6-8B0A-A87F-CEC53C13FBA8}"/>
              </a:ext>
              <a:ext uri="{C183D7F6-B498-43B3-948B-1728B52AA6E4}">
                <adec:decorative xmlns:adec="http://schemas.microsoft.com/office/drawing/2017/decorative" val="1"/>
              </a:ext>
            </a:extLst>
          </p:cNvPr>
          <p:cNvSpPr txBox="1"/>
          <p:nvPr/>
        </p:nvSpPr>
        <p:spPr bwMode="blackGray">
          <a:xfrm>
            <a:off x="3287141" y="5049997"/>
            <a:ext cx="681783" cy="246221"/>
          </a:xfrm>
          <a:prstGeom prst="rect">
            <a:avLst/>
          </a:prstGeom>
          <a:noFill/>
        </p:spPr>
        <p:txBody>
          <a:bodyPr wrap="square" lIns="0" tIns="0" rIns="0" bIns="0" rtlCol="0">
            <a:spAutoFit/>
          </a:bodyPr>
          <a:lstStyle/>
          <a:p>
            <a:pPr algn="ctr"/>
            <a:r>
              <a:rPr lang="en-GB" sz="800" noProof="0"/>
              <a:t>Medium Grey</a:t>
            </a:r>
          </a:p>
          <a:p>
            <a:pPr algn="ctr"/>
            <a:r>
              <a:rPr lang="en-GB" sz="800" noProof="0"/>
              <a:t>181-188-196</a:t>
            </a:r>
          </a:p>
        </p:txBody>
      </p:sp>
      <p:sp>
        <p:nvSpPr>
          <p:cNvPr id="143" name="TextBox 142">
            <a:extLst>
              <a:ext uri="{FF2B5EF4-FFF2-40B4-BE49-F238E27FC236}">
                <a16:creationId xmlns:a16="http://schemas.microsoft.com/office/drawing/2014/main" id="{F3CB09C2-233A-3E8F-D5CE-95DC25D1B09B}"/>
              </a:ext>
              <a:ext uri="{C183D7F6-B498-43B3-948B-1728B52AA6E4}">
                <adec:decorative xmlns:adec="http://schemas.microsoft.com/office/drawing/2017/decorative" val="1"/>
              </a:ext>
            </a:extLst>
          </p:cNvPr>
          <p:cNvSpPr txBox="1"/>
          <p:nvPr/>
        </p:nvSpPr>
        <p:spPr bwMode="blackGray">
          <a:xfrm>
            <a:off x="4253703" y="5049997"/>
            <a:ext cx="681783" cy="246221"/>
          </a:xfrm>
          <a:prstGeom prst="rect">
            <a:avLst/>
          </a:prstGeom>
          <a:noFill/>
        </p:spPr>
        <p:txBody>
          <a:bodyPr wrap="square" lIns="0" tIns="0" rIns="0" bIns="0" rtlCol="0">
            <a:spAutoFit/>
          </a:bodyPr>
          <a:lstStyle/>
          <a:p>
            <a:pPr algn="ctr"/>
            <a:r>
              <a:rPr lang="en-GB" sz="800" noProof="0"/>
              <a:t>Light Grey</a:t>
            </a:r>
          </a:p>
          <a:p>
            <a:pPr algn="ctr"/>
            <a:r>
              <a:rPr lang="en-GB" sz="800" noProof="0"/>
              <a:t>203-209-214</a:t>
            </a:r>
          </a:p>
        </p:txBody>
      </p:sp>
      <p:sp>
        <p:nvSpPr>
          <p:cNvPr id="144" name="TextBox 143">
            <a:extLst>
              <a:ext uri="{FF2B5EF4-FFF2-40B4-BE49-F238E27FC236}">
                <a16:creationId xmlns:a16="http://schemas.microsoft.com/office/drawing/2014/main" id="{A6172EC3-6E0E-0110-3C47-89A0A3F83F71}"/>
              </a:ext>
              <a:ext uri="{C183D7F6-B498-43B3-948B-1728B52AA6E4}">
                <adec:decorative xmlns:adec="http://schemas.microsoft.com/office/drawing/2017/decorative" val="1"/>
              </a:ext>
            </a:extLst>
          </p:cNvPr>
          <p:cNvSpPr txBox="1"/>
          <p:nvPr/>
        </p:nvSpPr>
        <p:spPr bwMode="blackGray">
          <a:xfrm>
            <a:off x="5212374" y="5049997"/>
            <a:ext cx="681783" cy="123111"/>
          </a:xfrm>
          <a:prstGeom prst="rect">
            <a:avLst/>
          </a:prstGeom>
          <a:noFill/>
        </p:spPr>
        <p:txBody>
          <a:bodyPr wrap="square" lIns="0" tIns="0" rIns="0" bIns="0" rtlCol="0">
            <a:spAutoFit/>
          </a:bodyPr>
          <a:lstStyle/>
          <a:p>
            <a:pPr algn="ctr"/>
            <a:r>
              <a:rPr lang="en-GB" sz="800" noProof="0"/>
              <a:t>Grey Tint 1</a:t>
            </a:r>
          </a:p>
        </p:txBody>
      </p:sp>
      <p:sp>
        <p:nvSpPr>
          <p:cNvPr id="145" name="TextBox 144">
            <a:extLst>
              <a:ext uri="{FF2B5EF4-FFF2-40B4-BE49-F238E27FC236}">
                <a16:creationId xmlns:a16="http://schemas.microsoft.com/office/drawing/2014/main" id="{4D69EBBE-23A5-D706-9A0C-71A62E8F0337}"/>
              </a:ext>
              <a:ext uri="{C183D7F6-B498-43B3-948B-1728B52AA6E4}">
                <adec:decorative xmlns:adec="http://schemas.microsoft.com/office/drawing/2017/decorative" val="1"/>
              </a:ext>
            </a:extLst>
          </p:cNvPr>
          <p:cNvSpPr txBox="1"/>
          <p:nvPr/>
        </p:nvSpPr>
        <p:spPr bwMode="blackGray">
          <a:xfrm>
            <a:off x="6164874" y="5049997"/>
            <a:ext cx="681783" cy="123111"/>
          </a:xfrm>
          <a:prstGeom prst="rect">
            <a:avLst/>
          </a:prstGeom>
          <a:noFill/>
        </p:spPr>
        <p:txBody>
          <a:bodyPr wrap="square" lIns="0" tIns="0" rIns="0" bIns="0" rtlCol="0">
            <a:spAutoFit/>
          </a:bodyPr>
          <a:lstStyle/>
          <a:p>
            <a:pPr algn="ctr"/>
            <a:r>
              <a:rPr lang="en-GB" sz="800" noProof="0"/>
              <a:t>Grey Tint 2</a:t>
            </a:r>
          </a:p>
        </p:txBody>
      </p:sp>
      <p:sp>
        <p:nvSpPr>
          <p:cNvPr id="146" name="TextBox 145">
            <a:extLst>
              <a:ext uri="{FF2B5EF4-FFF2-40B4-BE49-F238E27FC236}">
                <a16:creationId xmlns:a16="http://schemas.microsoft.com/office/drawing/2014/main" id="{B9489103-D2EB-E8A7-7ECA-6167C1C40054}"/>
              </a:ext>
              <a:ext uri="{C183D7F6-B498-43B3-948B-1728B52AA6E4}">
                <adec:decorative xmlns:adec="http://schemas.microsoft.com/office/drawing/2017/decorative" val="1"/>
              </a:ext>
            </a:extLst>
          </p:cNvPr>
          <p:cNvSpPr txBox="1"/>
          <p:nvPr/>
        </p:nvSpPr>
        <p:spPr bwMode="blackGray">
          <a:xfrm>
            <a:off x="7123545" y="5049997"/>
            <a:ext cx="681783" cy="123111"/>
          </a:xfrm>
          <a:prstGeom prst="rect">
            <a:avLst/>
          </a:prstGeom>
          <a:noFill/>
        </p:spPr>
        <p:txBody>
          <a:bodyPr wrap="square" lIns="0" tIns="0" rIns="0" bIns="0" rtlCol="0">
            <a:spAutoFit/>
          </a:bodyPr>
          <a:lstStyle/>
          <a:p>
            <a:pPr algn="ctr"/>
            <a:r>
              <a:rPr lang="en-GB" sz="800" noProof="0"/>
              <a:t>Grey Tint 3</a:t>
            </a:r>
          </a:p>
        </p:txBody>
      </p:sp>
      <p:sp>
        <p:nvSpPr>
          <p:cNvPr id="147" name="TextBox 146">
            <a:extLst>
              <a:ext uri="{FF2B5EF4-FFF2-40B4-BE49-F238E27FC236}">
                <a16:creationId xmlns:a16="http://schemas.microsoft.com/office/drawing/2014/main" id="{241BA7F2-E065-5332-7E61-34D5817D0485}"/>
              </a:ext>
              <a:ext uri="{C183D7F6-B498-43B3-948B-1728B52AA6E4}">
                <adec:decorative xmlns:adec="http://schemas.microsoft.com/office/drawing/2017/decorative" val="0"/>
              </a:ext>
            </a:extLst>
          </p:cNvPr>
          <p:cNvSpPr txBox="1"/>
          <p:nvPr/>
        </p:nvSpPr>
        <p:spPr bwMode="blackGray">
          <a:xfrm>
            <a:off x="403404" y="5501601"/>
            <a:ext cx="3155733" cy="230832"/>
          </a:xfrm>
          <a:prstGeom prst="rect">
            <a:avLst/>
          </a:prstGeom>
        </p:spPr>
        <p:txBody>
          <a:bodyPr vert="horz" lIns="0" tIns="0" rIns="0" bIns="0" rtlCol="0">
            <a:noAutofit/>
          </a:bodyPr>
          <a:lstStyle>
            <a:defPPr>
              <a:defRPr lang="en-US"/>
            </a:defPPr>
            <a:lvl1pPr indent="0">
              <a:lnSpc>
                <a:spcPct val="100000"/>
              </a:lnSpc>
              <a:spcBef>
                <a:spcPts val="300"/>
              </a:spcBef>
              <a:spcAft>
                <a:spcPts val="1200"/>
              </a:spcAft>
              <a:buFont typeface="Arial" panose="020B0604020202020204" pitchFamily="34" charset="0"/>
              <a:buNone/>
              <a:defRPr sz="1500" b="1"/>
            </a:lvl1pPr>
            <a:lvl2pPr marL="0" lvl="1" indent="0">
              <a:lnSpc>
                <a:spcPct val="125000"/>
              </a:lnSpc>
              <a:spcBef>
                <a:spcPts val="600"/>
              </a:spcBef>
              <a:buFont typeface="Arial" panose="020B0604020202020204" pitchFamily="34" charset="0"/>
              <a:buNone/>
              <a:defRPr sz="1400">
                <a:latin typeface="+mj-lt"/>
              </a:defRPr>
            </a:lvl2pPr>
            <a:lvl3pPr marL="171450" indent="-171450">
              <a:lnSpc>
                <a:spcPct val="125000"/>
              </a:lnSpc>
              <a:spcBef>
                <a:spcPts val="600"/>
              </a:spcBef>
              <a:buFont typeface="Arial" panose="020B0604020202020204" pitchFamily="34" charset="0"/>
              <a:buChar char="•"/>
              <a:defRPr sz="1400">
                <a:latin typeface="+mj-lt"/>
              </a:defRPr>
            </a:lvl3pPr>
            <a:lvl4pPr marL="344488" indent="-173038">
              <a:lnSpc>
                <a:spcPct val="125000"/>
              </a:lnSpc>
              <a:spcBef>
                <a:spcPts val="600"/>
              </a:spcBef>
              <a:buFont typeface="Georgia" panose="02040502050405020303" pitchFamily="18" charset="0"/>
              <a:buChar char="–"/>
              <a:defRPr sz="1400">
                <a:latin typeface="+mj-lt"/>
              </a:defRPr>
            </a:lvl4pPr>
            <a:lvl5pPr marL="515938" indent="-171450">
              <a:lnSpc>
                <a:spcPct val="125000"/>
              </a:lnSpc>
              <a:spcBef>
                <a:spcPts val="600"/>
              </a:spcBef>
              <a:buFont typeface="Wingdings" panose="05000000000000000000" pitchFamily="2" charset="2"/>
              <a:buChar char="§"/>
              <a:defRPr sz="14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noProof="0"/>
              <a:t>Status colours</a:t>
            </a:r>
          </a:p>
        </p:txBody>
      </p:sp>
      <p:sp>
        <p:nvSpPr>
          <p:cNvPr id="148" name="Rectangle 147">
            <a:extLst>
              <a:ext uri="{FF2B5EF4-FFF2-40B4-BE49-F238E27FC236}">
                <a16:creationId xmlns:a16="http://schemas.microsoft.com/office/drawing/2014/main" id="{9935E370-5B39-191D-6385-6D2FEFDDDA4D}"/>
              </a:ext>
              <a:ext uri="{C183D7F6-B498-43B3-948B-1728B52AA6E4}">
                <adec:decorative xmlns:adec="http://schemas.microsoft.com/office/drawing/2017/decorative" val="1"/>
              </a:ext>
            </a:extLst>
          </p:cNvPr>
          <p:cNvSpPr/>
          <p:nvPr/>
        </p:nvSpPr>
        <p:spPr bwMode="blackGray">
          <a:xfrm rot="10800000" flipV="1">
            <a:off x="2324452" y="5543764"/>
            <a:ext cx="685800" cy="502920"/>
          </a:xfrm>
          <a:prstGeom prst="rect">
            <a:avLst/>
          </a:prstGeom>
          <a:solidFill>
            <a:srgbClr val="0596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49" name="Rectangle 148">
            <a:extLst>
              <a:ext uri="{FF2B5EF4-FFF2-40B4-BE49-F238E27FC236}">
                <a16:creationId xmlns:a16="http://schemas.microsoft.com/office/drawing/2014/main" id="{880FC910-EB00-8941-90A7-9935277615ED}"/>
              </a:ext>
              <a:ext uri="{C183D7F6-B498-43B3-948B-1728B52AA6E4}">
                <adec:decorative xmlns:adec="http://schemas.microsoft.com/office/drawing/2017/decorative" val="1"/>
              </a:ext>
            </a:extLst>
          </p:cNvPr>
          <p:cNvSpPr/>
          <p:nvPr/>
        </p:nvSpPr>
        <p:spPr bwMode="blackGray">
          <a:xfrm rot="10800000" flipV="1">
            <a:off x="3292651" y="5543764"/>
            <a:ext cx="685800" cy="502920"/>
          </a:xfrm>
          <a:prstGeom prst="rect">
            <a:avLst/>
          </a:prstGeom>
          <a:solidFill>
            <a:srgbClr val="E9B0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50" name="Rectangle 149">
            <a:extLst>
              <a:ext uri="{FF2B5EF4-FFF2-40B4-BE49-F238E27FC236}">
                <a16:creationId xmlns:a16="http://schemas.microsoft.com/office/drawing/2014/main" id="{C005E906-C543-66D6-2DAB-28BEB101AE15}"/>
              </a:ext>
              <a:ext uri="{C183D7F6-B498-43B3-948B-1728B52AA6E4}">
                <adec:decorative xmlns:adec="http://schemas.microsoft.com/office/drawing/2017/decorative" val="1"/>
              </a:ext>
            </a:extLst>
          </p:cNvPr>
          <p:cNvSpPr/>
          <p:nvPr/>
        </p:nvSpPr>
        <p:spPr bwMode="blackGray">
          <a:xfrm rot="10800000" flipV="1">
            <a:off x="4245501" y="5543764"/>
            <a:ext cx="685800" cy="502920"/>
          </a:xfrm>
          <a:prstGeom prst="rect">
            <a:avLst/>
          </a:prstGeom>
          <a:solidFill>
            <a:srgbClr val="DD26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51" name="TextBox 150">
            <a:extLst>
              <a:ext uri="{FF2B5EF4-FFF2-40B4-BE49-F238E27FC236}">
                <a16:creationId xmlns:a16="http://schemas.microsoft.com/office/drawing/2014/main" id="{05442F9A-E7B1-FABA-1255-1F9139E4F952}"/>
              </a:ext>
              <a:ext uri="{C183D7F6-B498-43B3-948B-1728B52AA6E4}">
                <adec:decorative xmlns:adec="http://schemas.microsoft.com/office/drawing/2017/decorative" val="1"/>
              </a:ext>
            </a:extLst>
          </p:cNvPr>
          <p:cNvSpPr txBox="1"/>
          <p:nvPr/>
        </p:nvSpPr>
        <p:spPr bwMode="blackGray">
          <a:xfrm>
            <a:off x="2337997" y="6113905"/>
            <a:ext cx="681783" cy="123111"/>
          </a:xfrm>
          <a:prstGeom prst="rect">
            <a:avLst/>
          </a:prstGeom>
          <a:noFill/>
        </p:spPr>
        <p:txBody>
          <a:bodyPr wrap="square" lIns="0" tIns="0" rIns="0" bIns="0" rtlCol="0">
            <a:spAutoFit/>
          </a:bodyPr>
          <a:lstStyle/>
          <a:p>
            <a:pPr algn="ctr"/>
            <a:r>
              <a:rPr lang="en-GB" sz="800" noProof="0"/>
              <a:t>5-150-105</a:t>
            </a:r>
          </a:p>
        </p:txBody>
      </p:sp>
      <p:sp>
        <p:nvSpPr>
          <p:cNvPr id="152" name="TextBox 151">
            <a:extLst>
              <a:ext uri="{FF2B5EF4-FFF2-40B4-BE49-F238E27FC236}">
                <a16:creationId xmlns:a16="http://schemas.microsoft.com/office/drawing/2014/main" id="{BD3EB026-98B7-F3C5-AECD-E8075EE1D747}"/>
              </a:ext>
              <a:ext uri="{C183D7F6-B498-43B3-948B-1728B52AA6E4}">
                <adec:decorative xmlns:adec="http://schemas.microsoft.com/office/drawing/2017/decorative" val="1"/>
              </a:ext>
            </a:extLst>
          </p:cNvPr>
          <p:cNvSpPr txBox="1"/>
          <p:nvPr/>
        </p:nvSpPr>
        <p:spPr bwMode="blackGray">
          <a:xfrm>
            <a:off x="3296668" y="6113905"/>
            <a:ext cx="681783" cy="123111"/>
          </a:xfrm>
          <a:prstGeom prst="rect">
            <a:avLst/>
          </a:prstGeom>
          <a:noFill/>
        </p:spPr>
        <p:txBody>
          <a:bodyPr wrap="square" lIns="0" tIns="0" rIns="0" bIns="0" rtlCol="0">
            <a:spAutoFit/>
          </a:bodyPr>
          <a:lstStyle/>
          <a:p>
            <a:pPr algn="ctr"/>
            <a:r>
              <a:rPr lang="en-GB" sz="800" noProof="0"/>
              <a:t>233-176-31</a:t>
            </a:r>
          </a:p>
        </p:txBody>
      </p:sp>
      <p:sp>
        <p:nvSpPr>
          <p:cNvPr id="153" name="TextBox 152">
            <a:extLst>
              <a:ext uri="{FF2B5EF4-FFF2-40B4-BE49-F238E27FC236}">
                <a16:creationId xmlns:a16="http://schemas.microsoft.com/office/drawing/2014/main" id="{5C6E0408-7273-07E1-DD12-D4A8CBD4DF31}"/>
              </a:ext>
              <a:ext uri="{C183D7F6-B498-43B3-948B-1728B52AA6E4}">
                <adec:decorative xmlns:adec="http://schemas.microsoft.com/office/drawing/2017/decorative" val="1"/>
              </a:ext>
            </a:extLst>
          </p:cNvPr>
          <p:cNvSpPr txBox="1"/>
          <p:nvPr/>
        </p:nvSpPr>
        <p:spPr bwMode="blackGray">
          <a:xfrm>
            <a:off x="4263230" y="6113905"/>
            <a:ext cx="681783" cy="123111"/>
          </a:xfrm>
          <a:prstGeom prst="rect">
            <a:avLst/>
          </a:prstGeom>
          <a:noFill/>
        </p:spPr>
        <p:txBody>
          <a:bodyPr wrap="square" lIns="0" tIns="0" rIns="0" bIns="0" rtlCol="0">
            <a:spAutoFit/>
          </a:bodyPr>
          <a:lstStyle/>
          <a:p>
            <a:pPr algn="ctr"/>
            <a:r>
              <a:rPr lang="en-GB" sz="800" noProof="0"/>
              <a:t>220-38-38</a:t>
            </a:r>
          </a:p>
        </p:txBody>
      </p:sp>
    </p:spTree>
    <p:extLst>
      <p:ext uri="{BB962C8B-B14F-4D97-AF65-F5344CB8AC3E}">
        <p14:creationId xmlns:p14="http://schemas.microsoft.com/office/powerpoint/2010/main" val="78312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48B9CF0-DEDF-900E-D76D-9DD8D2FF8DFE}"/>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76611E72-46CE-864A-3040-40923E6C7501}"/>
              </a:ext>
            </a:extLst>
          </p:cNvPr>
          <p:cNvSpPr>
            <a:spLocks noGrp="1"/>
          </p:cNvSpPr>
          <p:nvPr>
            <p:ph type="sldNum" sz="quarter" idx="4"/>
          </p:nvPr>
        </p:nvSpPr>
        <p:spPr/>
        <p:txBody>
          <a:bodyPr/>
          <a:lstStyle/>
          <a:p>
            <a:fld id="{3E6AC032-1535-134B-A583-D5E1DDD0D167}" type="slidenum">
              <a:rPr lang="en-US" smtClean="0"/>
              <a:pPr/>
              <a:t>9</a:t>
            </a:fld>
            <a:endParaRPr lang="en-US"/>
          </a:p>
        </p:txBody>
      </p:sp>
      <p:sp>
        <p:nvSpPr>
          <p:cNvPr id="5" name="Title 4">
            <a:extLst>
              <a:ext uri="{FF2B5EF4-FFF2-40B4-BE49-F238E27FC236}">
                <a16:creationId xmlns:a16="http://schemas.microsoft.com/office/drawing/2014/main" id="{7ABEAA81-E4B5-0FA2-EDCB-FCCD88D22A1B}"/>
              </a:ext>
            </a:extLst>
          </p:cNvPr>
          <p:cNvSpPr>
            <a:spLocks noGrp="1"/>
          </p:cNvSpPr>
          <p:nvPr>
            <p:ph type="title"/>
          </p:nvPr>
        </p:nvSpPr>
        <p:spPr>
          <a:xfrm>
            <a:off x="370586" y="368301"/>
            <a:ext cx="2886964" cy="520699"/>
          </a:xfrm>
        </p:spPr>
        <p:txBody>
          <a:bodyPr/>
          <a:lstStyle/>
          <a:p>
            <a:r>
              <a:rPr lang="en-GB"/>
              <a:t>Fonts </a:t>
            </a:r>
            <a:endParaRPr lang="ru-RU"/>
          </a:p>
        </p:txBody>
      </p:sp>
      <p:sp>
        <p:nvSpPr>
          <p:cNvPr id="6" name="Text Placeholder 11">
            <a:extLst>
              <a:ext uri="{FF2B5EF4-FFF2-40B4-BE49-F238E27FC236}">
                <a16:creationId xmlns:a16="http://schemas.microsoft.com/office/drawing/2014/main" id="{35AFA80D-E45A-E8B4-5FA1-12E5E13784B2}"/>
              </a:ext>
            </a:extLst>
          </p:cNvPr>
          <p:cNvSpPr txBox="1">
            <a:spLocks/>
          </p:cNvSpPr>
          <p:nvPr/>
        </p:nvSpPr>
        <p:spPr>
          <a:xfrm>
            <a:off x="364683" y="1542329"/>
            <a:ext cx="3280410" cy="1535153"/>
          </a:xfrm>
          <a:prstGeom prst="rect">
            <a:avLst/>
          </a:prstGeom>
        </p:spPr>
        <p:txBody>
          <a:bodyPr lIns="0" tIns="0" rIns="0" bIns="0"/>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GB" sz="15000" b="0">
                <a:solidFill>
                  <a:schemeClr val="accent1"/>
                </a:solidFill>
              </a:rPr>
              <a:t>20x</a:t>
            </a:r>
          </a:p>
        </p:txBody>
      </p:sp>
      <p:sp>
        <p:nvSpPr>
          <p:cNvPr id="7" name="Content Placeholder 8">
            <a:extLst>
              <a:ext uri="{FF2B5EF4-FFF2-40B4-BE49-F238E27FC236}">
                <a16:creationId xmlns:a16="http://schemas.microsoft.com/office/drawing/2014/main" id="{378C781A-3E16-65DE-62D6-2CDCECF189F9}"/>
              </a:ext>
            </a:extLst>
          </p:cNvPr>
          <p:cNvSpPr txBox="1">
            <a:spLocks/>
          </p:cNvSpPr>
          <p:nvPr/>
        </p:nvSpPr>
        <p:spPr>
          <a:xfrm>
            <a:off x="365125" y="3603812"/>
            <a:ext cx="3335338" cy="2476313"/>
          </a:xfrm>
          <a:prstGeom prst="rect">
            <a:avLst/>
          </a:prstGeom>
        </p:spPr>
        <p:txBody>
          <a:bodyPr lIns="0" tIns="0" rIns="0" bIns="0"/>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a:t>Lorem ipsum </a:t>
            </a:r>
            <a:r>
              <a:rPr lang="en-GB" sz="1800" err="1"/>
              <a:t>dolor</a:t>
            </a:r>
            <a:r>
              <a:rPr lang="en-GB" sz="1800"/>
              <a:t> sit </a:t>
            </a:r>
            <a:r>
              <a:rPr lang="en-GB" sz="1800" err="1"/>
              <a:t>amet</a:t>
            </a:r>
            <a:r>
              <a:rPr lang="en-GB" sz="1800"/>
              <a:t>, </a:t>
            </a:r>
            <a:r>
              <a:rPr lang="en-GB" sz="1800" err="1"/>
              <a:t>consectetuer</a:t>
            </a:r>
            <a:r>
              <a:rPr lang="en-GB" sz="1800"/>
              <a:t> </a:t>
            </a:r>
            <a:r>
              <a:rPr lang="en-GB" sz="1800" err="1"/>
              <a:t>adipiscing</a:t>
            </a:r>
            <a:r>
              <a:rPr lang="en-GB" sz="1800"/>
              <a:t> </a:t>
            </a:r>
            <a:r>
              <a:rPr lang="en-GB" sz="1800" err="1"/>
              <a:t>elit</a:t>
            </a:r>
            <a:r>
              <a:rPr lang="en-GB" sz="1800"/>
              <a:t>, </a:t>
            </a:r>
            <a:r>
              <a:rPr lang="en-GB" sz="1800" err="1"/>
              <a:t>sed</a:t>
            </a:r>
            <a:r>
              <a:rPr lang="en-GB" sz="1800"/>
              <a:t> </a:t>
            </a:r>
            <a:r>
              <a:rPr lang="en-GB" sz="1800" err="1"/>
              <a:t>diam</a:t>
            </a:r>
            <a:r>
              <a:rPr lang="en-GB" sz="1800"/>
              <a:t> </a:t>
            </a:r>
            <a:r>
              <a:rPr lang="en-GB" sz="1800" err="1"/>
              <a:t>nonummy</a:t>
            </a:r>
            <a:r>
              <a:rPr lang="en-GB" sz="1800"/>
              <a:t> </a:t>
            </a:r>
            <a:r>
              <a:rPr lang="en-GB" sz="1800" err="1"/>
              <a:t>nibh</a:t>
            </a:r>
            <a:r>
              <a:rPr lang="en-GB" sz="1800"/>
              <a:t> </a:t>
            </a:r>
            <a:r>
              <a:rPr lang="en-GB" sz="1800" err="1"/>
              <a:t>euismod</a:t>
            </a:r>
            <a:r>
              <a:rPr lang="en-GB" sz="1800"/>
              <a:t> </a:t>
            </a:r>
            <a:r>
              <a:rPr lang="en-GB" sz="1800" err="1"/>
              <a:t>tincidunt</a:t>
            </a:r>
            <a:r>
              <a:rPr lang="en-GB" sz="1800"/>
              <a:t> </a:t>
            </a:r>
            <a:r>
              <a:rPr lang="en-GB" sz="1800" err="1"/>
              <a:t>ut</a:t>
            </a:r>
            <a:r>
              <a:rPr lang="en-GB" sz="1800"/>
              <a:t> </a:t>
            </a:r>
            <a:r>
              <a:rPr lang="en-GB" sz="1800" err="1"/>
              <a:t>laoreet</a:t>
            </a:r>
            <a:r>
              <a:rPr lang="en-GB" sz="1800"/>
              <a:t> dolore magna </a:t>
            </a:r>
            <a:r>
              <a:rPr lang="en-GB" sz="1800" err="1"/>
              <a:t>aliquam</a:t>
            </a:r>
            <a:r>
              <a:rPr lang="en-GB" sz="1800"/>
              <a:t> </a:t>
            </a:r>
            <a:r>
              <a:rPr lang="en-GB" sz="1800" err="1"/>
              <a:t>erat</a:t>
            </a:r>
            <a:r>
              <a:rPr lang="en-GB" sz="1800"/>
              <a:t> </a:t>
            </a:r>
            <a:r>
              <a:rPr lang="en-GB" sz="1800" err="1"/>
              <a:t>volutpat</a:t>
            </a:r>
            <a:r>
              <a:rPr lang="en-GB" sz="1800"/>
              <a:t>.</a:t>
            </a:r>
          </a:p>
        </p:txBody>
      </p:sp>
      <p:sp>
        <p:nvSpPr>
          <p:cNvPr id="8" name="Content Placeholder 17">
            <a:extLst>
              <a:ext uri="{FF2B5EF4-FFF2-40B4-BE49-F238E27FC236}">
                <a16:creationId xmlns:a16="http://schemas.microsoft.com/office/drawing/2014/main" id="{E239FB69-BEA1-AAEE-432C-026FAECBFADA}"/>
              </a:ext>
            </a:extLst>
          </p:cNvPr>
          <p:cNvSpPr txBox="1">
            <a:spLocks/>
          </p:cNvSpPr>
          <p:nvPr/>
        </p:nvSpPr>
        <p:spPr>
          <a:xfrm>
            <a:off x="4225925" y="1933575"/>
            <a:ext cx="3280410" cy="4146550"/>
          </a:xfrm>
          <a:prstGeom prst="rect">
            <a:avLst/>
          </a:prstGeom>
        </p:spPr>
        <p:txBody>
          <a:bodyPr lIns="0" tIns="0" rIns="0" bIns="0"/>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First level text</a:t>
            </a:r>
          </a:p>
          <a:p>
            <a:pPr lvl="1"/>
            <a:r>
              <a:rPr lang="en-GB" sz="1400"/>
              <a:t>Second level text. Lorem ipsum </a:t>
            </a:r>
            <a:r>
              <a:rPr lang="en-GB" sz="1400" err="1"/>
              <a:t>dolor</a:t>
            </a:r>
            <a:r>
              <a:rPr lang="en-GB" sz="1400"/>
              <a:t> sit </a:t>
            </a:r>
            <a:r>
              <a:rPr lang="en-GB" sz="1400" err="1"/>
              <a:t>amet</a:t>
            </a:r>
            <a:r>
              <a:rPr lang="en-GB" sz="1400"/>
              <a:t>, </a:t>
            </a:r>
            <a:r>
              <a:rPr lang="en-GB" sz="1400" err="1"/>
              <a:t>consectetuer</a:t>
            </a:r>
            <a:r>
              <a:rPr lang="en-GB" sz="1400"/>
              <a:t> </a:t>
            </a:r>
            <a:r>
              <a:rPr lang="en-GB" sz="1400" err="1"/>
              <a:t>adipiscing</a:t>
            </a:r>
            <a:r>
              <a:rPr lang="en-GB" sz="1400"/>
              <a:t> </a:t>
            </a:r>
            <a:r>
              <a:rPr lang="en-GB" sz="1400" err="1"/>
              <a:t>elit</a:t>
            </a:r>
            <a:r>
              <a:rPr lang="en-GB" sz="1400"/>
              <a:t>, </a:t>
            </a:r>
            <a:r>
              <a:rPr lang="en-GB" sz="1400" err="1"/>
              <a:t>sed</a:t>
            </a:r>
            <a:r>
              <a:rPr lang="en-GB" sz="1400"/>
              <a:t> </a:t>
            </a:r>
            <a:r>
              <a:rPr lang="en-GB" sz="1400" err="1"/>
              <a:t>diam</a:t>
            </a:r>
            <a:r>
              <a:rPr lang="en-GB" sz="1400"/>
              <a:t> </a:t>
            </a:r>
            <a:r>
              <a:rPr lang="en-GB" sz="1400" err="1"/>
              <a:t>nonummy</a:t>
            </a:r>
            <a:r>
              <a:rPr lang="en-GB" sz="1400"/>
              <a:t> </a:t>
            </a:r>
            <a:r>
              <a:rPr lang="en-GB" sz="1400" err="1"/>
              <a:t>nibh</a:t>
            </a:r>
            <a:r>
              <a:rPr lang="en-GB" sz="1400"/>
              <a:t> </a:t>
            </a:r>
            <a:r>
              <a:rPr lang="en-GB" sz="1400" err="1"/>
              <a:t>euismod</a:t>
            </a:r>
            <a:r>
              <a:rPr lang="en-GB" sz="1400"/>
              <a:t> </a:t>
            </a:r>
            <a:r>
              <a:rPr lang="en-GB" sz="1400" err="1"/>
              <a:t>tincidunt</a:t>
            </a:r>
            <a:r>
              <a:rPr lang="en-GB" sz="1400"/>
              <a:t> </a:t>
            </a:r>
            <a:r>
              <a:rPr lang="en-GB" sz="1400" err="1"/>
              <a:t>ut</a:t>
            </a:r>
            <a:r>
              <a:rPr lang="en-GB" sz="1400"/>
              <a:t> </a:t>
            </a:r>
            <a:r>
              <a:rPr lang="en-GB" sz="1400" err="1"/>
              <a:t>laoreet</a:t>
            </a:r>
            <a:r>
              <a:rPr lang="en-GB" sz="1400"/>
              <a:t> dolore magna </a:t>
            </a:r>
            <a:r>
              <a:rPr lang="en-GB" sz="1400" err="1"/>
              <a:t>aliquam</a:t>
            </a:r>
            <a:r>
              <a:rPr lang="en-GB" sz="1400"/>
              <a:t> </a:t>
            </a:r>
            <a:r>
              <a:rPr lang="en-GB" sz="1400" err="1"/>
              <a:t>erat</a:t>
            </a:r>
            <a:r>
              <a:rPr lang="en-GB" sz="1400"/>
              <a:t> </a:t>
            </a:r>
            <a:r>
              <a:rPr lang="en-GB" sz="1400" err="1"/>
              <a:t>volutpat</a:t>
            </a:r>
            <a:r>
              <a:rPr lang="en-GB" sz="1400"/>
              <a:t>. Ut </a:t>
            </a:r>
            <a:r>
              <a:rPr lang="en-GB" sz="1400" err="1"/>
              <a:t>wisi</a:t>
            </a:r>
            <a:r>
              <a:rPr lang="en-GB" sz="1400"/>
              <a:t> </a:t>
            </a:r>
            <a:r>
              <a:rPr lang="en-GB" sz="1400" err="1"/>
              <a:t>enim</a:t>
            </a:r>
            <a:r>
              <a:rPr lang="en-GB" sz="1400"/>
              <a:t> ad minim </a:t>
            </a:r>
            <a:r>
              <a:rPr lang="en-GB" sz="1400" err="1"/>
              <a:t>veniam</a:t>
            </a:r>
            <a:r>
              <a:rPr lang="en-GB" sz="1400"/>
              <a:t>, quis </a:t>
            </a:r>
            <a:r>
              <a:rPr lang="en-GB" sz="1400" err="1"/>
              <a:t>nostrud</a:t>
            </a:r>
            <a:r>
              <a:rPr lang="en-GB" sz="1400"/>
              <a:t> </a:t>
            </a:r>
            <a:r>
              <a:rPr lang="en-GB" sz="1400" err="1"/>
              <a:t>exerci</a:t>
            </a:r>
            <a:r>
              <a:rPr lang="en-GB" sz="1400"/>
              <a:t> </a:t>
            </a:r>
            <a:r>
              <a:rPr lang="en-GB" sz="1400" err="1"/>
              <a:t>tation</a:t>
            </a:r>
            <a:r>
              <a:rPr lang="en-GB" sz="1400"/>
              <a:t> </a:t>
            </a:r>
            <a:r>
              <a:rPr lang="en-GB" sz="1400" err="1"/>
              <a:t>ullamcorper</a:t>
            </a:r>
            <a:r>
              <a:rPr lang="en-GB" sz="1400"/>
              <a:t> </a:t>
            </a:r>
            <a:r>
              <a:rPr lang="en-GB" sz="1400" err="1"/>
              <a:t>suscipit</a:t>
            </a:r>
            <a:r>
              <a:rPr lang="en-GB" sz="1400"/>
              <a:t> </a:t>
            </a:r>
            <a:r>
              <a:rPr lang="en-GB" sz="1400" err="1"/>
              <a:t>lobortis</a:t>
            </a:r>
            <a:r>
              <a:rPr lang="en-GB" sz="1400"/>
              <a:t> </a:t>
            </a:r>
            <a:r>
              <a:rPr lang="en-GB" sz="1400" err="1"/>
              <a:t>nisl</a:t>
            </a:r>
            <a:r>
              <a:rPr lang="en-GB" sz="1400"/>
              <a:t> </a:t>
            </a:r>
            <a:r>
              <a:rPr lang="en-GB" sz="1400" err="1"/>
              <a:t>ut</a:t>
            </a:r>
            <a:r>
              <a:rPr lang="en-GB" sz="1400"/>
              <a:t> </a:t>
            </a:r>
            <a:r>
              <a:rPr lang="en-GB" sz="1400" err="1"/>
              <a:t>aliquip</a:t>
            </a:r>
            <a:r>
              <a:rPr lang="en-GB" sz="1400"/>
              <a:t> ex </a:t>
            </a:r>
            <a:r>
              <a:rPr lang="en-GB" sz="1400" err="1"/>
              <a:t>ea</a:t>
            </a:r>
            <a:r>
              <a:rPr lang="en-GB" sz="1400"/>
              <a:t> </a:t>
            </a:r>
            <a:r>
              <a:rPr lang="en-GB" sz="1400" err="1"/>
              <a:t>commodo</a:t>
            </a:r>
            <a:r>
              <a:rPr lang="en-GB" sz="1400"/>
              <a:t> </a:t>
            </a:r>
            <a:r>
              <a:rPr lang="en-GB" sz="1400" err="1"/>
              <a:t>consequat</a:t>
            </a:r>
            <a:r>
              <a:rPr lang="en-GB" sz="1400"/>
              <a:t>. Duis autem </a:t>
            </a:r>
            <a:r>
              <a:rPr lang="en-GB" sz="1400" err="1"/>
              <a:t>vel</a:t>
            </a:r>
            <a:r>
              <a:rPr lang="en-GB" sz="1400"/>
              <a:t> </a:t>
            </a:r>
            <a:r>
              <a:rPr lang="en-GB" sz="1400" err="1"/>
              <a:t>eum</a:t>
            </a:r>
            <a:r>
              <a:rPr lang="en-GB" sz="1400"/>
              <a:t> </a:t>
            </a:r>
            <a:r>
              <a:rPr lang="en-GB" sz="1400" err="1"/>
              <a:t>iriure</a:t>
            </a:r>
            <a:r>
              <a:rPr lang="en-GB" sz="1400"/>
              <a:t> </a:t>
            </a:r>
            <a:r>
              <a:rPr lang="en-GB" sz="1400" err="1"/>
              <a:t>dolor</a:t>
            </a:r>
            <a:r>
              <a:rPr lang="en-GB" sz="1400"/>
              <a:t> in </a:t>
            </a:r>
            <a:r>
              <a:rPr lang="en-GB" sz="1400" err="1"/>
              <a:t>hendrerit</a:t>
            </a:r>
            <a:r>
              <a:rPr lang="en-GB" sz="1400"/>
              <a:t> in </a:t>
            </a:r>
            <a:r>
              <a:rPr lang="en-GB" sz="1400" err="1"/>
              <a:t>vulputate</a:t>
            </a:r>
            <a:r>
              <a:rPr lang="en-GB" sz="1400"/>
              <a:t> </a:t>
            </a:r>
            <a:r>
              <a:rPr lang="en-GB" sz="1400" err="1"/>
              <a:t>velit</a:t>
            </a:r>
            <a:r>
              <a:rPr lang="en-GB" sz="1400"/>
              <a:t> esse </a:t>
            </a:r>
            <a:r>
              <a:rPr lang="en-GB" sz="1400" err="1"/>
              <a:t>molestie</a:t>
            </a:r>
            <a:r>
              <a:rPr lang="en-GB" sz="1400"/>
              <a:t> </a:t>
            </a:r>
            <a:r>
              <a:rPr lang="en-GB" sz="1400" err="1"/>
              <a:t>consequat</a:t>
            </a:r>
            <a:r>
              <a:rPr lang="en-GB" sz="1400"/>
              <a:t>, </a:t>
            </a:r>
            <a:r>
              <a:rPr lang="en-GB" sz="1400" err="1"/>
              <a:t>vel</a:t>
            </a:r>
            <a:r>
              <a:rPr lang="en-GB" sz="1400"/>
              <a:t> illum dolore </a:t>
            </a:r>
            <a:r>
              <a:rPr lang="en-GB" sz="1400" err="1"/>
              <a:t>eu</a:t>
            </a:r>
            <a:r>
              <a:rPr lang="en-GB" sz="1400"/>
              <a:t> </a:t>
            </a:r>
            <a:r>
              <a:rPr lang="en-GB" sz="1400" err="1"/>
              <a:t>feugiat</a:t>
            </a:r>
            <a:r>
              <a:rPr lang="en-GB" sz="1400"/>
              <a:t> </a:t>
            </a:r>
            <a:r>
              <a:rPr lang="en-GB" sz="1400" err="1"/>
              <a:t>nulla</a:t>
            </a:r>
            <a:r>
              <a:rPr lang="en-GB" sz="1400"/>
              <a:t> </a:t>
            </a:r>
            <a:r>
              <a:rPr lang="en-GB" sz="1400" err="1"/>
              <a:t>facilisis</a:t>
            </a:r>
            <a:r>
              <a:rPr lang="en-GB" sz="1400"/>
              <a:t> at </a:t>
            </a:r>
            <a:r>
              <a:rPr lang="en-GB" sz="1400" err="1"/>
              <a:t>vero</a:t>
            </a:r>
            <a:r>
              <a:rPr lang="en-GB" sz="1400"/>
              <a:t> eros et </a:t>
            </a:r>
            <a:r>
              <a:rPr lang="en-GB" sz="1400" err="1"/>
              <a:t>accumsan</a:t>
            </a:r>
            <a:r>
              <a:rPr lang="en-GB" sz="1400"/>
              <a:t> et </a:t>
            </a:r>
            <a:r>
              <a:rPr lang="en-GB" sz="1400" err="1"/>
              <a:t>iusto</a:t>
            </a:r>
            <a:r>
              <a:rPr lang="en-GB" sz="1400"/>
              <a:t> </a:t>
            </a:r>
            <a:r>
              <a:rPr lang="en-GB" sz="1400" err="1"/>
              <a:t>odio</a:t>
            </a:r>
            <a:r>
              <a:rPr lang="en-GB" sz="1400"/>
              <a:t> </a:t>
            </a:r>
            <a:r>
              <a:rPr lang="en-GB" sz="1400" err="1"/>
              <a:t>dignissim</a:t>
            </a:r>
            <a:r>
              <a:rPr lang="en-GB" sz="1400"/>
              <a:t> qui </a:t>
            </a:r>
            <a:r>
              <a:rPr lang="en-GB" sz="1400" err="1"/>
              <a:t>blandit</a:t>
            </a:r>
            <a:r>
              <a:rPr lang="en-GB" sz="1400"/>
              <a:t> </a:t>
            </a:r>
            <a:r>
              <a:rPr lang="en-GB" sz="1400" err="1"/>
              <a:t>praesent</a:t>
            </a:r>
            <a:r>
              <a:rPr lang="en-GB" sz="1400"/>
              <a:t> </a:t>
            </a:r>
            <a:r>
              <a:rPr lang="en-GB" sz="1400" err="1"/>
              <a:t>luptatum</a:t>
            </a:r>
            <a:r>
              <a:rPr lang="en-GB" sz="1400"/>
              <a:t> </a:t>
            </a:r>
            <a:r>
              <a:rPr lang="en-GB" sz="1400" err="1"/>
              <a:t>zzril</a:t>
            </a:r>
            <a:r>
              <a:rPr lang="en-GB" sz="1400"/>
              <a:t> </a:t>
            </a:r>
            <a:r>
              <a:rPr lang="en-GB" sz="1400" err="1"/>
              <a:t>delenit</a:t>
            </a:r>
            <a:r>
              <a:rPr lang="en-GB" sz="1400"/>
              <a:t> </a:t>
            </a:r>
            <a:r>
              <a:rPr lang="en-GB" sz="1400" err="1"/>
              <a:t>augue</a:t>
            </a:r>
            <a:r>
              <a:rPr lang="en-GB" sz="1400"/>
              <a:t> </a:t>
            </a:r>
            <a:r>
              <a:rPr lang="en-GB" sz="1400" err="1"/>
              <a:t>duis</a:t>
            </a:r>
            <a:r>
              <a:rPr lang="en-GB" sz="1400"/>
              <a:t> dolore </a:t>
            </a:r>
            <a:r>
              <a:rPr lang="en-GB" sz="1400" err="1"/>
              <a:t>te</a:t>
            </a:r>
            <a:r>
              <a:rPr lang="en-GB" sz="1400"/>
              <a:t> </a:t>
            </a:r>
            <a:r>
              <a:rPr lang="en-GB" sz="1400" err="1"/>
              <a:t>feugait</a:t>
            </a:r>
            <a:r>
              <a:rPr lang="en-GB" sz="1400"/>
              <a:t> </a:t>
            </a:r>
            <a:r>
              <a:rPr lang="en-GB" sz="1400" err="1"/>
              <a:t>nulla</a:t>
            </a:r>
            <a:r>
              <a:rPr lang="en-GB" sz="1400"/>
              <a:t> </a:t>
            </a:r>
            <a:r>
              <a:rPr lang="en-GB" sz="1400" err="1"/>
              <a:t>facilisi</a:t>
            </a:r>
            <a:r>
              <a:rPr lang="en-GB" sz="1400"/>
              <a:t>.</a:t>
            </a:r>
          </a:p>
          <a:p>
            <a:endParaRPr lang="en-GB" sz="1600"/>
          </a:p>
        </p:txBody>
      </p:sp>
      <p:sp>
        <p:nvSpPr>
          <p:cNvPr id="9" name="Content Placeholder 18">
            <a:extLst>
              <a:ext uri="{FF2B5EF4-FFF2-40B4-BE49-F238E27FC236}">
                <a16:creationId xmlns:a16="http://schemas.microsoft.com/office/drawing/2014/main" id="{BCB3B0A5-F3B3-2B9E-AA26-C5F8B67E62F6}"/>
              </a:ext>
            </a:extLst>
          </p:cNvPr>
          <p:cNvSpPr txBox="1">
            <a:spLocks/>
          </p:cNvSpPr>
          <p:nvPr/>
        </p:nvSpPr>
        <p:spPr>
          <a:xfrm>
            <a:off x="8087167" y="1933575"/>
            <a:ext cx="3280410" cy="4146550"/>
          </a:xfrm>
          <a:prstGeom prst="rect">
            <a:avLst/>
          </a:prstGeom>
        </p:spPr>
        <p:txBody>
          <a:bodyPr lIns="0" tIns="0" rIns="0" bIns="0"/>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First level text</a:t>
            </a:r>
          </a:p>
          <a:p>
            <a:pPr lvl="1"/>
            <a:r>
              <a:rPr lang="en-GB" sz="1400"/>
              <a:t>Second level text. Lorem ipsum </a:t>
            </a:r>
            <a:r>
              <a:rPr lang="en-GB" sz="1400" err="1"/>
              <a:t>dolor</a:t>
            </a:r>
            <a:r>
              <a:rPr lang="en-GB" sz="1400"/>
              <a:t> sit </a:t>
            </a:r>
            <a:r>
              <a:rPr lang="en-GB" sz="1400" err="1"/>
              <a:t>amet</a:t>
            </a:r>
            <a:r>
              <a:rPr lang="en-GB" sz="1400"/>
              <a:t>, </a:t>
            </a:r>
            <a:r>
              <a:rPr lang="en-GB" sz="1400" err="1"/>
              <a:t>consectetuer</a:t>
            </a:r>
            <a:r>
              <a:rPr lang="en-GB" sz="1400"/>
              <a:t> </a:t>
            </a:r>
            <a:r>
              <a:rPr lang="en-GB" sz="1400" err="1"/>
              <a:t>adipiscing</a:t>
            </a:r>
            <a:r>
              <a:rPr lang="en-GB" sz="1400"/>
              <a:t> </a:t>
            </a:r>
            <a:r>
              <a:rPr lang="en-GB" sz="1400" err="1"/>
              <a:t>elit</a:t>
            </a:r>
            <a:r>
              <a:rPr lang="en-GB" sz="1400"/>
              <a:t>, </a:t>
            </a:r>
            <a:r>
              <a:rPr lang="en-GB" sz="1400" err="1"/>
              <a:t>sed</a:t>
            </a:r>
            <a:r>
              <a:rPr lang="en-GB" sz="1400"/>
              <a:t> </a:t>
            </a:r>
            <a:r>
              <a:rPr lang="en-GB" sz="1400" err="1"/>
              <a:t>diam</a:t>
            </a:r>
            <a:r>
              <a:rPr lang="en-GB" sz="1400"/>
              <a:t> </a:t>
            </a:r>
            <a:r>
              <a:rPr lang="en-GB" sz="1400" err="1"/>
              <a:t>nonummy</a:t>
            </a:r>
            <a:r>
              <a:rPr lang="en-GB" sz="1400"/>
              <a:t> </a:t>
            </a:r>
            <a:r>
              <a:rPr lang="en-GB" sz="1400" err="1"/>
              <a:t>nibh</a:t>
            </a:r>
            <a:r>
              <a:rPr lang="en-GB" sz="1400"/>
              <a:t> </a:t>
            </a:r>
            <a:r>
              <a:rPr lang="en-GB" sz="1400" err="1"/>
              <a:t>euismod</a:t>
            </a:r>
            <a:r>
              <a:rPr lang="en-GB" sz="1400"/>
              <a:t> </a:t>
            </a:r>
            <a:r>
              <a:rPr lang="en-GB" sz="1400" err="1"/>
              <a:t>tincidunt</a:t>
            </a:r>
            <a:r>
              <a:rPr lang="en-GB" sz="1400"/>
              <a:t> </a:t>
            </a:r>
            <a:r>
              <a:rPr lang="en-GB" sz="1400" err="1"/>
              <a:t>ut</a:t>
            </a:r>
            <a:r>
              <a:rPr lang="en-GB" sz="1400"/>
              <a:t> </a:t>
            </a:r>
            <a:r>
              <a:rPr lang="en-GB" sz="1400" err="1"/>
              <a:t>laoreet</a:t>
            </a:r>
            <a:r>
              <a:rPr lang="en-GB" sz="1400"/>
              <a:t> dolore magna </a:t>
            </a:r>
            <a:r>
              <a:rPr lang="en-GB" sz="1400" err="1"/>
              <a:t>aliquam</a:t>
            </a:r>
            <a:r>
              <a:rPr lang="en-GB" sz="1400"/>
              <a:t> </a:t>
            </a:r>
            <a:r>
              <a:rPr lang="en-GB" sz="1400" err="1"/>
              <a:t>erat</a:t>
            </a:r>
            <a:r>
              <a:rPr lang="en-GB" sz="1400"/>
              <a:t> </a:t>
            </a:r>
            <a:r>
              <a:rPr lang="en-GB" sz="1400" err="1"/>
              <a:t>volutpat</a:t>
            </a:r>
            <a:r>
              <a:rPr lang="en-GB" sz="1400"/>
              <a:t>. Ut </a:t>
            </a:r>
            <a:r>
              <a:rPr lang="en-GB" sz="1400" err="1"/>
              <a:t>wisi</a:t>
            </a:r>
            <a:r>
              <a:rPr lang="en-GB" sz="1400"/>
              <a:t> </a:t>
            </a:r>
            <a:r>
              <a:rPr lang="en-GB" sz="1400" err="1"/>
              <a:t>enim</a:t>
            </a:r>
            <a:r>
              <a:rPr lang="en-GB" sz="1400"/>
              <a:t> ad minim </a:t>
            </a:r>
            <a:r>
              <a:rPr lang="en-GB" sz="1400" err="1"/>
              <a:t>veniam</a:t>
            </a:r>
            <a:r>
              <a:rPr lang="en-GB" sz="1400"/>
              <a:t>, quis </a:t>
            </a:r>
            <a:r>
              <a:rPr lang="en-GB" sz="1400" err="1"/>
              <a:t>nostrud</a:t>
            </a:r>
            <a:r>
              <a:rPr lang="en-GB" sz="1400"/>
              <a:t> </a:t>
            </a:r>
            <a:r>
              <a:rPr lang="en-GB" sz="1400" err="1"/>
              <a:t>exerci</a:t>
            </a:r>
            <a:r>
              <a:rPr lang="en-GB" sz="1400"/>
              <a:t> </a:t>
            </a:r>
            <a:r>
              <a:rPr lang="en-GB" sz="1400" err="1"/>
              <a:t>tation</a:t>
            </a:r>
            <a:r>
              <a:rPr lang="en-GB" sz="1400"/>
              <a:t> </a:t>
            </a:r>
            <a:r>
              <a:rPr lang="en-GB" sz="1400" err="1"/>
              <a:t>ullamcorper</a:t>
            </a:r>
            <a:r>
              <a:rPr lang="en-GB" sz="1400"/>
              <a:t> </a:t>
            </a:r>
            <a:r>
              <a:rPr lang="en-GB" sz="1400" err="1"/>
              <a:t>suscipit</a:t>
            </a:r>
            <a:r>
              <a:rPr lang="en-GB" sz="1400"/>
              <a:t> </a:t>
            </a:r>
            <a:r>
              <a:rPr lang="en-GB" sz="1400" err="1"/>
              <a:t>lobortis</a:t>
            </a:r>
            <a:r>
              <a:rPr lang="en-GB" sz="1400"/>
              <a:t> </a:t>
            </a:r>
            <a:r>
              <a:rPr lang="en-GB" sz="1400" err="1"/>
              <a:t>nisl</a:t>
            </a:r>
            <a:r>
              <a:rPr lang="en-GB" sz="1400"/>
              <a:t> </a:t>
            </a:r>
            <a:r>
              <a:rPr lang="en-GB" sz="1400" err="1"/>
              <a:t>ut</a:t>
            </a:r>
            <a:r>
              <a:rPr lang="en-GB" sz="1400"/>
              <a:t> </a:t>
            </a:r>
            <a:r>
              <a:rPr lang="en-GB" sz="1400" err="1"/>
              <a:t>aliquip</a:t>
            </a:r>
            <a:r>
              <a:rPr lang="en-GB" sz="1400"/>
              <a:t> ex </a:t>
            </a:r>
            <a:r>
              <a:rPr lang="en-GB" sz="1400" err="1"/>
              <a:t>ea</a:t>
            </a:r>
            <a:r>
              <a:rPr lang="en-GB" sz="1400"/>
              <a:t> </a:t>
            </a:r>
            <a:r>
              <a:rPr lang="en-GB" sz="1400" err="1"/>
              <a:t>commodo</a:t>
            </a:r>
            <a:r>
              <a:rPr lang="en-GB" sz="1400"/>
              <a:t> </a:t>
            </a:r>
            <a:r>
              <a:rPr lang="en-GB" sz="1400" err="1"/>
              <a:t>consequat</a:t>
            </a:r>
            <a:r>
              <a:rPr lang="en-GB" sz="1400"/>
              <a:t>. Duis autem </a:t>
            </a:r>
            <a:r>
              <a:rPr lang="en-GB" sz="1400" err="1"/>
              <a:t>vel</a:t>
            </a:r>
            <a:r>
              <a:rPr lang="en-GB" sz="1400"/>
              <a:t> </a:t>
            </a:r>
            <a:r>
              <a:rPr lang="en-GB" sz="1400" err="1"/>
              <a:t>eum</a:t>
            </a:r>
            <a:r>
              <a:rPr lang="en-GB" sz="1400"/>
              <a:t> </a:t>
            </a:r>
            <a:r>
              <a:rPr lang="en-GB" sz="1400" err="1"/>
              <a:t>iriure</a:t>
            </a:r>
            <a:r>
              <a:rPr lang="en-GB" sz="1400"/>
              <a:t> </a:t>
            </a:r>
            <a:r>
              <a:rPr lang="en-GB" sz="1400" err="1"/>
              <a:t>dolor</a:t>
            </a:r>
            <a:r>
              <a:rPr lang="en-GB" sz="1400"/>
              <a:t> in </a:t>
            </a:r>
            <a:r>
              <a:rPr lang="en-GB" sz="1400" err="1"/>
              <a:t>hendrerit</a:t>
            </a:r>
            <a:r>
              <a:rPr lang="en-GB" sz="1400"/>
              <a:t> in </a:t>
            </a:r>
            <a:r>
              <a:rPr lang="en-GB" sz="1400" err="1"/>
              <a:t>vulputate</a:t>
            </a:r>
            <a:r>
              <a:rPr lang="en-GB" sz="1400"/>
              <a:t> </a:t>
            </a:r>
            <a:r>
              <a:rPr lang="en-GB" sz="1400" err="1"/>
              <a:t>velit</a:t>
            </a:r>
            <a:r>
              <a:rPr lang="en-GB" sz="1400"/>
              <a:t> esse </a:t>
            </a:r>
            <a:r>
              <a:rPr lang="en-GB" sz="1400" err="1"/>
              <a:t>molestie</a:t>
            </a:r>
            <a:r>
              <a:rPr lang="en-GB" sz="1400"/>
              <a:t> </a:t>
            </a:r>
            <a:r>
              <a:rPr lang="en-GB" sz="1400" err="1"/>
              <a:t>consequat</a:t>
            </a:r>
            <a:r>
              <a:rPr lang="en-GB" sz="1400"/>
              <a:t>, </a:t>
            </a:r>
            <a:r>
              <a:rPr lang="en-GB" sz="1400" err="1"/>
              <a:t>vel</a:t>
            </a:r>
            <a:r>
              <a:rPr lang="en-GB" sz="1400"/>
              <a:t> illum dolore </a:t>
            </a:r>
            <a:r>
              <a:rPr lang="en-GB" sz="1400" err="1"/>
              <a:t>eu</a:t>
            </a:r>
            <a:r>
              <a:rPr lang="en-GB" sz="1400"/>
              <a:t> </a:t>
            </a:r>
            <a:r>
              <a:rPr lang="en-GB" sz="1400" err="1"/>
              <a:t>feugiat</a:t>
            </a:r>
            <a:r>
              <a:rPr lang="en-GB" sz="1400"/>
              <a:t> </a:t>
            </a:r>
            <a:r>
              <a:rPr lang="en-GB" sz="1400" err="1"/>
              <a:t>nulla</a:t>
            </a:r>
            <a:r>
              <a:rPr lang="en-GB" sz="1400"/>
              <a:t> </a:t>
            </a:r>
            <a:r>
              <a:rPr lang="en-GB" sz="1400" err="1"/>
              <a:t>facilisis</a:t>
            </a:r>
            <a:r>
              <a:rPr lang="en-GB" sz="1400"/>
              <a:t> at </a:t>
            </a:r>
            <a:r>
              <a:rPr lang="en-GB" sz="1400" err="1"/>
              <a:t>vero</a:t>
            </a:r>
            <a:r>
              <a:rPr lang="en-GB" sz="1400"/>
              <a:t> eros et </a:t>
            </a:r>
            <a:r>
              <a:rPr lang="en-GB" sz="1400" err="1"/>
              <a:t>accumsan</a:t>
            </a:r>
            <a:r>
              <a:rPr lang="en-GB" sz="1400"/>
              <a:t> et </a:t>
            </a:r>
            <a:r>
              <a:rPr lang="en-GB" sz="1400" err="1"/>
              <a:t>iusto</a:t>
            </a:r>
            <a:r>
              <a:rPr lang="en-GB" sz="1400"/>
              <a:t> </a:t>
            </a:r>
            <a:r>
              <a:rPr lang="en-GB" sz="1400" err="1"/>
              <a:t>odio</a:t>
            </a:r>
            <a:r>
              <a:rPr lang="en-GB" sz="1400"/>
              <a:t> </a:t>
            </a:r>
            <a:r>
              <a:rPr lang="en-GB" sz="1400" err="1"/>
              <a:t>dignissim</a:t>
            </a:r>
            <a:r>
              <a:rPr lang="en-GB" sz="1400"/>
              <a:t> qui </a:t>
            </a:r>
            <a:r>
              <a:rPr lang="en-GB" sz="1400" err="1"/>
              <a:t>blandit</a:t>
            </a:r>
            <a:r>
              <a:rPr lang="en-GB" sz="1400"/>
              <a:t> </a:t>
            </a:r>
            <a:r>
              <a:rPr lang="en-GB" sz="1400" err="1"/>
              <a:t>praesent</a:t>
            </a:r>
            <a:r>
              <a:rPr lang="en-GB" sz="1400"/>
              <a:t> </a:t>
            </a:r>
            <a:r>
              <a:rPr lang="en-GB" sz="1400" err="1"/>
              <a:t>luptatum</a:t>
            </a:r>
            <a:r>
              <a:rPr lang="en-GB" sz="1400"/>
              <a:t> </a:t>
            </a:r>
            <a:r>
              <a:rPr lang="en-GB" sz="1400" err="1"/>
              <a:t>zzril</a:t>
            </a:r>
            <a:r>
              <a:rPr lang="en-GB" sz="1400"/>
              <a:t> </a:t>
            </a:r>
            <a:r>
              <a:rPr lang="en-GB" sz="1400" err="1"/>
              <a:t>delenit</a:t>
            </a:r>
            <a:r>
              <a:rPr lang="en-GB" sz="1400"/>
              <a:t> </a:t>
            </a:r>
            <a:r>
              <a:rPr lang="en-GB" sz="1400" err="1"/>
              <a:t>augue</a:t>
            </a:r>
            <a:r>
              <a:rPr lang="en-GB" sz="1400"/>
              <a:t> </a:t>
            </a:r>
            <a:r>
              <a:rPr lang="en-GB" sz="1400" err="1"/>
              <a:t>duis</a:t>
            </a:r>
            <a:r>
              <a:rPr lang="en-GB" sz="1400"/>
              <a:t> dolore </a:t>
            </a:r>
            <a:r>
              <a:rPr lang="en-GB" sz="1400" err="1"/>
              <a:t>te</a:t>
            </a:r>
            <a:r>
              <a:rPr lang="en-GB" sz="1400"/>
              <a:t> </a:t>
            </a:r>
            <a:r>
              <a:rPr lang="en-GB" sz="1400" err="1"/>
              <a:t>feugait</a:t>
            </a:r>
            <a:r>
              <a:rPr lang="en-GB" sz="1400"/>
              <a:t> </a:t>
            </a:r>
            <a:r>
              <a:rPr lang="en-GB" sz="1400" err="1"/>
              <a:t>nulla</a:t>
            </a:r>
            <a:r>
              <a:rPr lang="en-GB" sz="1400"/>
              <a:t> </a:t>
            </a:r>
            <a:r>
              <a:rPr lang="en-GB" sz="1400" err="1"/>
              <a:t>facilisi</a:t>
            </a:r>
            <a:r>
              <a:rPr lang="en-GB" sz="1400"/>
              <a:t>.</a:t>
            </a:r>
          </a:p>
          <a:p>
            <a:endParaRPr lang="en-GB" sz="1600"/>
          </a:p>
        </p:txBody>
      </p:sp>
      <p:sp>
        <p:nvSpPr>
          <p:cNvPr id="11" name="Callout: Bent Line with Border and Accent Bar 10">
            <a:extLst>
              <a:ext uri="{FF2B5EF4-FFF2-40B4-BE49-F238E27FC236}">
                <a16:creationId xmlns:a16="http://schemas.microsoft.com/office/drawing/2014/main" id="{A4BA88B5-2151-75E8-4271-FAC2F86089C1}"/>
              </a:ext>
            </a:extLst>
          </p:cNvPr>
          <p:cNvSpPr/>
          <p:nvPr/>
        </p:nvSpPr>
        <p:spPr>
          <a:xfrm>
            <a:off x="3221038" y="380193"/>
            <a:ext cx="2822575" cy="549202"/>
          </a:xfrm>
          <a:prstGeom prst="accentBorderCallout2">
            <a:avLst>
              <a:gd name="adj1" fmla="val 18750"/>
              <a:gd name="adj2" fmla="val -8333"/>
              <a:gd name="adj3" fmla="val 18750"/>
              <a:gd name="adj4" fmla="val -16667"/>
              <a:gd name="adj5" fmla="val 36189"/>
              <a:gd name="adj6" fmla="val -55440"/>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a:ea typeface="+mn-ea"/>
                <a:cs typeface="+mn-cs"/>
              </a:rPr>
              <a:t>Headings - Georgia</a:t>
            </a:r>
          </a:p>
        </p:txBody>
      </p:sp>
      <p:sp>
        <p:nvSpPr>
          <p:cNvPr id="13" name="Callout: Bent Line with Border and Accent Bar 12">
            <a:extLst>
              <a:ext uri="{FF2B5EF4-FFF2-40B4-BE49-F238E27FC236}">
                <a16:creationId xmlns:a16="http://schemas.microsoft.com/office/drawing/2014/main" id="{6A460FF9-AD83-8122-B033-D47EE8E848D8}"/>
              </a:ext>
            </a:extLst>
          </p:cNvPr>
          <p:cNvSpPr/>
          <p:nvPr/>
        </p:nvSpPr>
        <p:spPr>
          <a:xfrm>
            <a:off x="7118350" y="1227953"/>
            <a:ext cx="2822575" cy="549202"/>
          </a:xfrm>
          <a:prstGeom prst="accentBorderCallout2">
            <a:avLst>
              <a:gd name="adj1" fmla="val 18750"/>
              <a:gd name="adj2" fmla="val -8333"/>
              <a:gd name="adj3" fmla="val 18750"/>
              <a:gd name="adj4" fmla="val -16667"/>
              <a:gd name="adj5" fmla="val 110766"/>
              <a:gd name="adj6" fmla="val -45654"/>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a:ea typeface="+mn-ea"/>
                <a:cs typeface="+mn-cs"/>
              </a:rPr>
              <a:t>Body Text - Arial</a:t>
            </a:r>
          </a:p>
        </p:txBody>
      </p:sp>
    </p:spTree>
    <p:extLst>
      <p:ext uri="{BB962C8B-B14F-4D97-AF65-F5344CB8AC3E}">
        <p14:creationId xmlns:p14="http://schemas.microsoft.com/office/powerpoint/2010/main" val="4129813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4F7B98-9B08-D676-A774-3BDAE043E08A}"/>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180A841E-49C2-6419-EF3B-358E31AE59C5}"/>
              </a:ext>
            </a:extLst>
          </p:cNvPr>
          <p:cNvSpPr>
            <a:spLocks noGrp="1"/>
          </p:cNvSpPr>
          <p:nvPr>
            <p:ph type="sldNum" sz="quarter" idx="4"/>
          </p:nvPr>
        </p:nvSpPr>
        <p:spPr/>
        <p:txBody>
          <a:bodyPr/>
          <a:lstStyle/>
          <a:p>
            <a:fld id="{3E6AC032-1535-134B-A583-D5E1DDD0D167}" type="slidenum">
              <a:rPr lang="en-US" smtClean="0"/>
              <a:pPr/>
              <a:t>10</a:t>
            </a:fld>
            <a:endParaRPr lang="en-US"/>
          </a:p>
        </p:txBody>
      </p:sp>
      <p:sp>
        <p:nvSpPr>
          <p:cNvPr id="5" name="Title 4">
            <a:extLst>
              <a:ext uri="{FF2B5EF4-FFF2-40B4-BE49-F238E27FC236}">
                <a16:creationId xmlns:a16="http://schemas.microsoft.com/office/drawing/2014/main" id="{87B861D6-6358-5984-705F-DE4EE8E3CB5C}"/>
              </a:ext>
            </a:extLst>
          </p:cNvPr>
          <p:cNvSpPr>
            <a:spLocks noGrp="1"/>
          </p:cNvSpPr>
          <p:nvPr>
            <p:ph type="title"/>
          </p:nvPr>
        </p:nvSpPr>
        <p:spPr/>
        <p:txBody>
          <a:bodyPr/>
          <a:lstStyle/>
          <a:p>
            <a:r>
              <a:rPr lang="en-US"/>
              <a:t>Our PwC personality and tone of voice tactics</a:t>
            </a:r>
          </a:p>
        </p:txBody>
      </p:sp>
      <p:sp>
        <p:nvSpPr>
          <p:cNvPr id="7" name="Content Placeholder 2">
            <a:extLst>
              <a:ext uri="{FF2B5EF4-FFF2-40B4-BE49-F238E27FC236}">
                <a16:creationId xmlns:a16="http://schemas.microsoft.com/office/drawing/2014/main" id="{72379180-5E5C-EF99-EB35-C5939F4EFBC9}"/>
              </a:ext>
            </a:extLst>
          </p:cNvPr>
          <p:cNvSpPr txBox="1">
            <a:spLocks/>
          </p:cNvSpPr>
          <p:nvPr/>
        </p:nvSpPr>
        <p:spPr>
          <a:xfrm>
            <a:off x="370587" y="5413074"/>
            <a:ext cx="2782188" cy="667051"/>
          </a:xfrm>
          <a:prstGeom prst="rect">
            <a:avLst/>
          </a:prstGeom>
          <a:solidFill>
            <a:srgbClr val="FFF5ED"/>
          </a:solidFill>
        </p:spPr>
        <p:txBody>
          <a:bodyPr wrap="square" lIns="864000" tIns="216000" rIns="216000" bIns="216000">
            <a:spAutoFit/>
          </a:bodyPr>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hlinkClick r:id="rId3"/>
              </a:rPr>
              <a:t>Tone of Voice</a:t>
            </a:r>
            <a:endParaRPr lang="ru-RU"/>
          </a:p>
        </p:txBody>
      </p:sp>
      <p:pic>
        <p:nvPicPr>
          <p:cNvPr id="9" name="Graphic 8">
            <a:extLst>
              <a:ext uri="{FF2B5EF4-FFF2-40B4-BE49-F238E27FC236}">
                <a16:creationId xmlns:a16="http://schemas.microsoft.com/office/drawing/2014/main" id="{01AAF38E-3CFC-3BEC-78EC-148D958F89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0225" y="5472999"/>
            <a:ext cx="547200" cy="547200"/>
          </a:xfrm>
          <a:prstGeom prst="rect">
            <a:avLst/>
          </a:prstGeom>
        </p:spPr>
      </p:pic>
      <p:pic>
        <p:nvPicPr>
          <p:cNvPr id="11" name="Picture 10">
            <a:extLst>
              <a:ext uri="{FF2B5EF4-FFF2-40B4-BE49-F238E27FC236}">
                <a16:creationId xmlns:a16="http://schemas.microsoft.com/office/drawing/2014/main" id="{85B9850D-8B58-EC0F-0DEC-152670192A18}"/>
              </a:ext>
            </a:extLst>
          </p:cNvPr>
          <p:cNvPicPr>
            <a:picLocks noChangeAspect="1"/>
          </p:cNvPicPr>
          <p:nvPr/>
        </p:nvPicPr>
        <p:blipFill>
          <a:blip r:embed="rId5"/>
          <a:srcRect t="25575"/>
          <a:stretch>
            <a:fillRect/>
          </a:stretch>
        </p:blipFill>
        <p:spPr>
          <a:xfrm>
            <a:off x="273542" y="1658744"/>
            <a:ext cx="11550158" cy="3628550"/>
          </a:xfrm>
          <a:prstGeom prst="rect">
            <a:avLst/>
          </a:prstGeom>
        </p:spPr>
      </p:pic>
    </p:spTree>
    <p:extLst>
      <p:ext uri="{BB962C8B-B14F-4D97-AF65-F5344CB8AC3E}">
        <p14:creationId xmlns:p14="http://schemas.microsoft.com/office/powerpoint/2010/main" val="3109994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B2488E-700A-4B26-E626-2E2584483EFC}"/>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4E1E3D4E-A5A6-0B4F-910A-897CCAFDC03D}"/>
              </a:ext>
            </a:extLst>
          </p:cNvPr>
          <p:cNvSpPr>
            <a:spLocks noGrp="1"/>
          </p:cNvSpPr>
          <p:nvPr>
            <p:ph type="sldNum" sz="quarter" idx="4"/>
          </p:nvPr>
        </p:nvSpPr>
        <p:spPr/>
        <p:txBody>
          <a:bodyPr/>
          <a:lstStyle/>
          <a:p>
            <a:fld id="{3E6AC032-1535-134B-A583-D5E1DDD0D167}" type="slidenum">
              <a:rPr lang="en-US" smtClean="0"/>
              <a:pPr/>
              <a:t>11</a:t>
            </a:fld>
            <a:endParaRPr lang="en-US"/>
          </a:p>
        </p:txBody>
      </p:sp>
      <p:sp>
        <p:nvSpPr>
          <p:cNvPr id="5" name="Title 4">
            <a:extLst>
              <a:ext uri="{FF2B5EF4-FFF2-40B4-BE49-F238E27FC236}">
                <a16:creationId xmlns:a16="http://schemas.microsoft.com/office/drawing/2014/main" id="{4C80DA3B-24F2-91F6-0036-0F501F528A3F}"/>
              </a:ext>
            </a:extLst>
          </p:cNvPr>
          <p:cNvSpPr>
            <a:spLocks noGrp="1"/>
          </p:cNvSpPr>
          <p:nvPr>
            <p:ph type="title"/>
          </p:nvPr>
        </p:nvSpPr>
        <p:spPr>
          <a:xfrm>
            <a:off x="370586" y="368301"/>
            <a:ext cx="5779389" cy="520699"/>
          </a:xfrm>
        </p:spPr>
        <p:txBody>
          <a:bodyPr/>
          <a:lstStyle/>
          <a:p>
            <a:r>
              <a:rPr lang="en-US"/>
              <a:t>Our tone of Voice in action</a:t>
            </a:r>
            <a:endParaRPr lang="ru-RU"/>
          </a:p>
        </p:txBody>
      </p:sp>
      <p:pic>
        <p:nvPicPr>
          <p:cNvPr id="7" name="Picture 6">
            <a:extLst>
              <a:ext uri="{FF2B5EF4-FFF2-40B4-BE49-F238E27FC236}">
                <a16:creationId xmlns:a16="http://schemas.microsoft.com/office/drawing/2014/main" id="{46EAD4D3-13D4-1780-6E3F-318C3141AF1E}"/>
              </a:ext>
            </a:extLst>
          </p:cNvPr>
          <p:cNvPicPr>
            <a:picLocks noChangeAspect="1"/>
          </p:cNvPicPr>
          <p:nvPr/>
        </p:nvPicPr>
        <p:blipFill>
          <a:blip r:embed="rId2"/>
          <a:stretch>
            <a:fillRect/>
          </a:stretch>
        </p:blipFill>
        <p:spPr>
          <a:xfrm>
            <a:off x="274320" y="1881727"/>
            <a:ext cx="11549380" cy="3741524"/>
          </a:xfrm>
          <a:prstGeom prst="rect">
            <a:avLst/>
          </a:prstGeom>
        </p:spPr>
      </p:pic>
    </p:spTree>
    <p:extLst>
      <p:ext uri="{BB962C8B-B14F-4D97-AF65-F5344CB8AC3E}">
        <p14:creationId xmlns:p14="http://schemas.microsoft.com/office/powerpoint/2010/main" val="2819542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2521E59-00E8-29B9-F5F2-075907E907AE}"/>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DC21E5BC-9512-CBF6-3CC7-CFDC66520825}"/>
              </a:ext>
            </a:extLst>
          </p:cNvPr>
          <p:cNvSpPr>
            <a:spLocks noGrp="1"/>
          </p:cNvSpPr>
          <p:nvPr>
            <p:ph type="sldNum" sz="quarter" idx="4"/>
          </p:nvPr>
        </p:nvSpPr>
        <p:spPr/>
        <p:txBody>
          <a:bodyPr/>
          <a:lstStyle/>
          <a:p>
            <a:fld id="{3E6AC032-1535-134B-A583-D5E1DDD0D167}" type="slidenum">
              <a:rPr lang="en-US" smtClean="0"/>
              <a:pPr/>
              <a:t>12</a:t>
            </a:fld>
            <a:endParaRPr lang="en-US"/>
          </a:p>
        </p:txBody>
      </p:sp>
      <p:sp>
        <p:nvSpPr>
          <p:cNvPr id="5" name="Title 4">
            <a:extLst>
              <a:ext uri="{FF2B5EF4-FFF2-40B4-BE49-F238E27FC236}">
                <a16:creationId xmlns:a16="http://schemas.microsoft.com/office/drawing/2014/main" id="{E4F1B986-1675-3428-9F03-A3551B3D988B}"/>
              </a:ext>
            </a:extLst>
          </p:cNvPr>
          <p:cNvSpPr>
            <a:spLocks noGrp="1"/>
          </p:cNvSpPr>
          <p:nvPr>
            <p:ph type="title"/>
          </p:nvPr>
        </p:nvSpPr>
        <p:spPr>
          <a:xfrm>
            <a:off x="370586" y="368301"/>
            <a:ext cx="11453114" cy="520699"/>
          </a:xfrm>
        </p:spPr>
        <p:txBody>
          <a:bodyPr/>
          <a:lstStyle/>
          <a:p>
            <a:r>
              <a:rPr lang="en-US"/>
              <a:t>Tone of Voice Validator in M365 Copilot</a:t>
            </a:r>
            <a:endParaRPr lang="ru-RU"/>
          </a:p>
        </p:txBody>
      </p:sp>
      <p:pic>
        <p:nvPicPr>
          <p:cNvPr id="6" name="Content Placeholder 7" descr="A screenshot of a chat&#10;&#10;AI-generated content may be incorrect.">
            <a:extLst>
              <a:ext uri="{FF2B5EF4-FFF2-40B4-BE49-F238E27FC236}">
                <a16:creationId xmlns:a16="http://schemas.microsoft.com/office/drawing/2014/main" id="{EE75B6D1-C602-AE37-668C-385A7BE6C9AA}"/>
              </a:ext>
            </a:extLst>
          </p:cNvPr>
          <p:cNvPicPr>
            <a:picLocks noGrp="1" noChangeAspect="1"/>
          </p:cNvPicPr>
          <p:nvPr>
            <p:ph idx="10"/>
          </p:nvPr>
        </p:nvPicPr>
        <p:blipFill>
          <a:blip r:embed="rId2"/>
          <a:stretch>
            <a:fillRect/>
          </a:stretch>
        </p:blipFill>
        <p:spPr>
          <a:xfrm>
            <a:off x="370586" y="1295400"/>
            <a:ext cx="10901046" cy="4784725"/>
          </a:xfrm>
          <a:prstGeom prst="rect">
            <a:avLst/>
          </a:prstGeom>
        </p:spPr>
      </p:pic>
    </p:spTree>
    <p:extLst>
      <p:ext uri="{BB962C8B-B14F-4D97-AF65-F5344CB8AC3E}">
        <p14:creationId xmlns:p14="http://schemas.microsoft.com/office/powerpoint/2010/main" val="169518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39DF39-5718-24BD-627E-379512046DF8}"/>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7B84B4F6-9510-CFF4-737B-9660C1008BE6}"/>
              </a:ext>
            </a:extLst>
          </p:cNvPr>
          <p:cNvSpPr>
            <a:spLocks noGrp="1"/>
          </p:cNvSpPr>
          <p:nvPr>
            <p:ph type="sldNum" sz="quarter" idx="4"/>
          </p:nvPr>
        </p:nvSpPr>
        <p:spPr/>
        <p:txBody>
          <a:bodyPr/>
          <a:lstStyle/>
          <a:p>
            <a:fld id="{3E6AC032-1535-134B-A583-D5E1DDD0D167}" type="slidenum">
              <a:rPr lang="en-US" smtClean="0"/>
              <a:pPr/>
              <a:t>13</a:t>
            </a:fld>
            <a:endParaRPr lang="en-US"/>
          </a:p>
        </p:txBody>
      </p:sp>
      <p:sp>
        <p:nvSpPr>
          <p:cNvPr id="5" name="Title 4">
            <a:extLst>
              <a:ext uri="{FF2B5EF4-FFF2-40B4-BE49-F238E27FC236}">
                <a16:creationId xmlns:a16="http://schemas.microsoft.com/office/drawing/2014/main" id="{086F6978-4670-B646-D9A2-9BC3194D0B58}"/>
              </a:ext>
            </a:extLst>
          </p:cNvPr>
          <p:cNvSpPr>
            <a:spLocks noGrp="1"/>
          </p:cNvSpPr>
          <p:nvPr>
            <p:ph type="title"/>
          </p:nvPr>
        </p:nvSpPr>
        <p:spPr>
          <a:xfrm>
            <a:off x="370586" y="368301"/>
            <a:ext cx="11453114" cy="406399"/>
          </a:xfrm>
        </p:spPr>
        <p:txBody>
          <a:bodyPr/>
          <a:lstStyle/>
          <a:p>
            <a:r>
              <a:rPr lang="en-GB"/>
              <a:t>White paper approach </a:t>
            </a:r>
            <a:endParaRPr lang="ru-RU"/>
          </a:p>
        </p:txBody>
      </p:sp>
      <p:sp>
        <p:nvSpPr>
          <p:cNvPr id="6" name="Text Placeholder 3">
            <a:extLst>
              <a:ext uri="{FF2B5EF4-FFF2-40B4-BE49-F238E27FC236}">
                <a16:creationId xmlns:a16="http://schemas.microsoft.com/office/drawing/2014/main" id="{0A77E65A-030F-8466-8506-77417EC05142}"/>
              </a:ext>
            </a:extLst>
          </p:cNvPr>
          <p:cNvSpPr txBox="1">
            <a:spLocks/>
          </p:cNvSpPr>
          <p:nvPr/>
        </p:nvSpPr>
        <p:spPr>
          <a:xfrm>
            <a:off x="367776" y="886968"/>
            <a:ext cx="11455924" cy="519557"/>
          </a:xfrm>
          <a:prstGeom prst="rect">
            <a:avLst/>
          </a:prstGeom>
        </p:spPr>
        <p:txBody>
          <a:bodyPr lIns="0" tIns="0" rIns="0" bIns="0"/>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Avoid overwhelming slides; follow the rule "less is more" in text, graphics, and the use of pictures.</a:t>
            </a:r>
          </a:p>
        </p:txBody>
      </p:sp>
      <p:pic>
        <p:nvPicPr>
          <p:cNvPr id="9" name="Content Placeholder 8">
            <a:extLst>
              <a:ext uri="{FF2B5EF4-FFF2-40B4-BE49-F238E27FC236}">
                <a16:creationId xmlns:a16="http://schemas.microsoft.com/office/drawing/2014/main" id="{B593711F-CEAD-5DA7-102C-38D3E24F3F9C}"/>
              </a:ext>
            </a:extLst>
          </p:cNvPr>
          <p:cNvPicPr>
            <a:picLocks noChangeAspect="1"/>
          </p:cNvPicPr>
          <p:nvPr/>
        </p:nvPicPr>
        <p:blipFill>
          <a:blip r:embed="rId2"/>
          <a:stretch>
            <a:fillRect/>
          </a:stretch>
        </p:blipFill>
        <p:spPr>
          <a:xfrm>
            <a:off x="2151946" y="1435671"/>
            <a:ext cx="7919303" cy="4536504"/>
          </a:xfrm>
          <a:prstGeom prst="rect">
            <a:avLst/>
          </a:prstGeom>
        </p:spPr>
      </p:pic>
    </p:spTree>
    <p:extLst>
      <p:ext uri="{BB962C8B-B14F-4D97-AF65-F5344CB8AC3E}">
        <p14:creationId xmlns:p14="http://schemas.microsoft.com/office/powerpoint/2010/main" val="1928118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8D9F4-7B33-C646-1221-BBF1C81BD73B}"/>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FD3EF858-3D99-B75A-EAD6-A2CD9C66F1C2}"/>
              </a:ext>
            </a:extLst>
          </p:cNvPr>
          <p:cNvSpPr>
            <a:spLocks noGrp="1"/>
          </p:cNvSpPr>
          <p:nvPr>
            <p:ph type="title"/>
          </p:nvPr>
        </p:nvSpPr>
        <p:spPr/>
        <p:txBody>
          <a:bodyPr/>
          <a:lstStyle/>
          <a:p>
            <a:br>
              <a:rPr lang="en-GB" noProof="0"/>
            </a:br>
            <a:r>
              <a:rPr lang="en-GB" noProof="0"/>
              <a:t>Corporate Sustainability</a:t>
            </a:r>
          </a:p>
        </p:txBody>
      </p:sp>
      <p:sp>
        <p:nvSpPr>
          <p:cNvPr id="13" name="Text Placeholder 12">
            <a:extLst>
              <a:ext uri="{FF2B5EF4-FFF2-40B4-BE49-F238E27FC236}">
                <a16:creationId xmlns:a16="http://schemas.microsoft.com/office/drawing/2014/main" id="{62D4FBA7-D83B-EB28-FE1F-E87963736ABB}"/>
              </a:ext>
            </a:extLst>
          </p:cNvPr>
          <p:cNvSpPr>
            <a:spLocks noGrp="1"/>
          </p:cNvSpPr>
          <p:nvPr>
            <p:ph type="body" idx="1"/>
          </p:nvPr>
        </p:nvSpPr>
        <p:spPr/>
        <p:txBody>
          <a:bodyPr/>
          <a:lstStyle/>
          <a:p>
            <a:r>
              <a:rPr lang="en-GB" noProof="0"/>
              <a:t>2</a:t>
            </a:r>
          </a:p>
        </p:txBody>
      </p:sp>
      <p:sp>
        <p:nvSpPr>
          <p:cNvPr id="2" name="Footer Placeholder 1">
            <a:extLst>
              <a:ext uri="{FF2B5EF4-FFF2-40B4-BE49-F238E27FC236}">
                <a16:creationId xmlns:a16="http://schemas.microsoft.com/office/drawing/2014/main" id="{62F07AC5-CC14-3C22-FE89-4E23B613761C}"/>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PwC Brand Guidelines </a:t>
            </a:r>
          </a:p>
        </p:txBody>
      </p:sp>
      <p:sp>
        <p:nvSpPr>
          <p:cNvPr id="3" name="Slide Number Placeholder 2">
            <a:extLst>
              <a:ext uri="{FF2B5EF4-FFF2-40B4-BE49-F238E27FC236}">
                <a16:creationId xmlns:a16="http://schemas.microsoft.com/office/drawing/2014/main" id="{275D5E7B-9572-2D01-BD77-C3473819A31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098199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A7A335D-76F5-1608-A46C-2E99886F6910}"/>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B5125EC1-6541-FDC5-AC8B-F6BA9B66ACE4}"/>
              </a:ext>
            </a:extLst>
          </p:cNvPr>
          <p:cNvSpPr>
            <a:spLocks noGrp="1"/>
          </p:cNvSpPr>
          <p:nvPr>
            <p:ph type="sldNum" sz="quarter" idx="4"/>
          </p:nvPr>
        </p:nvSpPr>
        <p:spPr/>
        <p:txBody>
          <a:bodyPr/>
          <a:lstStyle/>
          <a:p>
            <a:fld id="{3E6AC032-1535-134B-A583-D5E1DDD0D167}" type="slidenum">
              <a:rPr lang="en-US" smtClean="0"/>
              <a:pPr/>
              <a:t>15</a:t>
            </a:fld>
            <a:endParaRPr lang="en-US"/>
          </a:p>
        </p:txBody>
      </p:sp>
      <p:sp>
        <p:nvSpPr>
          <p:cNvPr id="5" name="Title 4">
            <a:extLst>
              <a:ext uri="{FF2B5EF4-FFF2-40B4-BE49-F238E27FC236}">
                <a16:creationId xmlns:a16="http://schemas.microsoft.com/office/drawing/2014/main" id="{336BD2C7-4CA4-7EC0-D327-BDCE8E16153C}"/>
              </a:ext>
            </a:extLst>
          </p:cNvPr>
          <p:cNvSpPr>
            <a:spLocks noGrp="1"/>
          </p:cNvSpPr>
          <p:nvPr>
            <p:ph type="title"/>
          </p:nvPr>
        </p:nvSpPr>
        <p:spPr>
          <a:xfrm>
            <a:off x="370586" y="368301"/>
            <a:ext cx="11453114" cy="520699"/>
          </a:xfrm>
        </p:spPr>
        <p:txBody>
          <a:bodyPr/>
          <a:lstStyle/>
          <a:p>
            <a:r>
              <a:rPr lang="en-GB"/>
              <a:t>Community commitment</a:t>
            </a:r>
            <a:endParaRPr lang="ru-RU"/>
          </a:p>
        </p:txBody>
      </p:sp>
      <p:sp>
        <p:nvSpPr>
          <p:cNvPr id="7" name="Rectangle 6">
            <a:extLst>
              <a:ext uri="{FF2B5EF4-FFF2-40B4-BE49-F238E27FC236}">
                <a16:creationId xmlns:a16="http://schemas.microsoft.com/office/drawing/2014/main" id="{B36E44F4-D9A5-1B2B-1459-6FF9BA2413E5}"/>
              </a:ext>
            </a:extLst>
          </p:cNvPr>
          <p:cNvSpPr/>
          <p:nvPr/>
        </p:nvSpPr>
        <p:spPr>
          <a:xfrm>
            <a:off x="370586" y="3606930"/>
            <a:ext cx="2686930" cy="247319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lstStyle/>
          <a:p>
            <a:pPr fontAlgn="base">
              <a:spcAft>
                <a:spcPts val="1200"/>
              </a:spcAft>
            </a:pPr>
            <a:r>
              <a:rPr lang="en-US" sz="1600" b="1">
                <a:solidFill>
                  <a:schemeClr val="tx1"/>
                </a:solidFill>
                <a:latin typeface="Arial"/>
                <a:ea typeface="Arial"/>
                <a:cs typeface="Arial"/>
              </a:rPr>
              <a:t>Pro-bono &amp; Skilled volunteering</a:t>
            </a:r>
          </a:p>
          <a:p>
            <a:pPr fontAlgn="base"/>
            <a:r>
              <a:rPr lang="en-US" sz="1600">
                <a:solidFill>
                  <a:schemeClr val="tx1"/>
                </a:solidFill>
                <a:latin typeface="Arial"/>
                <a:ea typeface="Arial"/>
                <a:cs typeface="Arial"/>
              </a:rPr>
              <a:t>(Audit for NGOs; hard &amp; Sort skills trainings for those in need)</a:t>
            </a:r>
          </a:p>
          <a:p>
            <a:pPr>
              <a:spcBef>
                <a:spcPts val="0"/>
              </a:spcBef>
              <a:spcAft>
                <a:spcPts val="0"/>
              </a:spcAft>
              <a:buSzPts val="1200"/>
            </a:pPr>
            <a:endParaRPr lang="en-US" sz="1200">
              <a:solidFill>
                <a:schemeClr val="tx1"/>
              </a:solidFill>
              <a:cs typeface="Arial"/>
            </a:endParaRPr>
          </a:p>
          <a:p>
            <a:pPr marL="457200">
              <a:spcBef>
                <a:spcPts val="0"/>
              </a:spcBef>
              <a:spcAft>
                <a:spcPts val="0"/>
              </a:spcAft>
              <a:buSzPts val="1200"/>
            </a:pPr>
            <a:endParaRPr lang="en-US" sz="1200">
              <a:solidFill>
                <a:schemeClr val="tx1"/>
              </a:solidFill>
            </a:endParaRPr>
          </a:p>
        </p:txBody>
      </p:sp>
      <p:pic>
        <p:nvPicPr>
          <p:cNvPr id="9" name="Google Shape;2773;g14f15eb4e89_0_314">
            <a:extLst>
              <a:ext uri="{FF2B5EF4-FFF2-40B4-BE49-F238E27FC236}">
                <a16:creationId xmlns:a16="http://schemas.microsoft.com/office/drawing/2014/main" id="{E036EFA1-6049-CD40-78A3-D9B859E3A0C2}"/>
              </a:ext>
            </a:extLst>
          </p:cNvPr>
          <p:cNvPicPr preferRelativeResize="0"/>
          <p:nvPr/>
        </p:nvPicPr>
        <p:blipFill rotWithShape="1">
          <a:blip r:embed="rId3">
            <a:alphaModFix/>
          </a:blip>
          <a:srcRect/>
          <a:stretch/>
        </p:blipFill>
        <p:spPr>
          <a:xfrm>
            <a:off x="370586" y="1816100"/>
            <a:ext cx="2686935" cy="1790830"/>
          </a:xfrm>
          <a:prstGeom prst="rect">
            <a:avLst/>
          </a:prstGeom>
          <a:noFill/>
          <a:ln>
            <a:noFill/>
          </a:ln>
        </p:spPr>
      </p:pic>
      <p:pic>
        <p:nvPicPr>
          <p:cNvPr id="11" name="Google Shape;2774;g14f15eb4e89_0_314">
            <a:extLst>
              <a:ext uri="{FF2B5EF4-FFF2-40B4-BE49-F238E27FC236}">
                <a16:creationId xmlns:a16="http://schemas.microsoft.com/office/drawing/2014/main" id="{FA8A7E0A-E44F-5D6D-A50B-720D39EAA627}"/>
              </a:ext>
            </a:extLst>
          </p:cNvPr>
          <p:cNvPicPr preferRelativeResize="0"/>
          <p:nvPr/>
        </p:nvPicPr>
        <p:blipFill rotWithShape="1">
          <a:blip r:embed="rId4">
            <a:alphaModFix/>
          </a:blip>
          <a:srcRect/>
          <a:stretch/>
        </p:blipFill>
        <p:spPr>
          <a:xfrm>
            <a:off x="3301645" y="1816100"/>
            <a:ext cx="2686935" cy="1790838"/>
          </a:xfrm>
          <a:prstGeom prst="rect">
            <a:avLst/>
          </a:prstGeom>
          <a:noFill/>
          <a:ln>
            <a:noFill/>
          </a:ln>
        </p:spPr>
      </p:pic>
      <p:pic>
        <p:nvPicPr>
          <p:cNvPr id="13" name="Google Shape;2775;g14f15eb4e89_0_314">
            <a:extLst>
              <a:ext uri="{FF2B5EF4-FFF2-40B4-BE49-F238E27FC236}">
                <a16:creationId xmlns:a16="http://schemas.microsoft.com/office/drawing/2014/main" id="{9BCEC803-758A-B05F-0F36-21B744C72065}"/>
              </a:ext>
            </a:extLst>
          </p:cNvPr>
          <p:cNvPicPr preferRelativeResize="0"/>
          <p:nvPr/>
        </p:nvPicPr>
        <p:blipFill rotWithShape="1">
          <a:blip r:embed="rId5">
            <a:alphaModFix/>
          </a:blip>
          <a:srcRect l="1" t="6927" r="1812"/>
          <a:stretch/>
        </p:blipFill>
        <p:spPr>
          <a:xfrm>
            <a:off x="6232704" y="1816100"/>
            <a:ext cx="2686925" cy="1790833"/>
          </a:xfrm>
          <a:prstGeom prst="rect">
            <a:avLst/>
          </a:prstGeom>
          <a:noFill/>
          <a:ln>
            <a:noFill/>
          </a:ln>
        </p:spPr>
      </p:pic>
      <p:pic>
        <p:nvPicPr>
          <p:cNvPr id="15" name="Google Shape;2776;g14f15eb4e89_0_314">
            <a:extLst>
              <a:ext uri="{FF2B5EF4-FFF2-40B4-BE49-F238E27FC236}">
                <a16:creationId xmlns:a16="http://schemas.microsoft.com/office/drawing/2014/main" id="{08E8DF63-9909-F0AA-F472-7A4C79DB71B6}"/>
              </a:ext>
            </a:extLst>
          </p:cNvPr>
          <p:cNvPicPr preferRelativeResize="0"/>
          <p:nvPr/>
        </p:nvPicPr>
        <p:blipFill rotWithShape="1">
          <a:blip r:embed="rId6">
            <a:alphaModFix/>
          </a:blip>
          <a:srcRect/>
          <a:stretch/>
        </p:blipFill>
        <p:spPr>
          <a:xfrm>
            <a:off x="9163752" y="1816100"/>
            <a:ext cx="2686935" cy="1790834"/>
          </a:xfrm>
          <a:prstGeom prst="rect">
            <a:avLst/>
          </a:prstGeom>
          <a:noFill/>
          <a:ln>
            <a:noFill/>
          </a:ln>
        </p:spPr>
      </p:pic>
      <p:sp>
        <p:nvSpPr>
          <p:cNvPr id="17" name="Rectangle 16">
            <a:extLst>
              <a:ext uri="{FF2B5EF4-FFF2-40B4-BE49-F238E27FC236}">
                <a16:creationId xmlns:a16="http://schemas.microsoft.com/office/drawing/2014/main" id="{4AD0A57D-F802-C86C-96FB-D60874737741}"/>
              </a:ext>
            </a:extLst>
          </p:cNvPr>
          <p:cNvSpPr/>
          <p:nvPr/>
        </p:nvSpPr>
        <p:spPr>
          <a:xfrm>
            <a:off x="3301645" y="3606930"/>
            <a:ext cx="2686930" cy="247319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lstStyle/>
          <a:p>
            <a:pPr>
              <a:spcAft>
                <a:spcPts val="3100"/>
              </a:spcAft>
              <a:buSzPts val="1200"/>
            </a:pPr>
            <a:r>
              <a:rPr lang="ru-RU" sz="1600" b="1" err="1">
                <a:solidFill>
                  <a:schemeClr val="tx1"/>
                </a:solidFill>
              </a:rPr>
              <a:t>Philanthrop</a:t>
            </a:r>
            <a:r>
              <a:rPr lang="en-US" sz="1600" b="1">
                <a:solidFill>
                  <a:schemeClr val="tx1"/>
                </a:solidFill>
              </a:rPr>
              <a:t>y</a:t>
            </a:r>
            <a:endParaRPr lang="en-US" sz="1600">
              <a:solidFill>
                <a:schemeClr val="tx1"/>
              </a:solidFill>
              <a:latin typeface="Arial"/>
              <a:ea typeface="Arial"/>
              <a:cs typeface="Arial"/>
            </a:endParaRPr>
          </a:p>
          <a:p>
            <a:pPr>
              <a:buSzPts val="1200"/>
            </a:pPr>
            <a:r>
              <a:rPr lang="en-US" sz="1600">
                <a:solidFill>
                  <a:schemeClr val="tx1"/>
                </a:solidFill>
                <a:latin typeface="Arial"/>
                <a:ea typeface="Arial"/>
                <a:cs typeface="Arial"/>
              </a:rPr>
              <a:t>(Charity instead of corporate gifts; </a:t>
            </a:r>
            <a:r>
              <a:rPr lang="en-US" sz="1600" err="1">
                <a:solidFill>
                  <a:schemeClr val="tx1"/>
                </a:solidFill>
                <a:latin typeface="Arial"/>
                <a:ea typeface="Arial"/>
                <a:cs typeface="Arial"/>
              </a:rPr>
              <a:t>fundrising</a:t>
            </a:r>
            <a:r>
              <a:rPr lang="en-US" sz="1600">
                <a:solidFill>
                  <a:schemeClr val="tx1"/>
                </a:solidFill>
                <a:latin typeface="Arial"/>
                <a:ea typeface="Arial"/>
                <a:cs typeface="Arial"/>
              </a:rPr>
              <a:t>; in-kind donations)</a:t>
            </a:r>
          </a:p>
          <a:p>
            <a:pPr>
              <a:lnSpc>
                <a:spcPct val="125000"/>
              </a:lnSpc>
              <a:spcBef>
                <a:spcPts val="0"/>
              </a:spcBef>
              <a:spcAft>
                <a:spcPts val="0"/>
              </a:spcAft>
              <a:buSzPts val="1200"/>
            </a:pPr>
            <a:endParaRPr lang="en-US" sz="1200">
              <a:solidFill>
                <a:schemeClr val="tx1"/>
              </a:solidFill>
              <a:latin typeface="Arial"/>
              <a:ea typeface="Arial"/>
              <a:cs typeface="Arial"/>
            </a:endParaRPr>
          </a:p>
          <a:p>
            <a:pPr marL="457200">
              <a:spcBef>
                <a:spcPts val="0"/>
              </a:spcBef>
              <a:spcAft>
                <a:spcPts val="0"/>
              </a:spcAft>
              <a:buSzPts val="1200"/>
            </a:pPr>
            <a:endParaRPr lang="en-US" sz="1200">
              <a:solidFill>
                <a:schemeClr val="tx1"/>
              </a:solidFill>
              <a:cs typeface="Arial"/>
            </a:endParaRPr>
          </a:p>
        </p:txBody>
      </p:sp>
      <p:sp>
        <p:nvSpPr>
          <p:cNvPr id="19" name="Rectangle 18">
            <a:extLst>
              <a:ext uri="{FF2B5EF4-FFF2-40B4-BE49-F238E27FC236}">
                <a16:creationId xmlns:a16="http://schemas.microsoft.com/office/drawing/2014/main" id="{53FDCCF6-2DD1-AD05-E480-031643BE08E4}"/>
              </a:ext>
            </a:extLst>
          </p:cNvPr>
          <p:cNvSpPr/>
          <p:nvPr/>
        </p:nvSpPr>
        <p:spPr>
          <a:xfrm>
            <a:off x="6232704" y="3606930"/>
            <a:ext cx="2686930" cy="247319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lstStyle/>
          <a:p>
            <a:pPr>
              <a:spcBef>
                <a:spcPts val="0"/>
              </a:spcBef>
              <a:spcAft>
                <a:spcPts val="1200"/>
              </a:spcAft>
              <a:buSzPts val="1200"/>
            </a:pPr>
            <a:r>
              <a:rPr lang="en-US" sz="1600" b="1">
                <a:solidFill>
                  <a:schemeClr val="tx1"/>
                </a:solidFill>
                <a:latin typeface="Arial"/>
                <a:ea typeface="Arial"/>
                <a:cs typeface="Arial"/>
                <a:sym typeface="Arial"/>
              </a:rPr>
              <a:t>Inclusion &amp; Diversity commitment </a:t>
            </a:r>
          </a:p>
          <a:p>
            <a:pPr>
              <a:spcBef>
                <a:spcPts val="0"/>
              </a:spcBef>
              <a:spcAft>
                <a:spcPts val="1200"/>
              </a:spcAft>
              <a:buSzPts val="1200"/>
            </a:pPr>
            <a:r>
              <a:rPr lang="en-US" sz="1600">
                <a:solidFill>
                  <a:schemeClr val="tx1"/>
                </a:solidFill>
                <a:latin typeface="Arial"/>
                <a:ea typeface="Arial"/>
                <a:cs typeface="Arial"/>
                <a:sym typeface="Arial"/>
              </a:rPr>
              <a:t>(</a:t>
            </a:r>
            <a:r>
              <a:rPr lang="en-US" sz="1600">
                <a:solidFill>
                  <a:schemeClr val="tx1"/>
                </a:solidFill>
                <a:ea typeface="Arial"/>
                <a:cs typeface="Arial"/>
                <a:sym typeface="Arial"/>
              </a:rPr>
              <a:t>Inclusion program for Almaty Museum of Arts, </a:t>
            </a:r>
            <a:r>
              <a:rPr lang="en-US" sz="1600">
                <a:solidFill>
                  <a:schemeClr val="tx1"/>
                </a:solidFill>
                <a:latin typeface="Arial"/>
                <a:ea typeface="Arial"/>
                <a:cs typeface="Arial"/>
                <a:sym typeface="Arial"/>
              </a:rPr>
              <a:t>cooperation with </a:t>
            </a:r>
            <a:r>
              <a:rPr lang="en-US" sz="1600" err="1">
                <a:solidFill>
                  <a:schemeClr val="tx1"/>
                </a:solidFill>
                <a:latin typeface="Arial"/>
                <a:ea typeface="Arial"/>
                <a:cs typeface="Arial"/>
                <a:sym typeface="Arial"/>
              </a:rPr>
              <a:t>ITeachMe</a:t>
            </a:r>
            <a:r>
              <a:rPr lang="en-US" sz="1600">
                <a:solidFill>
                  <a:schemeClr val="tx1"/>
                </a:solidFill>
                <a:latin typeface="Arial"/>
                <a:ea typeface="Arial"/>
                <a:cs typeface="Arial"/>
                <a:sym typeface="Arial"/>
              </a:rPr>
              <a:t> competence development center for people with disabilities)</a:t>
            </a:r>
            <a:endParaRPr lang="en-US" sz="1200">
              <a:solidFill>
                <a:schemeClr val="tx1"/>
              </a:solidFill>
              <a:latin typeface="+mj-lt"/>
              <a:ea typeface="Arial"/>
              <a:cs typeface="Arial"/>
              <a:sym typeface="Arial"/>
            </a:endParaRPr>
          </a:p>
          <a:p>
            <a:pPr>
              <a:spcBef>
                <a:spcPts val="0"/>
              </a:spcBef>
              <a:spcAft>
                <a:spcPts val="0"/>
              </a:spcAft>
              <a:buSzPts val="1200"/>
            </a:pPr>
            <a:endParaRPr lang="en-US" sz="1200">
              <a:solidFill>
                <a:schemeClr val="tx1"/>
              </a:solidFill>
            </a:endParaRPr>
          </a:p>
          <a:p>
            <a:pPr marL="457200">
              <a:spcBef>
                <a:spcPts val="0"/>
              </a:spcBef>
              <a:spcAft>
                <a:spcPts val="0"/>
              </a:spcAft>
              <a:buSzPts val="1200"/>
            </a:pPr>
            <a:endParaRPr lang="en-US" sz="1200">
              <a:solidFill>
                <a:schemeClr val="tx1"/>
              </a:solidFill>
            </a:endParaRPr>
          </a:p>
        </p:txBody>
      </p:sp>
      <p:sp>
        <p:nvSpPr>
          <p:cNvPr id="21" name="Rectangle 20">
            <a:extLst>
              <a:ext uri="{FF2B5EF4-FFF2-40B4-BE49-F238E27FC236}">
                <a16:creationId xmlns:a16="http://schemas.microsoft.com/office/drawing/2014/main" id="{A2E98E16-196E-56FB-5373-2C4255FF7081}"/>
              </a:ext>
            </a:extLst>
          </p:cNvPr>
          <p:cNvSpPr/>
          <p:nvPr/>
        </p:nvSpPr>
        <p:spPr>
          <a:xfrm>
            <a:off x="9154232" y="3606930"/>
            <a:ext cx="2686930" cy="247319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lstStyle/>
          <a:p>
            <a:pPr>
              <a:spcBef>
                <a:spcPts val="0"/>
              </a:spcBef>
              <a:spcAft>
                <a:spcPts val="1200"/>
              </a:spcAft>
              <a:buSzPts val="1200"/>
            </a:pPr>
            <a:r>
              <a:rPr lang="en-US" sz="1600" b="1">
                <a:solidFill>
                  <a:schemeClr val="tx1"/>
                </a:solidFill>
                <a:latin typeface="Arial"/>
                <a:ea typeface="Arial"/>
                <a:cs typeface="Arial"/>
                <a:sym typeface="Arial"/>
              </a:rPr>
              <a:t>Next generation commitment </a:t>
            </a:r>
          </a:p>
          <a:p>
            <a:pPr>
              <a:spcBef>
                <a:spcPts val="0"/>
              </a:spcBef>
              <a:spcAft>
                <a:spcPts val="0"/>
              </a:spcAft>
              <a:buSzPts val="1200"/>
            </a:pPr>
            <a:r>
              <a:rPr lang="en-US" sz="1600">
                <a:solidFill>
                  <a:schemeClr val="tx1"/>
                </a:solidFill>
                <a:latin typeface="Arial"/>
                <a:ea typeface="Arial"/>
                <a:cs typeface="Arial"/>
                <a:sym typeface="Arial"/>
              </a:rPr>
              <a:t>(</a:t>
            </a:r>
            <a:r>
              <a:rPr lang="ru-RU" sz="1600">
                <a:solidFill>
                  <a:schemeClr val="tx1"/>
                </a:solidFill>
              </a:rPr>
              <a:t>Way </a:t>
            </a:r>
            <a:r>
              <a:rPr lang="ru-RU" sz="1600" err="1">
                <a:solidFill>
                  <a:schemeClr val="tx1"/>
                </a:solidFill>
              </a:rPr>
              <a:t>to</a:t>
            </a:r>
            <a:r>
              <a:rPr lang="ru-RU" sz="1600">
                <a:solidFill>
                  <a:schemeClr val="tx1"/>
                </a:solidFill>
              </a:rPr>
              <a:t> School/College</a:t>
            </a:r>
            <a:r>
              <a:rPr lang="en-US" sz="1600">
                <a:solidFill>
                  <a:schemeClr val="tx1"/>
                </a:solidFill>
              </a:rPr>
              <a:t> </a:t>
            </a:r>
            <a:r>
              <a:rPr lang="en-US" sz="1600" err="1">
                <a:solidFill>
                  <a:schemeClr val="tx1"/>
                </a:solidFill>
              </a:rPr>
              <a:t>i</a:t>
            </a:r>
            <a:r>
              <a:rPr lang="ru-RU" sz="1600" err="1">
                <a:solidFill>
                  <a:schemeClr val="tx1"/>
                </a:solidFill>
              </a:rPr>
              <a:t>nitiatives</a:t>
            </a:r>
            <a:r>
              <a:rPr lang="ru-RU" sz="1600">
                <a:solidFill>
                  <a:schemeClr val="tx1"/>
                </a:solidFill>
              </a:rPr>
              <a:t>: </a:t>
            </a:r>
            <a:r>
              <a:rPr lang="en-US" sz="1600">
                <a:solidFill>
                  <a:schemeClr val="tx1"/>
                </a:solidFill>
              </a:rPr>
              <a:t>a</a:t>
            </a:r>
            <a:r>
              <a:rPr lang="ru-RU" sz="1600" err="1">
                <a:solidFill>
                  <a:schemeClr val="tx1"/>
                </a:solidFill>
              </a:rPr>
              <a:t>nnual</a:t>
            </a:r>
            <a:r>
              <a:rPr lang="ru-RU" sz="1600">
                <a:solidFill>
                  <a:schemeClr val="tx1"/>
                </a:solidFill>
              </a:rPr>
              <a:t> Computer</a:t>
            </a:r>
            <a:r>
              <a:rPr lang="en-US" sz="1600">
                <a:solidFill>
                  <a:schemeClr val="tx1"/>
                </a:solidFill>
              </a:rPr>
              <a:t>s’</a:t>
            </a:r>
            <a:r>
              <a:rPr lang="ru-RU" sz="1600">
                <a:solidFill>
                  <a:schemeClr val="tx1"/>
                </a:solidFill>
              </a:rPr>
              <a:t> </a:t>
            </a:r>
            <a:r>
              <a:rPr lang="en-US" sz="1600">
                <a:solidFill>
                  <a:schemeClr val="tx1"/>
                </a:solidFill>
              </a:rPr>
              <a:t>d</a:t>
            </a:r>
            <a:r>
              <a:rPr lang="ru-RU" sz="1600" err="1">
                <a:solidFill>
                  <a:schemeClr val="tx1"/>
                </a:solidFill>
              </a:rPr>
              <a:t>onations</a:t>
            </a:r>
            <a:r>
              <a:rPr lang="ru-RU" sz="1600">
                <a:solidFill>
                  <a:schemeClr val="tx1"/>
                </a:solidFill>
              </a:rPr>
              <a:t> </a:t>
            </a:r>
            <a:r>
              <a:rPr lang="ru-RU" sz="1600" err="1">
                <a:solidFill>
                  <a:schemeClr val="tx1"/>
                </a:solidFill>
              </a:rPr>
              <a:t>to</a:t>
            </a:r>
            <a:r>
              <a:rPr lang="ru-RU" sz="1600">
                <a:solidFill>
                  <a:schemeClr val="tx1"/>
                </a:solidFill>
              </a:rPr>
              <a:t> </a:t>
            </a:r>
            <a:r>
              <a:rPr lang="en-US" sz="1600">
                <a:solidFill>
                  <a:schemeClr val="tx1"/>
                </a:solidFill>
              </a:rPr>
              <a:t>o</a:t>
            </a:r>
            <a:r>
              <a:rPr lang="ru-RU" sz="1600" err="1">
                <a:solidFill>
                  <a:schemeClr val="tx1"/>
                </a:solidFill>
              </a:rPr>
              <a:t>rphanage</a:t>
            </a:r>
            <a:r>
              <a:rPr lang="ru-RU" sz="1600">
                <a:solidFill>
                  <a:schemeClr val="tx1"/>
                </a:solidFill>
              </a:rPr>
              <a:t> </a:t>
            </a:r>
            <a:r>
              <a:rPr lang="en-US" sz="1600">
                <a:solidFill>
                  <a:schemeClr val="tx1"/>
                </a:solidFill>
              </a:rPr>
              <a:t>g</a:t>
            </a:r>
            <a:r>
              <a:rPr lang="ru-RU" sz="1600" err="1">
                <a:solidFill>
                  <a:schemeClr val="tx1"/>
                </a:solidFill>
              </a:rPr>
              <a:t>raduates</a:t>
            </a:r>
            <a:r>
              <a:rPr lang="en-US" sz="1600">
                <a:solidFill>
                  <a:schemeClr val="tx1"/>
                </a:solidFill>
                <a:ea typeface="Arial"/>
                <a:cs typeface="Arial"/>
                <a:sym typeface="Arial"/>
              </a:rPr>
              <a:t>)</a:t>
            </a:r>
          </a:p>
          <a:p>
            <a:pPr>
              <a:spcBef>
                <a:spcPts val="0"/>
              </a:spcBef>
              <a:spcAft>
                <a:spcPts val="0"/>
              </a:spcAft>
              <a:buSzPts val="1200"/>
            </a:pPr>
            <a:endParaRPr lang="en-US" sz="1200">
              <a:solidFill>
                <a:schemeClr val="tx1"/>
              </a:solidFill>
            </a:endParaRPr>
          </a:p>
          <a:p>
            <a:pPr marL="457200">
              <a:spcBef>
                <a:spcPts val="0"/>
              </a:spcBef>
              <a:spcAft>
                <a:spcPts val="0"/>
              </a:spcAft>
              <a:buSzPts val="1200"/>
            </a:pPr>
            <a:endParaRPr lang="en-US" sz="1200">
              <a:solidFill>
                <a:schemeClr val="tx1"/>
              </a:solidFill>
            </a:endParaRPr>
          </a:p>
        </p:txBody>
      </p:sp>
    </p:spTree>
    <p:extLst>
      <p:ext uri="{BB962C8B-B14F-4D97-AF65-F5344CB8AC3E}">
        <p14:creationId xmlns:p14="http://schemas.microsoft.com/office/powerpoint/2010/main" val="2716248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9632F3-A919-C8FC-5401-7049917C39F4}"/>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875E5A72-80C9-565C-2FAD-5EF53978F3B9}"/>
              </a:ext>
            </a:extLst>
          </p:cNvPr>
          <p:cNvSpPr>
            <a:spLocks noGrp="1"/>
          </p:cNvSpPr>
          <p:nvPr>
            <p:ph type="sldNum" sz="quarter" idx="4"/>
          </p:nvPr>
        </p:nvSpPr>
        <p:spPr/>
        <p:txBody>
          <a:bodyPr/>
          <a:lstStyle/>
          <a:p>
            <a:fld id="{3E6AC032-1535-134B-A583-D5E1DDD0D167}" type="slidenum">
              <a:rPr lang="en-US" smtClean="0"/>
              <a:pPr/>
              <a:t>16</a:t>
            </a:fld>
            <a:endParaRPr lang="en-US"/>
          </a:p>
        </p:txBody>
      </p:sp>
      <p:sp>
        <p:nvSpPr>
          <p:cNvPr id="5" name="Title 4">
            <a:extLst>
              <a:ext uri="{FF2B5EF4-FFF2-40B4-BE49-F238E27FC236}">
                <a16:creationId xmlns:a16="http://schemas.microsoft.com/office/drawing/2014/main" id="{99FAB023-A796-4ABB-69DC-0B1E69F0C6CE}"/>
              </a:ext>
            </a:extLst>
          </p:cNvPr>
          <p:cNvSpPr>
            <a:spLocks noGrp="1"/>
          </p:cNvSpPr>
          <p:nvPr>
            <p:ph type="title"/>
          </p:nvPr>
        </p:nvSpPr>
        <p:spPr>
          <a:xfrm>
            <a:off x="370586" y="368301"/>
            <a:ext cx="11453114" cy="517524"/>
          </a:xfrm>
        </p:spPr>
        <p:txBody>
          <a:bodyPr/>
          <a:lstStyle/>
          <a:p>
            <a:r>
              <a:rPr lang="en-US">
                <a:hlinkClick r:id="rId3">
                  <a:extLst>
                    <a:ext uri="{A12FA001-AC4F-418D-AE19-62706E023703}">
                      <ahyp:hlinkClr xmlns:ahyp="http://schemas.microsoft.com/office/drawing/2018/hyperlinkcolor" val="tx"/>
                    </a:ext>
                  </a:extLst>
                </a:hlinkClick>
              </a:rPr>
              <a:t>Net Zero Commitment </a:t>
            </a:r>
            <a:endParaRPr lang="ru-RU"/>
          </a:p>
        </p:txBody>
      </p:sp>
      <p:pic>
        <p:nvPicPr>
          <p:cNvPr id="7" name="Picture 6">
            <a:extLst>
              <a:ext uri="{FF2B5EF4-FFF2-40B4-BE49-F238E27FC236}">
                <a16:creationId xmlns:a16="http://schemas.microsoft.com/office/drawing/2014/main" id="{F27F6CF5-0E4A-0CA3-6FFD-C2D6B230F46E}"/>
              </a:ext>
            </a:extLst>
          </p:cNvPr>
          <p:cNvPicPr>
            <a:picLocks noChangeAspect="1"/>
          </p:cNvPicPr>
          <p:nvPr/>
        </p:nvPicPr>
        <p:blipFill>
          <a:blip r:embed="rId4"/>
          <a:stretch>
            <a:fillRect/>
          </a:stretch>
        </p:blipFill>
        <p:spPr>
          <a:xfrm>
            <a:off x="222465" y="895450"/>
            <a:ext cx="10183646" cy="5430008"/>
          </a:xfrm>
          <a:prstGeom prst="rect">
            <a:avLst/>
          </a:prstGeom>
        </p:spPr>
      </p:pic>
    </p:spTree>
    <p:extLst>
      <p:ext uri="{BB962C8B-B14F-4D97-AF65-F5344CB8AC3E}">
        <p14:creationId xmlns:p14="http://schemas.microsoft.com/office/powerpoint/2010/main" val="3925333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CB967-3F9C-BB5A-ACCD-5126B63C787A}"/>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5F765067-EC33-7949-374A-41617F256232}"/>
              </a:ext>
            </a:extLst>
          </p:cNvPr>
          <p:cNvSpPr>
            <a:spLocks noGrp="1"/>
          </p:cNvSpPr>
          <p:nvPr>
            <p:ph type="title"/>
          </p:nvPr>
        </p:nvSpPr>
        <p:spPr/>
        <p:txBody>
          <a:bodyPr/>
          <a:lstStyle/>
          <a:p>
            <a:r>
              <a:rPr kumimoji="0" lang="en-GB" sz="4800" b="0" i="0" u="none" strike="noStrike" kern="1200" cap="none" spc="0" normalizeH="0" baseline="0" noProof="0">
                <a:ln>
                  <a:noFill/>
                </a:ln>
                <a:solidFill>
                  <a:srgbClr val="000000"/>
                </a:solidFill>
                <a:effectLst/>
                <a:uLnTx/>
                <a:uFillTx/>
                <a:latin typeface="Georgia"/>
                <a:ea typeface="+mj-ea"/>
                <a:cs typeface="+mj-cs"/>
              </a:rPr>
              <a:t>Client Experience</a:t>
            </a:r>
            <a:endParaRPr lang="en-GB" noProof="0"/>
          </a:p>
        </p:txBody>
      </p:sp>
      <p:sp>
        <p:nvSpPr>
          <p:cNvPr id="13" name="Text Placeholder 12">
            <a:extLst>
              <a:ext uri="{FF2B5EF4-FFF2-40B4-BE49-F238E27FC236}">
                <a16:creationId xmlns:a16="http://schemas.microsoft.com/office/drawing/2014/main" id="{6B8F374C-17C6-04B4-1D39-01874A3D247E}"/>
              </a:ext>
            </a:extLst>
          </p:cNvPr>
          <p:cNvSpPr>
            <a:spLocks noGrp="1"/>
          </p:cNvSpPr>
          <p:nvPr>
            <p:ph type="body" idx="1"/>
          </p:nvPr>
        </p:nvSpPr>
        <p:spPr/>
        <p:txBody>
          <a:bodyPr/>
          <a:lstStyle/>
          <a:p>
            <a:r>
              <a:rPr lang="en-GB" noProof="0"/>
              <a:t>3</a:t>
            </a:r>
          </a:p>
        </p:txBody>
      </p:sp>
      <p:sp>
        <p:nvSpPr>
          <p:cNvPr id="2" name="Footer Placeholder 1">
            <a:extLst>
              <a:ext uri="{FF2B5EF4-FFF2-40B4-BE49-F238E27FC236}">
                <a16:creationId xmlns:a16="http://schemas.microsoft.com/office/drawing/2014/main" id="{F0653FC9-B71E-A2AC-9EA7-3C5BEF20FB2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PwC Brand Guidelines </a:t>
            </a:r>
          </a:p>
        </p:txBody>
      </p:sp>
      <p:sp>
        <p:nvSpPr>
          <p:cNvPr id="3" name="Slide Number Placeholder 2">
            <a:extLst>
              <a:ext uri="{FF2B5EF4-FFF2-40B4-BE49-F238E27FC236}">
                <a16:creationId xmlns:a16="http://schemas.microsoft.com/office/drawing/2014/main" id="{9CD4DDD2-49C7-1672-D964-F73BE22B7EE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128121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DC6BF-C1D0-2280-F323-2D9DD03C9FE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BD01D9-7EBF-4A8C-40D4-687FEEF5954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Presentation Title</a:t>
            </a:r>
          </a:p>
        </p:txBody>
      </p:sp>
      <p:sp>
        <p:nvSpPr>
          <p:cNvPr id="3" name="Slide Number Placeholder 2">
            <a:extLst>
              <a:ext uri="{FF2B5EF4-FFF2-40B4-BE49-F238E27FC236}">
                <a16:creationId xmlns:a16="http://schemas.microsoft.com/office/drawing/2014/main" id="{A69E7589-FBB7-AA0B-8308-B508740A13B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Title 6">
            <a:extLst>
              <a:ext uri="{FF2B5EF4-FFF2-40B4-BE49-F238E27FC236}">
                <a16:creationId xmlns:a16="http://schemas.microsoft.com/office/drawing/2014/main" id="{987820F4-F42D-0F99-39C6-4CE20B0FDFBD}"/>
              </a:ext>
            </a:extLst>
          </p:cNvPr>
          <p:cNvSpPr>
            <a:spLocks noGrp="1"/>
          </p:cNvSpPr>
          <p:nvPr>
            <p:ph type="title"/>
          </p:nvPr>
        </p:nvSpPr>
        <p:spPr>
          <a:xfrm>
            <a:off x="370586" y="368301"/>
            <a:ext cx="2042414" cy="927100"/>
          </a:xfrm>
        </p:spPr>
        <p:txBody>
          <a:bodyPr/>
          <a:lstStyle/>
          <a:p>
            <a:r>
              <a:rPr lang="en-GB"/>
              <a:t>Co-branding types:</a:t>
            </a:r>
            <a:endParaRPr lang="en-GB" noProof="0"/>
          </a:p>
        </p:txBody>
      </p:sp>
      <p:grpSp>
        <p:nvGrpSpPr>
          <p:cNvPr id="21" name="Group 20">
            <a:extLst>
              <a:ext uri="{FF2B5EF4-FFF2-40B4-BE49-F238E27FC236}">
                <a16:creationId xmlns:a16="http://schemas.microsoft.com/office/drawing/2014/main" id="{E7BE2B2A-1994-A1F4-BDF1-E2028D0EB8BA}"/>
              </a:ext>
            </a:extLst>
          </p:cNvPr>
          <p:cNvGrpSpPr/>
          <p:nvPr/>
        </p:nvGrpSpPr>
        <p:grpSpPr>
          <a:xfrm>
            <a:off x="3246512" y="0"/>
            <a:ext cx="8945487" cy="6080127"/>
            <a:chOff x="2893671" y="-1"/>
            <a:chExt cx="9298329" cy="6319947"/>
          </a:xfrm>
        </p:grpSpPr>
        <p:grpSp>
          <p:nvGrpSpPr>
            <p:cNvPr id="5" name="Group 4">
              <a:extLst>
                <a:ext uri="{FF2B5EF4-FFF2-40B4-BE49-F238E27FC236}">
                  <a16:creationId xmlns:a16="http://schemas.microsoft.com/office/drawing/2014/main" id="{FED6BFBE-B1BD-86F6-1A7C-2BB4F5032294}"/>
                </a:ext>
              </a:extLst>
            </p:cNvPr>
            <p:cNvGrpSpPr/>
            <p:nvPr/>
          </p:nvGrpSpPr>
          <p:grpSpPr>
            <a:xfrm>
              <a:off x="2893671" y="-1"/>
              <a:ext cx="3099443" cy="3159889"/>
              <a:chOff x="2893671" y="-1"/>
              <a:chExt cx="3099443" cy="3159889"/>
            </a:xfrm>
          </p:grpSpPr>
          <p:sp>
            <p:nvSpPr>
              <p:cNvPr id="12" name="Rectangle 11">
                <a:extLst>
                  <a:ext uri="{FF2B5EF4-FFF2-40B4-BE49-F238E27FC236}">
                    <a16:creationId xmlns:a16="http://schemas.microsoft.com/office/drawing/2014/main" id="{19344A04-542D-B560-4B28-5AEC385E00AC}"/>
                  </a:ext>
                </a:extLst>
              </p:cNvPr>
              <p:cNvSpPr/>
              <p:nvPr/>
            </p:nvSpPr>
            <p:spPr>
              <a:xfrm>
                <a:off x="2893671" y="-1"/>
                <a:ext cx="3099443" cy="3159889"/>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Text Placeholder 25">
                <a:extLst>
                  <a:ext uri="{FF2B5EF4-FFF2-40B4-BE49-F238E27FC236}">
                    <a16:creationId xmlns:a16="http://schemas.microsoft.com/office/drawing/2014/main" id="{3C69066D-AB57-236D-3DBD-E3955902BD88}"/>
                  </a:ext>
                </a:extLst>
              </p:cNvPr>
              <p:cNvSpPr txBox="1">
                <a:spLocks/>
              </p:cNvSpPr>
              <p:nvPr/>
            </p:nvSpPr>
            <p:spPr>
              <a:xfrm>
                <a:off x="2893671" y="-1"/>
                <a:ext cx="2257742" cy="1415772"/>
              </a:xfrm>
              <a:prstGeom prst="rect">
                <a:avLst/>
              </a:prstGeom>
            </p:spPr>
            <p:txBody>
              <a:bodyPr lIns="18000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GB" sz="6600" b="0" i="0" u="none" strike="noStrike" kern="1200" cap="none" spc="0" normalizeH="0" baseline="0" noProof="0">
                    <a:ln>
                      <a:noFill/>
                    </a:ln>
                    <a:solidFill>
                      <a:srgbClr val="000000"/>
                    </a:solidFill>
                    <a:effectLst/>
                    <a:uLnTx/>
                    <a:uFillTx/>
                    <a:latin typeface="Arial"/>
                    <a:ea typeface="+mn-ea"/>
                    <a:cs typeface="+mn-cs"/>
                  </a:rPr>
                  <a:t>01</a:t>
                </a:r>
              </a:p>
            </p:txBody>
          </p:sp>
        </p:grpSp>
        <p:grpSp>
          <p:nvGrpSpPr>
            <p:cNvPr id="6" name="Group 5">
              <a:extLst>
                <a:ext uri="{FF2B5EF4-FFF2-40B4-BE49-F238E27FC236}">
                  <a16:creationId xmlns:a16="http://schemas.microsoft.com/office/drawing/2014/main" id="{BCA0CBE5-9A09-F538-FEFD-15A34B428232}"/>
                </a:ext>
              </a:extLst>
            </p:cNvPr>
            <p:cNvGrpSpPr/>
            <p:nvPr/>
          </p:nvGrpSpPr>
          <p:grpSpPr>
            <a:xfrm>
              <a:off x="5993114" y="-1"/>
              <a:ext cx="3099443" cy="3159889"/>
              <a:chOff x="5993114" y="-1"/>
              <a:chExt cx="3099443" cy="3159889"/>
            </a:xfrm>
          </p:grpSpPr>
          <p:sp>
            <p:nvSpPr>
              <p:cNvPr id="40" name="Rectangle 39">
                <a:extLst>
                  <a:ext uri="{FF2B5EF4-FFF2-40B4-BE49-F238E27FC236}">
                    <a16:creationId xmlns:a16="http://schemas.microsoft.com/office/drawing/2014/main" id="{6158AB36-07B1-07CD-5E79-72B41B69D3A7}"/>
                  </a:ext>
                </a:extLst>
              </p:cNvPr>
              <p:cNvSpPr/>
              <p:nvPr/>
            </p:nvSpPr>
            <p:spPr>
              <a:xfrm>
                <a:off x="5993114" y="-1"/>
                <a:ext cx="3099443" cy="3159889"/>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Text Placeholder 25">
                <a:extLst>
                  <a:ext uri="{FF2B5EF4-FFF2-40B4-BE49-F238E27FC236}">
                    <a16:creationId xmlns:a16="http://schemas.microsoft.com/office/drawing/2014/main" id="{284DB4B1-1DE3-EA7D-8D3D-4A995F43E25E}"/>
                  </a:ext>
                </a:extLst>
              </p:cNvPr>
              <p:cNvSpPr txBox="1">
                <a:spLocks/>
              </p:cNvSpPr>
              <p:nvPr/>
            </p:nvSpPr>
            <p:spPr>
              <a:xfrm>
                <a:off x="5993114" y="-1"/>
                <a:ext cx="2257742" cy="1415772"/>
              </a:xfrm>
              <a:prstGeom prst="rect">
                <a:avLst/>
              </a:prstGeom>
            </p:spPr>
            <p:txBody>
              <a:bodyPr lIns="18000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GB" sz="6600" b="0" i="0" u="none" strike="noStrike" kern="1200" cap="none" spc="0" normalizeH="0" baseline="0" noProof="0">
                    <a:ln>
                      <a:noFill/>
                    </a:ln>
                    <a:solidFill>
                      <a:srgbClr val="000000"/>
                    </a:solidFill>
                    <a:effectLst/>
                    <a:uLnTx/>
                    <a:uFillTx/>
                    <a:latin typeface="Arial"/>
                    <a:ea typeface="+mn-ea"/>
                    <a:cs typeface="+mn-cs"/>
                  </a:rPr>
                  <a:t>02</a:t>
                </a:r>
              </a:p>
            </p:txBody>
          </p:sp>
        </p:grpSp>
        <p:grpSp>
          <p:nvGrpSpPr>
            <p:cNvPr id="17" name="Group 16">
              <a:extLst>
                <a:ext uri="{FF2B5EF4-FFF2-40B4-BE49-F238E27FC236}">
                  <a16:creationId xmlns:a16="http://schemas.microsoft.com/office/drawing/2014/main" id="{446E72D0-1B37-ECA9-EBD4-D47BC1A10CC8}"/>
                </a:ext>
              </a:extLst>
            </p:cNvPr>
            <p:cNvGrpSpPr/>
            <p:nvPr/>
          </p:nvGrpSpPr>
          <p:grpSpPr>
            <a:xfrm>
              <a:off x="9083555" y="-1"/>
              <a:ext cx="3108445" cy="3159889"/>
              <a:chOff x="9083555" y="-1"/>
              <a:chExt cx="3108445" cy="3159889"/>
            </a:xfrm>
          </p:grpSpPr>
          <p:sp>
            <p:nvSpPr>
              <p:cNvPr id="41" name="Rectangle 40">
                <a:extLst>
                  <a:ext uri="{FF2B5EF4-FFF2-40B4-BE49-F238E27FC236}">
                    <a16:creationId xmlns:a16="http://schemas.microsoft.com/office/drawing/2014/main" id="{8D6544BC-41A6-F6AE-E04A-203403FEA291}"/>
                  </a:ext>
                </a:extLst>
              </p:cNvPr>
              <p:cNvSpPr/>
              <p:nvPr/>
            </p:nvSpPr>
            <p:spPr>
              <a:xfrm>
                <a:off x="9092557" y="-1"/>
                <a:ext cx="3099443" cy="3159889"/>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8" name="Text Placeholder 25">
                <a:extLst>
                  <a:ext uri="{FF2B5EF4-FFF2-40B4-BE49-F238E27FC236}">
                    <a16:creationId xmlns:a16="http://schemas.microsoft.com/office/drawing/2014/main" id="{EB53CB0E-E264-B9A8-7B6B-DF05FBA7B4A3}"/>
                  </a:ext>
                </a:extLst>
              </p:cNvPr>
              <p:cNvSpPr txBox="1">
                <a:spLocks/>
              </p:cNvSpPr>
              <p:nvPr/>
            </p:nvSpPr>
            <p:spPr>
              <a:xfrm>
                <a:off x="9083555" y="-1"/>
                <a:ext cx="2257742" cy="1415772"/>
              </a:xfrm>
              <a:prstGeom prst="rect">
                <a:avLst/>
              </a:prstGeom>
            </p:spPr>
            <p:txBody>
              <a:bodyPr lIns="18000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GB" sz="6600" b="0" i="0" u="none" strike="noStrike" kern="1200" cap="none" spc="0" normalizeH="0" baseline="0" noProof="0">
                    <a:ln>
                      <a:noFill/>
                    </a:ln>
                    <a:solidFill>
                      <a:srgbClr val="000000"/>
                    </a:solidFill>
                    <a:effectLst/>
                    <a:uLnTx/>
                    <a:uFillTx/>
                    <a:latin typeface="Arial"/>
                    <a:ea typeface="+mn-ea"/>
                    <a:cs typeface="+mn-cs"/>
                  </a:rPr>
                  <a:t>03</a:t>
                </a:r>
              </a:p>
            </p:txBody>
          </p:sp>
          <p:sp>
            <p:nvSpPr>
              <p:cNvPr id="61" name="TextBox 60">
                <a:extLst>
                  <a:ext uri="{FF2B5EF4-FFF2-40B4-BE49-F238E27FC236}">
                    <a16:creationId xmlns:a16="http://schemas.microsoft.com/office/drawing/2014/main" id="{6E146349-33ED-C63C-8757-12DB1954F6A9}"/>
                  </a:ext>
                </a:extLst>
              </p:cNvPr>
              <p:cNvSpPr txBox="1"/>
              <p:nvPr/>
            </p:nvSpPr>
            <p:spPr>
              <a:xfrm>
                <a:off x="9101559" y="1985549"/>
                <a:ext cx="2484429" cy="1174339"/>
              </a:xfrm>
              <a:prstGeom prst="rect">
                <a:avLst/>
              </a:prstGeom>
              <a:noFill/>
            </p:spPr>
            <p:txBody>
              <a:bodyPr wrap="square" lIns="21600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rgbClr val="000000"/>
                    </a:solidFill>
                    <a:effectLst/>
                    <a:uLnTx/>
                    <a:uFillTx/>
                    <a:latin typeface="Arial"/>
                    <a:ea typeface="+mn-ea"/>
                    <a:cs typeface="+mn-cs"/>
                  </a:rPr>
                  <a:t>Co-selling with a third party</a:t>
                </a:r>
              </a:p>
            </p:txBody>
          </p:sp>
        </p:grpSp>
        <p:sp>
          <p:nvSpPr>
            <p:cNvPr id="8" name="TextBox 7">
              <a:extLst>
                <a:ext uri="{FF2B5EF4-FFF2-40B4-BE49-F238E27FC236}">
                  <a16:creationId xmlns:a16="http://schemas.microsoft.com/office/drawing/2014/main" id="{1CDE7262-1D8D-55FF-4342-5B87F51BCE28}"/>
                </a:ext>
              </a:extLst>
            </p:cNvPr>
            <p:cNvSpPr txBox="1"/>
            <p:nvPr/>
          </p:nvSpPr>
          <p:spPr>
            <a:xfrm>
              <a:off x="5995289" y="1985549"/>
              <a:ext cx="2484429" cy="1174339"/>
            </a:xfrm>
            <a:prstGeom prst="rect">
              <a:avLst/>
            </a:prstGeom>
            <a:noFill/>
          </p:spPr>
          <p:txBody>
            <a:bodyPr wrap="square" lIns="21600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b="1" i="0" u="none" strike="noStrike" kern="1200" cap="none" spc="0" normalizeH="0" baseline="0" noProof="0">
                  <a:ln>
                    <a:noFill/>
                  </a:ln>
                  <a:solidFill>
                    <a:srgbClr val="000000"/>
                  </a:solidFill>
                  <a:effectLst/>
                  <a:uLnTx/>
                  <a:uFillTx/>
                  <a:latin typeface="Arial"/>
                  <a:ea typeface="+mn-ea"/>
                  <a:cs typeface="+mn-cs"/>
                </a:rPr>
                <a:t>JBRs and local alliances</a:t>
              </a:r>
            </a:p>
          </p:txBody>
        </p:sp>
        <p:sp>
          <p:nvSpPr>
            <p:cNvPr id="9" name="TextBox 8">
              <a:extLst>
                <a:ext uri="{FF2B5EF4-FFF2-40B4-BE49-F238E27FC236}">
                  <a16:creationId xmlns:a16="http://schemas.microsoft.com/office/drawing/2014/main" id="{615C1C40-EEC9-B7F9-D04A-F330E9AE5305}"/>
                </a:ext>
              </a:extLst>
            </p:cNvPr>
            <p:cNvSpPr txBox="1"/>
            <p:nvPr/>
          </p:nvSpPr>
          <p:spPr>
            <a:xfrm>
              <a:off x="2896024" y="1985549"/>
              <a:ext cx="2868050" cy="1174339"/>
            </a:xfrm>
            <a:prstGeom prst="rect">
              <a:avLst/>
            </a:prstGeom>
            <a:noFill/>
          </p:spPr>
          <p:txBody>
            <a:bodyPr wrap="square" lIns="21600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b="1" i="0" u="none" strike="noStrike" kern="1200" cap="none" spc="0" normalizeH="0" baseline="0" noProof="0">
                  <a:ln>
                    <a:noFill/>
                  </a:ln>
                  <a:solidFill>
                    <a:srgbClr val="000000"/>
                  </a:solidFill>
                  <a:effectLst/>
                  <a:uLnTx/>
                  <a:uFillTx/>
                  <a:latin typeface="Arial"/>
                  <a:ea typeface="+mn-ea"/>
                  <a:cs typeface="+mn-cs"/>
                </a:rPr>
                <a:t>Sponsorships, events and conferences </a:t>
              </a:r>
            </a:p>
          </p:txBody>
        </p:sp>
        <p:grpSp>
          <p:nvGrpSpPr>
            <p:cNvPr id="16" name="Group 15">
              <a:extLst>
                <a:ext uri="{FF2B5EF4-FFF2-40B4-BE49-F238E27FC236}">
                  <a16:creationId xmlns:a16="http://schemas.microsoft.com/office/drawing/2014/main" id="{216EEBFF-2BDB-E198-3557-5E170323F116}"/>
                </a:ext>
              </a:extLst>
            </p:cNvPr>
            <p:cNvGrpSpPr/>
            <p:nvPr/>
          </p:nvGrpSpPr>
          <p:grpSpPr>
            <a:xfrm>
              <a:off x="9083555" y="3159888"/>
              <a:ext cx="3108445" cy="3160058"/>
              <a:chOff x="9083555" y="3159888"/>
              <a:chExt cx="3108445" cy="3160058"/>
            </a:xfrm>
          </p:grpSpPr>
          <p:sp>
            <p:nvSpPr>
              <p:cNvPr id="44" name="Rectangle 43">
                <a:extLst>
                  <a:ext uri="{FF2B5EF4-FFF2-40B4-BE49-F238E27FC236}">
                    <a16:creationId xmlns:a16="http://schemas.microsoft.com/office/drawing/2014/main" id="{D36E51D9-F2BD-E793-3E6B-D45A9E1AC55F}"/>
                  </a:ext>
                </a:extLst>
              </p:cNvPr>
              <p:cNvSpPr/>
              <p:nvPr/>
            </p:nvSpPr>
            <p:spPr>
              <a:xfrm>
                <a:off x="9092557" y="3159888"/>
                <a:ext cx="3099443" cy="315988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2" name="Text Placeholder 25">
                <a:extLst>
                  <a:ext uri="{FF2B5EF4-FFF2-40B4-BE49-F238E27FC236}">
                    <a16:creationId xmlns:a16="http://schemas.microsoft.com/office/drawing/2014/main" id="{B9B14949-5A9C-4D00-6B1D-0E4B7DF3FEE6}"/>
                  </a:ext>
                </a:extLst>
              </p:cNvPr>
              <p:cNvSpPr txBox="1">
                <a:spLocks/>
              </p:cNvSpPr>
              <p:nvPr/>
            </p:nvSpPr>
            <p:spPr>
              <a:xfrm>
                <a:off x="9083555" y="3159888"/>
                <a:ext cx="2257742" cy="1415772"/>
              </a:xfrm>
              <a:prstGeom prst="rect">
                <a:avLst/>
              </a:prstGeom>
            </p:spPr>
            <p:txBody>
              <a:bodyPr lIns="18000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GB" sz="6600" b="0" i="0" u="none" strike="noStrike" kern="1200" cap="none" spc="0" normalizeH="0" baseline="0" noProof="0">
                    <a:ln>
                      <a:noFill/>
                    </a:ln>
                    <a:solidFill>
                      <a:srgbClr val="000000"/>
                    </a:solidFill>
                    <a:effectLst/>
                    <a:uLnTx/>
                    <a:uFillTx/>
                    <a:latin typeface="Arial"/>
                    <a:ea typeface="+mn-ea"/>
                    <a:cs typeface="+mn-cs"/>
                  </a:rPr>
                  <a:t>06</a:t>
                </a:r>
              </a:p>
            </p:txBody>
          </p:sp>
          <p:sp>
            <p:nvSpPr>
              <p:cNvPr id="10" name="TextBox 9">
                <a:extLst>
                  <a:ext uri="{FF2B5EF4-FFF2-40B4-BE49-F238E27FC236}">
                    <a16:creationId xmlns:a16="http://schemas.microsoft.com/office/drawing/2014/main" id="{8FCD5444-E7B3-4EC7-8489-BE83645A189B}"/>
                  </a:ext>
                </a:extLst>
              </p:cNvPr>
              <p:cNvSpPr txBox="1"/>
              <p:nvPr/>
            </p:nvSpPr>
            <p:spPr>
              <a:xfrm>
                <a:off x="9101559" y="5145607"/>
                <a:ext cx="2484429" cy="1174339"/>
              </a:xfrm>
              <a:prstGeom prst="rect">
                <a:avLst/>
              </a:prstGeom>
              <a:noFill/>
            </p:spPr>
            <p:txBody>
              <a:bodyPr wrap="square" lIns="21600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b="1" i="0" u="none" strike="noStrike" kern="1200" cap="none" spc="0" normalizeH="0" baseline="0" noProof="0">
                    <a:ln>
                      <a:noFill/>
                    </a:ln>
                    <a:solidFill>
                      <a:srgbClr val="000000"/>
                    </a:solidFill>
                    <a:effectLst/>
                    <a:uLnTx/>
                    <a:uFillTx/>
                    <a:latin typeface="Arial"/>
                    <a:ea typeface="+mn-ea"/>
                    <a:cs typeface="+mn-cs"/>
                  </a:rPr>
                  <a:t>Global Alliances</a:t>
                </a:r>
              </a:p>
            </p:txBody>
          </p:sp>
        </p:grpSp>
        <p:grpSp>
          <p:nvGrpSpPr>
            <p:cNvPr id="15" name="Group 14">
              <a:extLst>
                <a:ext uri="{FF2B5EF4-FFF2-40B4-BE49-F238E27FC236}">
                  <a16:creationId xmlns:a16="http://schemas.microsoft.com/office/drawing/2014/main" id="{6148E974-BF7F-6C6B-4760-83848DAC1F0A}"/>
                </a:ext>
              </a:extLst>
            </p:cNvPr>
            <p:cNvGrpSpPr/>
            <p:nvPr/>
          </p:nvGrpSpPr>
          <p:grpSpPr>
            <a:xfrm>
              <a:off x="5993114" y="3159888"/>
              <a:ext cx="3099443" cy="3160058"/>
              <a:chOff x="5993114" y="3159888"/>
              <a:chExt cx="3099443" cy="3160058"/>
            </a:xfrm>
          </p:grpSpPr>
          <p:sp>
            <p:nvSpPr>
              <p:cNvPr id="43" name="Rectangle 42">
                <a:extLst>
                  <a:ext uri="{FF2B5EF4-FFF2-40B4-BE49-F238E27FC236}">
                    <a16:creationId xmlns:a16="http://schemas.microsoft.com/office/drawing/2014/main" id="{5FE8FE48-854D-F27D-1CCC-592709EA136A}"/>
                  </a:ext>
                </a:extLst>
              </p:cNvPr>
              <p:cNvSpPr/>
              <p:nvPr/>
            </p:nvSpPr>
            <p:spPr>
              <a:xfrm>
                <a:off x="5993114" y="3159888"/>
                <a:ext cx="3099443" cy="3159889"/>
              </a:xfrm>
              <a:prstGeom prst="rect">
                <a:avLst/>
              </a:prstGeom>
              <a:solidFill>
                <a:srgbClr val="FE7C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0" name="Text Placeholder 25">
                <a:extLst>
                  <a:ext uri="{FF2B5EF4-FFF2-40B4-BE49-F238E27FC236}">
                    <a16:creationId xmlns:a16="http://schemas.microsoft.com/office/drawing/2014/main" id="{4B35C25A-446F-3202-F4B1-5B82FC1ADAE2}"/>
                  </a:ext>
                </a:extLst>
              </p:cNvPr>
              <p:cNvSpPr txBox="1">
                <a:spLocks/>
              </p:cNvSpPr>
              <p:nvPr/>
            </p:nvSpPr>
            <p:spPr>
              <a:xfrm>
                <a:off x="5993114" y="3159888"/>
                <a:ext cx="2257742" cy="1415772"/>
              </a:xfrm>
              <a:prstGeom prst="rect">
                <a:avLst/>
              </a:prstGeom>
            </p:spPr>
            <p:txBody>
              <a:bodyPr lIns="18000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GB" sz="6600" b="0" i="0" u="none" strike="noStrike" kern="1200" cap="none" spc="0" normalizeH="0" baseline="0" noProof="0">
                    <a:ln>
                      <a:noFill/>
                    </a:ln>
                    <a:solidFill>
                      <a:srgbClr val="000000"/>
                    </a:solidFill>
                    <a:effectLst/>
                    <a:uLnTx/>
                    <a:uFillTx/>
                    <a:latin typeface="Arial"/>
                    <a:ea typeface="+mn-ea"/>
                    <a:cs typeface="+mn-cs"/>
                  </a:rPr>
                  <a:t>05</a:t>
                </a:r>
              </a:p>
            </p:txBody>
          </p:sp>
          <p:sp>
            <p:nvSpPr>
              <p:cNvPr id="11" name="TextBox 10">
                <a:extLst>
                  <a:ext uri="{FF2B5EF4-FFF2-40B4-BE49-F238E27FC236}">
                    <a16:creationId xmlns:a16="http://schemas.microsoft.com/office/drawing/2014/main" id="{AE721950-679E-9F6C-F285-7FEBE876866A}"/>
                  </a:ext>
                </a:extLst>
              </p:cNvPr>
              <p:cNvSpPr txBox="1"/>
              <p:nvPr/>
            </p:nvSpPr>
            <p:spPr>
              <a:xfrm>
                <a:off x="5995289" y="5145607"/>
                <a:ext cx="2919581" cy="1174339"/>
              </a:xfrm>
              <a:prstGeom prst="rect">
                <a:avLst/>
              </a:prstGeom>
              <a:noFill/>
            </p:spPr>
            <p:txBody>
              <a:bodyPr wrap="square" lIns="21600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b="1" i="0" u="none" strike="noStrike" kern="1200" cap="none" spc="0" normalizeH="0" baseline="0" noProof="0">
                    <a:ln>
                      <a:noFill/>
                    </a:ln>
                    <a:solidFill>
                      <a:srgbClr val="000000"/>
                    </a:solidFill>
                    <a:effectLst/>
                    <a:uLnTx/>
                    <a:uFillTx/>
                    <a:latin typeface="Arial"/>
                    <a:ea typeface="+mn-ea"/>
                    <a:cs typeface="+mn-cs"/>
                  </a:rPr>
                  <a:t>Multi-territory collaboration agreements</a:t>
                </a:r>
              </a:p>
            </p:txBody>
          </p:sp>
        </p:grpSp>
        <p:grpSp>
          <p:nvGrpSpPr>
            <p:cNvPr id="14" name="Group 13">
              <a:extLst>
                <a:ext uri="{FF2B5EF4-FFF2-40B4-BE49-F238E27FC236}">
                  <a16:creationId xmlns:a16="http://schemas.microsoft.com/office/drawing/2014/main" id="{1BA34880-0A09-FA5D-7DE9-5963004963F9}"/>
                </a:ext>
              </a:extLst>
            </p:cNvPr>
            <p:cNvGrpSpPr/>
            <p:nvPr/>
          </p:nvGrpSpPr>
          <p:grpSpPr>
            <a:xfrm>
              <a:off x="2893671" y="3159719"/>
              <a:ext cx="3099443" cy="3160058"/>
              <a:chOff x="2893671" y="3159888"/>
              <a:chExt cx="3099443" cy="3160058"/>
            </a:xfrm>
          </p:grpSpPr>
          <p:sp>
            <p:nvSpPr>
              <p:cNvPr id="42" name="Rectangle 41">
                <a:extLst>
                  <a:ext uri="{FF2B5EF4-FFF2-40B4-BE49-F238E27FC236}">
                    <a16:creationId xmlns:a16="http://schemas.microsoft.com/office/drawing/2014/main" id="{B60D92DB-6DB7-F518-3137-4D2EE909AE59}"/>
                  </a:ext>
                </a:extLst>
              </p:cNvPr>
              <p:cNvSpPr/>
              <p:nvPr/>
            </p:nvSpPr>
            <p:spPr>
              <a:xfrm>
                <a:off x="2893671" y="3159888"/>
                <a:ext cx="3099443" cy="3159889"/>
              </a:xfrm>
              <a:prstGeom prst="rect">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9" name="Text Placeholder 25">
                <a:extLst>
                  <a:ext uri="{FF2B5EF4-FFF2-40B4-BE49-F238E27FC236}">
                    <a16:creationId xmlns:a16="http://schemas.microsoft.com/office/drawing/2014/main" id="{D2A5C374-C93C-3D55-745C-F2C1FFF5FBB3}"/>
                  </a:ext>
                </a:extLst>
              </p:cNvPr>
              <p:cNvSpPr txBox="1">
                <a:spLocks/>
              </p:cNvSpPr>
              <p:nvPr/>
            </p:nvSpPr>
            <p:spPr>
              <a:xfrm>
                <a:off x="2893671" y="3159888"/>
                <a:ext cx="2257742" cy="1415772"/>
              </a:xfrm>
              <a:prstGeom prst="rect">
                <a:avLst/>
              </a:prstGeom>
            </p:spPr>
            <p:txBody>
              <a:bodyPr lIns="18000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GB" sz="6600" b="0" i="0" u="none" strike="noStrike" kern="1200" cap="none" spc="0" normalizeH="0" baseline="0" noProof="0">
                    <a:ln>
                      <a:noFill/>
                    </a:ln>
                    <a:solidFill>
                      <a:srgbClr val="000000"/>
                    </a:solidFill>
                    <a:effectLst/>
                    <a:uLnTx/>
                    <a:uFillTx/>
                    <a:latin typeface="Arial"/>
                    <a:ea typeface="+mn-ea"/>
                    <a:cs typeface="+mn-cs"/>
                  </a:rPr>
                  <a:t>04</a:t>
                </a:r>
              </a:p>
            </p:txBody>
          </p:sp>
          <p:sp>
            <p:nvSpPr>
              <p:cNvPr id="13" name="TextBox 12">
                <a:extLst>
                  <a:ext uri="{FF2B5EF4-FFF2-40B4-BE49-F238E27FC236}">
                    <a16:creationId xmlns:a16="http://schemas.microsoft.com/office/drawing/2014/main" id="{E39BA9B7-C779-E17C-25DE-DD6FF57F853B}"/>
                  </a:ext>
                </a:extLst>
              </p:cNvPr>
              <p:cNvSpPr txBox="1"/>
              <p:nvPr/>
            </p:nvSpPr>
            <p:spPr>
              <a:xfrm>
                <a:off x="2896024" y="5145607"/>
                <a:ext cx="2484429" cy="1174339"/>
              </a:xfrm>
              <a:prstGeom prst="rect">
                <a:avLst/>
              </a:prstGeom>
              <a:noFill/>
            </p:spPr>
            <p:txBody>
              <a:bodyPr wrap="square" lIns="21600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b="1" i="0" u="none" strike="noStrike" kern="1200" cap="none" spc="0" normalizeH="0" baseline="0" noProof="0">
                    <a:ln>
                      <a:noFill/>
                    </a:ln>
                    <a:solidFill>
                      <a:srgbClr val="000000"/>
                    </a:solidFill>
                    <a:effectLst/>
                    <a:uLnTx/>
                    <a:uFillTx/>
                    <a:latin typeface="Arial"/>
                    <a:ea typeface="+mn-ea"/>
                    <a:cs typeface="+mn-cs"/>
                  </a:rPr>
                  <a:t>Print and internet communications</a:t>
                </a:r>
              </a:p>
            </p:txBody>
          </p:sp>
        </p:grpSp>
      </p:grpSp>
      <p:sp>
        <p:nvSpPr>
          <p:cNvPr id="4" name="Title 1">
            <a:extLst>
              <a:ext uri="{FF2B5EF4-FFF2-40B4-BE49-F238E27FC236}">
                <a16:creationId xmlns:a16="http://schemas.microsoft.com/office/drawing/2014/main" id="{363CBB0A-4FF2-DF95-CC49-70B605253CDB}"/>
              </a:ext>
            </a:extLst>
          </p:cNvPr>
          <p:cNvSpPr txBox="1">
            <a:spLocks/>
          </p:cNvSpPr>
          <p:nvPr/>
        </p:nvSpPr>
        <p:spPr>
          <a:xfrm>
            <a:off x="376501" y="2341034"/>
            <a:ext cx="2415860" cy="94614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a:lnSpc>
                <a:spcPct val="125000"/>
              </a:lnSpc>
            </a:pPr>
            <a:r>
              <a:rPr lang="ru-RU" sz="2000">
                <a:latin typeface="+mn-lt"/>
              </a:rPr>
              <a:t>Get </a:t>
            </a:r>
            <a:r>
              <a:rPr lang="ru-RU" sz="2000" err="1">
                <a:latin typeface="+mn-lt"/>
              </a:rPr>
              <a:t>in</a:t>
            </a:r>
            <a:r>
              <a:rPr lang="ru-RU" sz="2000">
                <a:latin typeface="+mn-lt"/>
              </a:rPr>
              <a:t> </a:t>
            </a:r>
            <a:r>
              <a:rPr lang="ru-RU" sz="2000" err="1">
                <a:latin typeface="+mn-lt"/>
              </a:rPr>
              <a:t>touch</a:t>
            </a:r>
            <a:r>
              <a:rPr lang="ru-RU" sz="2000">
                <a:latin typeface="+mn-lt"/>
              </a:rPr>
              <a:t> </a:t>
            </a:r>
            <a:r>
              <a:rPr lang="ru-RU" sz="2000" err="1">
                <a:latin typeface="+mn-lt"/>
              </a:rPr>
              <a:t>with</a:t>
            </a:r>
            <a:r>
              <a:rPr lang="ru-RU" sz="2000">
                <a:latin typeface="+mn-lt"/>
              </a:rPr>
              <a:t> Marketing </a:t>
            </a:r>
            <a:r>
              <a:rPr lang="ru-RU" sz="2000" err="1">
                <a:latin typeface="+mn-lt"/>
              </a:rPr>
              <a:t>to</a:t>
            </a:r>
            <a:r>
              <a:rPr lang="ru-RU" sz="2000">
                <a:latin typeface="+mn-lt"/>
              </a:rPr>
              <a:t> </a:t>
            </a:r>
            <a:r>
              <a:rPr lang="ru-RU" sz="2000" err="1">
                <a:latin typeface="+mn-lt"/>
              </a:rPr>
              <a:t>initiate</a:t>
            </a:r>
            <a:r>
              <a:rPr lang="ru-RU" sz="2000">
                <a:latin typeface="+mn-lt"/>
              </a:rPr>
              <a:t> </a:t>
            </a:r>
            <a:r>
              <a:rPr lang="ru-RU" sz="2000" err="1">
                <a:latin typeface="+mn-lt"/>
              </a:rPr>
              <a:t>approval</a:t>
            </a:r>
            <a:r>
              <a:rPr lang="ru-RU" sz="2000">
                <a:latin typeface="+mn-lt"/>
              </a:rPr>
              <a:t> </a:t>
            </a:r>
            <a:r>
              <a:rPr lang="ru-RU" sz="2000" err="1">
                <a:latin typeface="+mn-lt"/>
              </a:rPr>
              <a:t>for</a:t>
            </a:r>
            <a:r>
              <a:rPr lang="ru-RU" sz="2000">
                <a:latin typeface="+mn-lt"/>
              </a:rPr>
              <a:t> </a:t>
            </a:r>
            <a:r>
              <a:rPr lang="ru-RU" sz="2000" err="1">
                <a:latin typeface="+mn-lt"/>
              </a:rPr>
              <a:t>co-branding</a:t>
            </a:r>
            <a:r>
              <a:rPr lang="en-GB" sz="2000">
                <a:latin typeface="+mn-lt"/>
              </a:rPr>
              <a:t> initiative</a:t>
            </a:r>
            <a:r>
              <a:rPr lang="ru-RU" sz="2000">
                <a:latin typeface="+mn-lt"/>
              </a:rPr>
              <a:t>.</a:t>
            </a:r>
            <a:br>
              <a:rPr lang="ru-RU" sz="2000">
                <a:latin typeface="+mn-lt"/>
              </a:rPr>
            </a:br>
            <a:endParaRPr lang="en-US" sz="2000">
              <a:latin typeface="+mn-lt"/>
            </a:endParaRPr>
          </a:p>
        </p:txBody>
      </p:sp>
      <p:cxnSp>
        <p:nvCxnSpPr>
          <p:cNvPr id="19" name="Straight Connector 18">
            <a:extLst>
              <a:ext uri="{FF2B5EF4-FFF2-40B4-BE49-F238E27FC236}">
                <a16:creationId xmlns:a16="http://schemas.microsoft.com/office/drawing/2014/main" id="{F7CB56EC-7381-9841-E330-CD1C43C77451}"/>
              </a:ext>
            </a:extLst>
          </p:cNvPr>
          <p:cNvCxnSpPr>
            <a:cxnSpLocks/>
          </p:cNvCxnSpPr>
          <p:nvPr/>
        </p:nvCxnSpPr>
        <p:spPr>
          <a:xfrm>
            <a:off x="368300" y="2226734"/>
            <a:ext cx="537633" cy="0"/>
          </a:xfrm>
          <a:prstGeom prst="line">
            <a:avLst/>
          </a:prstGeom>
          <a:ln w="28575">
            <a:solidFill>
              <a:schemeClr val="accent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8478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0471D4-6483-DF97-1CA3-7C51AF2172E3}"/>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D980C3C9-3F76-791E-65D2-E79431AD0094}"/>
              </a:ext>
            </a:extLst>
          </p:cNvPr>
          <p:cNvSpPr>
            <a:spLocks noGrp="1"/>
          </p:cNvSpPr>
          <p:nvPr>
            <p:ph type="sldNum" sz="quarter" idx="4"/>
          </p:nvPr>
        </p:nvSpPr>
        <p:spPr/>
        <p:txBody>
          <a:bodyPr/>
          <a:lstStyle/>
          <a:p>
            <a:fld id="{3E6AC032-1535-134B-A583-D5E1DDD0D167}" type="slidenum">
              <a:rPr lang="en-US" smtClean="0"/>
              <a:pPr/>
              <a:t>19</a:t>
            </a:fld>
            <a:endParaRPr lang="en-US"/>
          </a:p>
        </p:txBody>
      </p:sp>
      <p:sp>
        <p:nvSpPr>
          <p:cNvPr id="5" name="Title 4">
            <a:extLst>
              <a:ext uri="{FF2B5EF4-FFF2-40B4-BE49-F238E27FC236}">
                <a16:creationId xmlns:a16="http://schemas.microsoft.com/office/drawing/2014/main" id="{88A085E1-0F6D-90F6-E577-2F8B452BE24A}"/>
              </a:ext>
            </a:extLst>
          </p:cNvPr>
          <p:cNvSpPr>
            <a:spLocks noGrp="1"/>
          </p:cNvSpPr>
          <p:nvPr>
            <p:ph type="title"/>
          </p:nvPr>
        </p:nvSpPr>
        <p:spPr>
          <a:xfrm>
            <a:off x="370586" y="368301"/>
            <a:ext cx="11453114" cy="406399"/>
          </a:xfrm>
        </p:spPr>
        <p:txBody>
          <a:bodyPr/>
          <a:lstStyle/>
          <a:p>
            <a:r>
              <a:rPr lang="en-US">
                <a:hlinkClick r:id="rId3"/>
              </a:rPr>
              <a:t>Salesforce</a:t>
            </a:r>
            <a:r>
              <a:rPr lang="ru-RU"/>
              <a:t> – </a:t>
            </a:r>
            <a:r>
              <a:rPr lang="en-GB"/>
              <a:t>PwC CRM system</a:t>
            </a:r>
            <a:endParaRPr lang="ru-RU"/>
          </a:p>
        </p:txBody>
      </p:sp>
      <p:sp>
        <p:nvSpPr>
          <p:cNvPr id="7" name="Text Placeholder 3">
            <a:extLst>
              <a:ext uri="{FF2B5EF4-FFF2-40B4-BE49-F238E27FC236}">
                <a16:creationId xmlns:a16="http://schemas.microsoft.com/office/drawing/2014/main" id="{D32BC0FA-C4F7-D964-B5F5-6E28FCC74AF9}"/>
              </a:ext>
            </a:extLst>
          </p:cNvPr>
          <p:cNvSpPr txBox="1">
            <a:spLocks/>
          </p:cNvSpPr>
          <p:nvPr/>
        </p:nvSpPr>
        <p:spPr>
          <a:xfrm>
            <a:off x="367776" y="886968"/>
            <a:ext cx="7256034" cy="519557"/>
          </a:xfrm>
          <a:prstGeom prst="rect">
            <a:avLst/>
          </a:prstGeom>
        </p:spPr>
        <p:txBody>
          <a:bodyPr lIns="0" tIns="0" rIns="0" bIns="0"/>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According to PwC Global Data Protection Policy, all contacts that we use for business purposes must be entered into Salesforce.</a:t>
            </a:r>
          </a:p>
        </p:txBody>
      </p:sp>
      <p:pic>
        <p:nvPicPr>
          <p:cNvPr id="9" name="Picture 8" descr="A screenshot of a computer&#10;&#10;AI-generated content may be incorrect.">
            <a:extLst>
              <a:ext uri="{FF2B5EF4-FFF2-40B4-BE49-F238E27FC236}">
                <a16:creationId xmlns:a16="http://schemas.microsoft.com/office/drawing/2014/main" id="{AADB919C-AB53-E82E-DB0E-1268ADED9A00}"/>
              </a:ext>
            </a:extLst>
          </p:cNvPr>
          <p:cNvPicPr>
            <a:picLocks noChangeAspect="1"/>
          </p:cNvPicPr>
          <p:nvPr/>
        </p:nvPicPr>
        <p:blipFill>
          <a:blip r:embed="rId4"/>
          <a:stretch>
            <a:fillRect/>
          </a:stretch>
        </p:blipFill>
        <p:spPr>
          <a:xfrm>
            <a:off x="367776" y="1592508"/>
            <a:ext cx="10490724" cy="4549845"/>
          </a:xfrm>
          <a:prstGeom prst="rect">
            <a:avLst/>
          </a:prstGeom>
        </p:spPr>
      </p:pic>
    </p:spTree>
    <p:extLst>
      <p:ext uri="{BB962C8B-B14F-4D97-AF65-F5344CB8AC3E}">
        <p14:creationId xmlns:p14="http://schemas.microsoft.com/office/powerpoint/2010/main" val="1785525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6D166C-C8F7-2C2D-FD90-ED0646F871FB}"/>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B7C256A6-8D26-FF70-B091-E4C0E310CE85}"/>
              </a:ext>
            </a:extLst>
          </p:cNvPr>
          <p:cNvSpPr>
            <a:spLocks noGrp="1"/>
          </p:cNvSpPr>
          <p:nvPr>
            <p:ph type="sldNum" sz="quarter" idx="4"/>
          </p:nvPr>
        </p:nvSpPr>
        <p:spPr/>
        <p:txBody>
          <a:bodyPr/>
          <a:lstStyle/>
          <a:p>
            <a:fld id="{3E6AC032-1535-134B-A583-D5E1DDD0D167}" type="slidenum">
              <a:rPr lang="en-US" smtClean="0"/>
              <a:pPr/>
              <a:t>20</a:t>
            </a:fld>
            <a:endParaRPr lang="en-US"/>
          </a:p>
        </p:txBody>
      </p:sp>
      <p:sp>
        <p:nvSpPr>
          <p:cNvPr id="5" name="Title 4">
            <a:extLst>
              <a:ext uri="{FF2B5EF4-FFF2-40B4-BE49-F238E27FC236}">
                <a16:creationId xmlns:a16="http://schemas.microsoft.com/office/drawing/2014/main" id="{2243568E-ED28-A086-F83B-C2FFDC4828BF}"/>
              </a:ext>
            </a:extLst>
          </p:cNvPr>
          <p:cNvSpPr>
            <a:spLocks noGrp="1"/>
          </p:cNvSpPr>
          <p:nvPr>
            <p:ph type="title"/>
          </p:nvPr>
        </p:nvSpPr>
        <p:spPr>
          <a:xfrm>
            <a:off x="370586" y="368301"/>
            <a:ext cx="11453114" cy="406399"/>
          </a:xfrm>
        </p:spPr>
        <p:txBody>
          <a:bodyPr/>
          <a:lstStyle/>
          <a:p>
            <a:r>
              <a:rPr lang="en-GB"/>
              <a:t>Client Feedback Tool</a:t>
            </a:r>
            <a:endParaRPr lang="ru-RU"/>
          </a:p>
        </p:txBody>
      </p:sp>
      <p:pic>
        <p:nvPicPr>
          <p:cNvPr id="7" name="Picture 6">
            <a:extLst>
              <a:ext uri="{FF2B5EF4-FFF2-40B4-BE49-F238E27FC236}">
                <a16:creationId xmlns:a16="http://schemas.microsoft.com/office/drawing/2014/main" id="{082E88D0-7551-52DE-3902-D458EB52BD95}"/>
              </a:ext>
            </a:extLst>
          </p:cNvPr>
          <p:cNvPicPr>
            <a:picLocks noChangeAspect="1"/>
          </p:cNvPicPr>
          <p:nvPr/>
        </p:nvPicPr>
        <p:blipFill>
          <a:blip r:embed="rId2"/>
          <a:stretch>
            <a:fillRect/>
          </a:stretch>
        </p:blipFill>
        <p:spPr>
          <a:xfrm>
            <a:off x="370586" y="1420528"/>
            <a:ext cx="5779389" cy="2456318"/>
          </a:xfrm>
          <a:prstGeom prst="rect">
            <a:avLst/>
          </a:prstGeom>
        </p:spPr>
      </p:pic>
      <p:sp>
        <p:nvSpPr>
          <p:cNvPr id="8" name="Google Shape;3316;g1cd0f9620b1_0_20">
            <a:extLst>
              <a:ext uri="{FF2B5EF4-FFF2-40B4-BE49-F238E27FC236}">
                <a16:creationId xmlns:a16="http://schemas.microsoft.com/office/drawing/2014/main" id="{620168F3-8837-9063-6B7C-D3677D840398}"/>
              </a:ext>
            </a:extLst>
          </p:cNvPr>
          <p:cNvSpPr txBox="1">
            <a:spLocks/>
          </p:cNvSpPr>
          <p:nvPr/>
        </p:nvSpPr>
        <p:spPr>
          <a:xfrm>
            <a:off x="880323" y="4452300"/>
            <a:ext cx="4993958" cy="1100775"/>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600"/>
              </a:spcAft>
            </a:pPr>
            <a:r>
              <a:rPr lang="ru-RU" sz="1400">
                <a:highlight>
                  <a:srgbClr val="FAF9F8"/>
                </a:highlight>
              </a:rPr>
              <a:t>Client </a:t>
            </a:r>
            <a:r>
              <a:rPr lang="ru-RU" sz="1400" err="1">
                <a:highlight>
                  <a:srgbClr val="FAF9F8"/>
                </a:highlight>
              </a:rPr>
              <a:t>Feedback</a:t>
            </a:r>
            <a:r>
              <a:rPr lang="ru-RU" sz="1400">
                <a:highlight>
                  <a:srgbClr val="FAF9F8"/>
                </a:highlight>
              </a:rPr>
              <a:t> </a:t>
            </a:r>
            <a:r>
              <a:rPr lang="en-US" sz="1400" b="0">
                <a:highlight>
                  <a:srgbClr val="FAF9F8"/>
                </a:highlight>
              </a:rPr>
              <a:t>– </a:t>
            </a:r>
            <a:r>
              <a:rPr lang="ru-RU" sz="1400" b="0">
                <a:highlight>
                  <a:srgbClr val="FAF9F8"/>
                </a:highlight>
              </a:rPr>
              <a:t>g</a:t>
            </a:r>
            <a:r>
              <a:rPr lang="en-US" sz="1400" b="0" err="1">
                <a:highlight>
                  <a:srgbClr val="FAF9F8"/>
                </a:highlight>
              </a:rPr>
              <a:t>reat</a:t>
            </a:r>
            <a:r>
              <a:rPr lang="en-US" sz="1400" b="0">
                <a:highlight>
                  <a:srgbClr val="FAF9F8"/>
                </a:highlight>
              </a:rPr>
              <a:t> o</a:t>
            </a:r>
            <a:r>
              <a:rPr lang="ru-RU" sz="1400" b="0" err="1">
                <a:highlight>
                  <a:srgbClr val="FAF9F8"/>
                </a:highlight>
              </a:rPr>
              <a:t>pportunity</a:t>
            </a:r>
            <a:r>
              <a:rPr lang="ru-RU" sz="1400" b="0">
                <a:highlight>
                  <a:srgbClr val="FAF9F8"/>
                </a:highlight>
              </a:rPr>
              <a:t> </a:t>
            </a:r>
            <a:r>
              <a:rPr lang="ru-RU" sz="1400" b="0" err="1">
                <a:highlight>
                  <a:srgbClr val="FAF9F8"/>
                </a:highlight>
              </a:rPr>
              <a:t>to</a:t>
            </a:r>
            <a:r>
              <a:rPr lang="ru-RU" sz="1400" b="0">
                <a:highlight>
                  <a:srgbClr val="FAF9F8"/>
                </a:highlight>
              </a:rPr>
              <a:t> </a:t>
            </a:r>
            <a:r>
              <a:rPr lang="ru-RU" sz="1400" b="0" err="1">
                <a:highlight>
                  <a:srgbClr val="FAF9F8"/>
                </a:highlight>
              </a:rPr>
              <a:t>communicate</a:t>
            </a:r>
            <a:r>
              <a:rPr lang="ru-RU" sz="1400" b="0">
                <a:highlight>
                  <a:srgbClr val="FAF9F8"/>
                </a:highlight>
              </a:rPr>
              <a:t> </a:t>
            </a:r>
            <a:r>
              <a:rPr lang="ru-RU" sz="1400" b="0" err="1">
                <a:highlight>
                  <a:srgbClr val="FAF9F8"/>
                </a:highlight>
              </a:rPr>
              <a:t>with</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client</a:t>
            </a:r>
            <a:r>
              <a:rPr lang="ru-RU" sz="1400" b="0">
                <a:highlight>
                  <a:srgbClr val="FAF9F8"/>
                </a:highlight>
              </a:rPr>
              <a:t> </a:t>
            </a:r>
            <a:r>
              <a:rPr lang="ru-RU" sz="1400" b="0" err="1">
                <a:highlight>
                  <a:srgbClr val="FAF9F8"/>
                </a:highlight>
              </a:rPr>
              <a:t>during</a:t>
            </a:r>
            <a:r>
              <a:rPr lang="ru-RU" sz="1400" b="0">
                <a:highlight>
                  <a:srgbClr val="FAF9F8"/>
                </a:highlight>
              </a:rPr>
              <a:t> </a:t>
            </a:r>
            <a:r>
              <a:rPr lang="ru-RU" sz="1400" b="0" err="1">
                <a:highlight>
                  <a:srgbClr val="FAF9F8"/>
                </a:highlight>
              </a:rPr>
              <a:t>or</a:t>
            </a:r>
            <a:r>
              <a:rPr lang="ru-RU" sz="1400" b="0">
                <a:highlight>
                  <a:srgbClr val="FAF9F8"/>
                </a:highlight>
              </a:rPr>
              <a:t> </a:t>
            </a:r>
            <a:r>
              <a:rPr lang="ru-RU" sz="1400" b="0" err="1">
                <a:highlight>
                  <a:srgbClr val="FAF9F8"/>
                </a:highlight>
              </a:rPr>
              <a:t>at</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end</a:t>
            </a:r>
            <a:r>
              <a:rPr lang="ru-RU" sz="1400" b="0">
                <a:highlight>
                  <a:srgbClr val="FAF9F8"/>
                </a:highlight>
              </a:rPr>
              <a:t> </a:t>
            </a:r>
            <a:r>
              <a:rPr lang="ru-RU" sz="1400" b="0" err="1">
                <a:highlight>
                  <a:srgbClr val="FAF9F8"/>
                </a:highlight>
              </a:rPr>
              <a:t>of</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engagemen</a:t>
            </a:r>
            <a:r>
              <a:rPr lang="en-US" sz="1400" b="0">
                <a:highlight>
                  <a:srgbClr val="FAF9F8"/>
                </a:highlight>
              </a:rPr>
              <a:t>t to</a:t>
            </a:r>
            <a:r>
              <a:rPr lang="ru-RU" sz="1400" b="0">
                <a:highlight>
                  <a:srgbClr val="FAF9F8"/>
                </a:highlight>
              </a:rPr>
              <a:t> </a:t>
            </a:r>
            <a:r>
              <a:rPr lang="ru-RU" sz="1400" b="0" err="1">
                <a:highlight>
                  <a:srgbClr val="FAF9F8"/>
                </a:highlight>
              </a:rPr>
              <a:t>understand</a:t>
            </a:r>
            <a:r>
              <a:rPr lang="ru-RU" sz="1400" b="0">
                <a:highlight>
                  <a:srgbClr val="FAF9F8"/>
                </a:highlight>
              </a:rPr>
              <a:t> </a:t>
            </a:r>
            <a:r>
              <a:rPr lang="ru-RU" sz="1400" b="0" err="1">
                <a:highlight>
                  <a:srgbClr val="FAF9F8"/>
                </a:highlight>
              </a:rPr>
              <a:t>our</a:t>
            </a:r>
            <a:r>
              <a:rPr lang="ru-RU" sz="1400" b="0">
                <a:highlight>
                  <a:srgbClr val="FAF9F8"/>
                </a:highlight>
              </a:rPr>
              <a:t> </a:t>
            </a:r>
            <a:r>
              <a:rPr lang="ru-RU" sz="1400" b="0" err="1">
                <a:highlight>
                  <a:srgbClr val="FAF9F8"/>
                </a:highlight>
              </a:rPr>
              <a:t>clients</a:t>
            </a:r>
            <a:r>
              <a:rPr lang="ru-RU" sz="1400" b="0">
                <a:highlight>
                  <a:srgbClr val="FAF9F8"/>
                </a:highlight>
              </a:rPr>
              <a:t>' </a:t>
            </a:r>
            <a:r>
              <a:rPr lang="ru-RU" sz="1400" b="0" err="1">
                <a:highlight>
                  <a:srgbClr val="FAF9F8"/>
                </a:highlight>
              </a:rPr>
              <a:t>perception</a:t>
            </a:r>
            <a:r>
              <a:rPr lang="ru-RU" sz="1400" b="0">
                <a:highlight>
                  <a:srgbClr val="FAF9F8"/>
                </a:highlight>
              </a:rPr>
              <a:t> </a:t>
            </a:r>
            <a:r>
              <a:rPr lang="ru-RU" sz="1400" b="0" err="1">
                <a:highlight>
                  <a:srgbClr val="FAF9F8"/>
                </a:highlight>
              </a:rPr>
              <a:t>of</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services</a:t>
            </a:r>
            <a:r>
              <a:rPr lang="ru-RU" sz="1400" b="0">
                <a:highlight>
                  <a:srgbClr val="FAF9F8"/>
                </a:highlight>
              </a:rPr>
              <a:t> </a:t>
            </a:r>
            <a:r>
              <a:rPr lang="ru-RU" sz="1400" b="0" err="1">
                <a:highlight>
                  <a:srgbClr val="FAF9F8"/>
                </a:highlight>
              </a:rPr>
              <a:t>provided</a:t>
            </a:r>
            <a:r>
              <a:rPr lang="ru-RU" sz="1400" b="0">
                <a:highlight>
                  <a:srgbClr val="FAF9F8"/>
                </a:highlight>
              </a:rPr>
              <a:t> </a:t>
            </a:r>
            <a:r>
              <a:rPr lang="ru-RU" sz="1400" b="0" err="1">
                <a:highlight>
                  <a:srgbClr val="FAF9F8"/>
                </a:highlight>
              </a:rPr>
              <a:t>by</a:t>
            </a:r>
            <a:r>
              <a:rPr lang="ru-RU" sz="1400" b="0">
                <a:highlight>
                  <a:srgbClr val="FAF9F8"/>
                </a:highlight>
              </a:rPr>
              <a:t> PwC </a:t>
            </a:r>
            <a:r>
              <a:rPr lang="ru-RU" sz="1400" b="0" err="1">
                <a:highlight>
                  <a:srgbClr val="FAF9F8"/>
                </a:highlight>
              </a:rPr>
              <a:t>on</a:t>
            </a:r>
            <a:r>
              <a:rPr lang="ru-RU" sz="1400" b="0">
                <a:highlight>
                  <a:srgbClr val="FAF9F8"/>
                </a:highlight>
              </a:rPr>
              <a:t> </a:t>
            </a:r>
            <a:r>
              <a:rPr lang="ru-RU" sz="1400" b="0" err="1">
                <a:highlight>
                  <a:srgbClr val="FAF9F8"/>
                </a:highlight>
              </a:rPr>
              <a:t>specific</a:t>
            </a:r>
            <a:r>
              <a:rPr lang="ru-RU" sz="1400" b="0">
                <a:highlight>
                  <a:srgbClr val="FAF9F8"/>
                </a:highlight>
              </a:rPr>
              <a:t> </a:t>
            </a:r>
            <a:r>
              <a:rPr lang="ru-RU" sz="1400" b="0" err="1">
                <a:highlight>
                  <a:srgbClr val="FAF9F8"/>
                </a:highlight>
              </a:rPr>
              <a:t>projects</a:t>
            </a:r>
            <a:r>
              <a:rPr lang="ru-RU" sz="1400" b="0">
                <a:highlight>
                  <a:srgbClr val="FAF9F8"/>
                </a:highlight>
              </a:rPr>
              <a:t>. </a:t>
            </a:r>
            <a:r>
              <a:rPr lang="ru-RU" sz="1400" b="0" err="1">
                <a:highlight>
                  <a:srgbClr val="FAF9F8"/>
                </a:highlight>
              </a:rPr>
              <a:t>This</a:t>
            </a:r>
            <a:r>
              <a:rPr lang="ru-RU" sz="1400" b="0">
                <a:highlight>
                  <a:srgbClr val="FAF9F8"/>
                </a:highlight>
              </a:rPr>
              <a:t> </a:t>
            </a:r>
            <a:r>
              <a:rPr lang="ru-RU" sz="1400" b="0" err="1">
                <a:highlight>
                  <a:srgbClr val="FAF9F8"/>
                </a:highlight>
              </a:rPr>
              <a:t>helps</a:t>
            </a:r>
            <a:r>
              <a:rPr lang="ru-RU" sz="1400" b="0">
                <a:highlight>
                  <a:srgbClr val="FAF9F8"/>
                </a:highlight>
              </a:rPr>
              <a:t> </a:t>
            </a:r>
            <a:r>
              <a:rPr lang="ru-RU" sz="1400" b="0" err="1">
                <a:highlight>
                  <a:srgbClr val="FAF9F8"/>
                </a:highlight>
              </a:rPr>
              <a:t>us</a:t>
            </a:r>
            <a:r>
              <a:rPr lang="ru-RU" sz="1400" b="0">
                <a:highlight>
                  <a:srgbClr val="FAF9F8"/>
                </a:highlight>
              </a:rPr>
              <a:t> </a:t>
            </a:r>
            <a:r>
              <a:rPr lang="ru-RU" sz="1400" b="0" err="1">
                <a:highlight>
                  <a:srgbClr val="FAF9F8"/>
                </a:highlight>
              </a:rPr>
              <a:t>drive</a:t>
            </a:r>
            <a:r>
              <a:rPr lang="ru-RU" sz="1400" b="0">
                <a:highlight>
                  <a:srgbClr val="FAF9F8"/>
                </a:highlight>
              </a:rPr>
              <a:t> </a:t>
            </a:r>
            <a:r>
              <a:rPr lang="ru-RU" sz="1400" b="0" err="1">
                <a:highlight>
                  <a:srgbClr val="FAF9F8"/>
                </a:highlight>
              </a:rPr>
              <a:t>improved</a:t>
            </a:r>
            <a:r>
              <a:rPr lang="ru-RU" sz="1400" b="0">
                <a:highlight>
                  <a:srgbClr val="FAF9F8"/>
                </a:highlight>
              </a:rPr>
              <a:t> </a:t>
            </a:r>
            <a:r>
              <a:rPr lang="ru-RU" sz="1400" b="0" err="1">
                <a:highlight>
                  <a:srgbClr val="FAF9F8"/>
                </a:highlight>
              </a:rPr>
              <a:t>services</a:t>
            </a:r>
            <a:r>
              <a:rPr lang="ru-RU" sz="1400" b="0">
                <a:highlight>
                  <a:srgbClr val="FAF9F8"/>
                </a:highlight>
              </a:rPr>
              <a:t>!</a:t>
            </a:r>
            <a:endParaRPr lang="en-US" sz="1400" b="0">
              <a:highlight>
                <a:srgbClr val="FAF9F8"/>
              </a:highlight>
            </a:endParaRPr>
          </a:p>
        </p:txBody>
      </p:sp>
      <p:grpSp>
        <p:nvGrpSpPr>
          <p:cNvPr id="9" name="Group 8">
            <a:extLst>
              <a:ext uri="{FF2B5EF4-FFF2-40B4-BE49-F238E27FC236}">
                <a16:creationId xmlns:a16="http://schemas.microsoft.com/office/drawing/2014/main" id="{5CE950EE-4AEE-FF3E-E508-1371DB8A9546}"/>
              </a:ext>
            </a:extLst>
          </p:cNvPr>
          <p:cNvGrpSpPr/>
          <p:nvPr/>
        </p:nvGrpSpPr>
        <p:grpSpPr>
          <a:xfrm>
            <a:off x="370586" y="4418714"/>
            <a:ext cx="342899" cy="342899"/>
            <a:chOff x="6508750" y="1317626"/>
            <a:chExt cx="342899" cy="342899"/>
          </a:xfrm>
        </p:grpSpPr>
        <p:sp>
          <p:nvSpPr>
            <p:cNvPr id="10" name="Rectangle 9">
              <a:extLst>
                <a:ext uri="{FF2B5EF4-FFF2-40B4-BE49-F238E27FC236}">
                  <a16:creationId xmlns:a16="http://schemas.microsoft.com/office/drawing/2014/main" id="{923184B2-459A-8AAF-D16D-1DF13E235DA7}"/>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Isosceles Triangle 10">
              <a:extLst>
                <a:ext uri="{FF2B5EF4-FFF2-40B4-BE49-F238E27FC236}">
                  <a16:creationId xmlns:a16="http://schemas.microsoft.com/office/drawing/2014/main" id="{DCF4B248-17E0-8BE2-0EDF-E1836312E5CF}"/>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18" name="Google Shape;3316;g1cd0f9620b1_0_20">
            <a:extLst>
              <a:ext uri="{FF2B5EF4-FFF2-40B4-BE49-F238E27FC236}">
                <a16:creationId xmlns:a16="http://schemas.microsoft.com/office/drawing/2014/main" id="{8B6BCD7D-4A4F-38DD-C37C-CCEADDF9026B}"/>
              </a:ext>
            </a:extLst>
          </p:cNvPr>
          <p:cNvSpPr txBox="1">
            <a:spLocks/>
          </p:cNvSpPr>
          <p:nvPr/>
        </p:nvSpPr>
        <p:spPr>
          <a:xfrm>
            <a:off x="7168902" y="1488514"/>
            <a:ext cx="4659428" cy="3346265"/>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600"/>
              </a:spcAft>
            </a:pPr>
            <a:r>
              <a:rPr lang="en-US" sz="1400" b="0">
                <a:highlight>
                  <a:srgbClr val="FAF9F8"/>
                </a:highlight>
              </a:rPr>
              <a:t>C</a:t>
            </a:r>
            <a:r>
              <a:rPr lang="ru-RU" sz="1400" b="0" err="1">
                <a:highlight>
                  <a:srgbClr val="FAF9F8"/>
                </a:highlight>
              </a:rPr>
              <a:t>lient</a:t>
            </a:r>
            <a:r>
              <a:rPr lang="ru-RU" sz="1400" b="0">
                <a:highlight>
                  <a:srgbClr val="FAF9F8"/>
                </a:highlight>
              </a:rPr>
              <a:t> </a:t>
            </a:r>
            <a:r>
              <a:rPr lang="ru-RU" sz="1400" b="0" err="1">
                <a:highlight>
                  <a:srgbClr val="FAF9F8"/>
                </a:highlight>
              </a:rPr>
              <a:t>feedbacks</a:t>
            </a:r>
            <a:r>
              <a:rPr lang="ru-RU" sz="1400" b="0">
                <a:highlight>
                  <a:srgbClr val="FAF9F8"/>
                </a:highlight>
              </a:rPr>
              <a:t> </a:t>
            </a:r>
            <a:r>
              <a:rPr lang="ru-RU" sz="1400" b="0" err="1">
                <a:highlight>
                  <a:srgbClr val="FAF9F8"/>
                </a:highlight>
              </a:rPr>
              <a:t>are</a:t>
            </a:r>
            <a:r>
              <a:rPr lang="ru-RU" sz="1400" b="0">
                <a:highlight>
                  <a:srgbClr val="FAF9F8"/>
                </a:highlight>
              </a:rPr>
              <a:t> </a:t>
            </a:r>
            <a:r>
              <a:rPr lang="ru-RU" sz="1400" b="0" err="1">
                <a:highlight>
                  <a:srgbClr val="FAF9F8"/>
                </a:highlight>
              </a:rPr>
              <a:t>obligatory</a:t>
            </a:r>
            <a:r>
              <a:rPr lang="ru-RU" sz="1400" b="0">
                <a:highlight>
                  <a:srgbClr val="FAF9F8"/>
                </a:highlight>
              </a:rPr>
              <a:t> </a:t>
            </a:r>
            <a:r>
              <a:rPr lang="ru-RU" sz="1400" b="0" err="1">
                <a:highlight>
                  <a:srgbClr val="FAF9F8"/>
                </a:highlight>
              </a:rPr>
              <a:t>if</a:t>
            </a:r>
            <a:r>
              <a:rPr lang="ru-RU" sz="1400" b="0">
                <a:highlight>
                  <a:srgbClr val="FAF9F8"/>
                </a:highlight>
              </a:rPr>
              <a:t> </a:t>
            </a:r>
            <a:r>
              <a:rPr lang="ru-RU" sz="1400" b="0" err="1">
                <a:highlight>
                  <a:srgbClr val="FAF9F8"/>
                </a:highlight>
              </a:rPr>
              <a:t>project</a:t>
            </a:r>
            <a:r>
              <a:rPr lang="ru-RU" sz="1400" b="0">
                <a:highlight>
                  <a:srgbClr val="FAF9F8"/>
                </a:highlight>
              </a:rPr>
              <a:t> </a:t>
            </a:r>
            <a:r>
              <a:rPr lang="ru-RU" sz="1400" b="0" err="1">
                <a:highlight>
                  <a:srgbClr val="FAF9F8"/>
                </a:highlight>
              </a:rPr>
              <a:t>fee</a:t>
            </a:r>
            <a:r>
              <a:rPr lang="ru-RU" sz="1400" b="0">
                <a:highlight>
                  <a:srgbClr val="FAF9F8"/>
                </a:highlight>
              </a:rPr>
              <a:t> &gt; EURO 30K.</a:t>
            </a:r>
          </a:p>
          <a:p>
            <a:pPr>
              <a:lnSpc>
                <a:spcPct val="125000"/>
              </a:lnSpc>
              <a:spcBef>
                <a:spcPts val="0"/>
              </a:spcBef>
              <a:spcAft>
                <a:spcPts val="1800"/>
              </a:spcAft>
            </a:pPr>
            <a:r>
              <a:rPr lang="ru-RU" sz="1400" b="0" err="1">
                <a:highlight>
                  <a:srgbClr val="FAF9F8"/>
                </a:highlight>
              </a:rPr>
              <a:t>Ideally</a:t>
            </a:r>
            <a:r>
              <a:rPr lang="ru-RU" sz="1400" b="0">
                <a:highlight>
                  <a:srgbClr val="FAF9F8"/>
                </a:highlight>
              </a:rPr>
              <a:t>, </a:t>
            </a:r>
            <a:r>
              <a:rPr lang="ru-RU" sz="1400" b="0" err="1">
                <a:highlight>
                  <a:srgbClr val="FAF9F8"/>
                </a:highlight>
              </a:rPr>
              <a:t>client</a:t>
            </a:r>
            <a:r>
              <a:rPr lang="ru-RU" sz="1400" b="0">
                <a:highlight>
                  <a:srgbClr val="FAF9F8"/>
                </a:highlight>
              </a:rPr>
              <a:t> </a:t>
            </a:r>
            <a:r>
              <a:rPr lang="ru-RU" sz="1400" b="0" err="1">
                <a:highlight>
                  <a:srgbClr val="FAF9F8"/>
                </a:highlight>
              </a:rPr>
              <a:t>feedback</a:t>
            </a:r>
            <a:r>
              <a:rPr lang="ru-RU" sz="1400" b="0">
                <a:highlight>
                  <a:srgbClr val="FAF9F8"/>
                </a:highlight>
              </a:rPr>
              <a:t> </a:t>
            </a:r>
            <a:r>
              <a:rPr lang="ru-RU" sz="1400" b="0" err="1">
                <a:highlight>
                  <a:srgbClr val="FAF9F8"/>
                </a:highlight>
              </a:rPr>
              <a:t>has</a:t>
            </a:r>
            <a:r>
              <a:rPr lang="ru-RU" sz="1400" b="0">
                <a:highlight>
                  <a:srgbClr val="FAF9F8"/>
                </a:highlight>
              </a:rPr>
              <a:t> </a:t>
            </a:r>
            <a:r>
              <a:rPr lang="ru-RU" sz="1400" b="0" err="1">
                <a:highlight>
                  <a:srgbClr val="FAF9F8"/>
                </a:highlight>
              </a:rPr>
              <a:t>to</a:t>
            </a:r>
            <a:r>
              <a:rPr lang="ru-RU" sz="1400" b="0">
                <a:highlight>
                  <a:srgbClr val="FAF9F8"/>
                </a:highlight>
              </a:rPr>
              <a:t> </a:t>
            </a:r>
            <a:r>
              <a:rPr lang="ru-RU" sz="1400" b="0" err="1">
                <a:highlight>
                  <a:srgbClr val="FAF9F8"/>
                </a:highlight>
              </a:rPr>
              <a:t>be</a:t>
            </a:r>
            <a:r>
              <a:rPr lang="ru-RU" sz="1400" b="0">
                <a:highlight>
                  <a:srgbClr val="FAF9F8"/>
                </a:highlight>
              </a:rPr>
              <a:t> </a:t>
            </a:r>
            <a:r>
              <a:rPr lang="ru-RU" sz="1400" b="0" err="1">
                <a:highlight>
                  <a:srgbClr val="FAF9F8"/>
                </a:highlight>
              </a:rPr>
              <a:t>requested</a:t>
            </a:r>
            <a:r>
              <a:rPr lang="ru-RU" sz="1400" b="0">
                <a:highlight>
                  <a:srgbClr val="FAF9F8"/>
                </a:highlight>
              </a:rPr>
              <a:t> </a:t>
            </a:r>
            <a:r>
              <a:rPr lang="ru-RU" sz="1400" b="0" err="1">
                <a:highlight>
                  <a:srgbClr val="FAF9F8"/>
                </a:highlight>
              </a:rPr>
              <a:t>for</a:t>
            </a:r>
            <a:r>
              <a:rPr lang="ru-RU" sz="1400" b="0">
                <a:highlight>
                  <a:srgbClr val="FAF9F8"/>
                </a:highlight>
              </a:rPr>
              <a:t> </a:t>
            </a:r>
            <a:r>
              <a:rPr lang="ru-RU" sz="1400" b="0" err="1">
                <a:highlight>
                  <a:srgbClr val="FAF9F8"/>
                </a:highlight>
              </a:rPr>
              <a:t>every</a:t>
            </a:r>
            <a:r>
              <a:rPr lang="ru-RU" sz="1400" b="0">
                <a:highlight>
                  <a:srgbClr val="FAF9F8"/>
                </a:highlight>
              </a:rPr>
              <a:t> </a:t>
            </a:r>
            <a:r>
              <a:rPr lang="ru-RU" sz="1400" b="0" err="1">
                <a:highlight>
                  <a:srgbClr val="FAF9F8"/>
                </a:highlight>
              </a:rPr>
              <a:t>project</a:t>
            </a:r>
            <a:r>
              <a:rPr lang="ru-RU" sz="1400" b="0">
                <a:highlight>
                  <a:srgbClr val="FAF9F8"/>
                </a:highlight>
              </a:rPr>
              <a:t> </a:t>
            </a:r>
            <a:r>
              <a:rPr lang="ru-RU" sz="1400" b="0" err="1">
                <a:highlight>
                  <a:srgbClr val="FAF9F8"/>
                </a:highlight>
              </a:rPr>
              <a:t>delivered</a:t>
            </a:r>
            <a:r>
              <a:rPr lang="ru-RU" sz="1400" b="0">
                <a:highlight>
                  <a:srgbClr val="FAF9F8"/>
                </a:highlight>
              </a:rPr>
              <a:t>. </a:t>
            </a:r>
            <a:endParaRPr lang="en-US" sz="1400" b="0">
              <a:highlight>
                <a:srgbClr val="FAF9F8"/>
              </a:highlight>
            </a:endParaRPr>
          </a:p>
          <a:p>
            <a:pPr>
              <a:lnSpc>
                <a:spcPct val="125000"/>
              </a:lnSpc>
              <a:spcBef>
                <a:spcPts val="0"/>
              </a:spcBef>
              <a:spcAft>
                <a:spcPts val="600"/>
              </a:spcAft>
            </a:pPr>
            <a:r>
              <a:rPr lang="ru-RU" sz="1400" err="1">
                <a:highlight>
                  <a:srgbClr val="FAF9F8"/>
                </a:highlight>
              </a:rPr>
              <a:t>How</a:t>
            </a:r>
            <a:r>
              <a:rPr lang="ru-RU" sz="1400">
                <a:highlight>
                  <a:srgbClr val="FAF9F8"/>
                </a:highlight>
              </a:rPr>
              <a:t> </a:t>
            </a:r>
            <a:r>
              <a:rPr lang="ru-RU" sz="1400" err="1">
                <a:highlight>
                  <a:srgbClr val="FAF9F8"/>
                </a:highlight>
              </a:rPr>
              <a:t>to</a:t>
            </a:r>
            <a:r>
              <a:rPr lang="ru-RU" sz="1400">
                <a:highlight>
                  <a:srgbClr val="FAF9F8"/>
                </a:highlight>
              </a:rPr>
              <a:t> </a:t>
            </a:r>
            <a:r>
              <a:rPr lang="ru-RU" sz="1400" err="1">
                <a:highlight>
                  <a:srgbClr val="FAF9F8"/>
                </a:highlight>
              </a:rPr>
              <a:t>use</a:t>
            </a:r>
            <a:r>
              <a:rPr lang="ru-RU" sz="1400">
                <a:highlight>
                  <a:srgbClr val="FAF9F8"/>
                </a:highlight>
              </a:rPr>
              <a:t> </a:t>
            </a:r>
            <a:r>
              <a:rPr lang="ru-RU" sz="1400" err="1">
                <a:highlight>
                  <a:srgbClr val="FAF9F8"/>
                </a:highlight>
              </a:rPr>
              <a:t>the</a:t>
            </a:r>
            <a:r>
              <a:rPr lang="ru-RU" sz="1400">
                <a:highlight>
                  <a:srgbClr val="FAF9F8"/>
                </a:highlight>
              </a:rPr>
              <a:t> </a:t>
            </a:r>
            <a:r>
              <a:rPr lang="ru-RU" sz="1400" err="1">
                <a:highlight>
                  <a:srgbClr val="FAF9F8"/>
                </a:highlight>
              </a:rPr>
              <a:t>tool</a:t>
            </a:r>
            <a:r>
              <a:rPr lang="ru-RU" sz="1400" b="0">
                <a:highlight>
                  <a:srgbClr val="FAF9F8"/>
                </a:highlight>
              </a:rPr>
              <a:t>: </a:t>
            </a:r>
          </a:p>
          <a:p>
            <a:pPr>
              <a:lnSpc>
                <a:spcPct val="125000"/>
              </a:lnSpc>
              <a:spcBef>
                <a:spcPts val="0"/>
              </a:spcBef>
              <a:spcAft>
                <a:spcPts val="600"/>
              </a:spcAft>
            </a:pPr>
            <a:r>
              <a:rPr lang="en-US" sz="1400" b="0">
                <a:highlight>
                  <a:srgbClr val="FAF9F8"/>
                </a:highlight>
              </a:rPr>
              <a:t>U</a:t>
            </a:r>
            <a:r>
              <a:rPr lang="ru-RU" sz="1400" b="0" err="1">
                <a:highlight>
                  <a:srgbClr val="FAF9F8"/>
                </a:highlight>
              </a:rPr>
              <a:t>pload</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u="sng" err="1">
                <a:highlight>
                  <a:srgbClr val="FAF9F8"/>
                </a:highlight>
                <a:hlinkClick r:id="rId3"/>
              </a:rPr>
              <a:t>template</a:t>
            </a:r>
            <a:r>
              <a:rPr lang="ru-RU" sz="1400" b="0">
                <a:highlight>
                  <a:srgbClr val="FAF9F8"/>
                </a:highlight>
              </a:rPr>
              <a:t>, </a:t>
            </a:r>
            <a:r>
              <a:rPr lang="ru-RU" sz="1400" b="0" err="1">
                <a:highlight>
                  <a:srgbClr val="FAF9F8"/>
                </a:highlight>
              </a:rPr>
              <a:t>complete</a:t>
            </a:r>
            <a:r>
              <a:rPr lang="ru-RU" sz="1400" b="0">
                <a:highlight>
                  <a:srgbClr val="FAF9F8"/>
                </a:highlight>
              </a:rPr>
              <a:t> </a:t>
            </a:r>
            <a:r>
              <a:rPr lang="ru-RU" sz="1400" b="0" err="1">
                <a:highlight>
                  <a:srgbClr val="FAF9F8"/>
                </a:highlight>
              </a:rPr>
              <a:t>all</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field</a:t>
            </a:r>
            <a:r>
              <a:rPr lang="en-US" sz="1400" b="0">
                <a:highlight>
                  <a:srgbClr val="FAF9F8"/>
                </a:highlight>
              </a:rPr>
              <a:t>s</a:t>
            </a:r>
            <a:r>
              <a:rPr lang="ru-RU" sz="1400" b="0">
                <a:highlight>
                  <a:srgbClr val="FAF9F8"/>
                </a:highlight>
              </a:rPr>
              <a:t> </a:t>
            </a:r>
            <a:r>
              <a:rPr lang="ru-RU" sz="1400" b="0" err="1">
                <a:highlight>
                  <a:srgbClr val="FAF9F8"/>
                </a:highlight>
              </a:rPr>
              <a:t>and</a:t>
            </a:r>
            <a:r>
              <a:rPr lang="ru-RU" sz="1400" b="0">
                <a:highlight>
                  <a:srgbClr val="FAF9F8"/>
                </a:highlight>
              </a:rPr>
              <a:t> </a:t>
            </a:r>
            <a:r>
              <a:rPr lang="ru-RU" sz="1400" b="0" err="1">
                <a:highlight>
                  <a:srgbClr val="FAF9F8"/>
                </a:highlight>
              </a:rPr>
              <a:t>send</a:t>
            </a:r>
            <a:r>
              <a:rPr lang="ru-RU" sz="1400" b="0">
                <a:highlight>
                  <a:srgbClr val="FAF9F8"/>
                </a:highlight>
              </a:rPr>
              <a:t> </a:t>
            </a:r>
            <a:r>
              <a:rPr lang="ru-RU" sz="1400" b="0" err="1">
                <a:highlight>
                  <a:srgbClr val="FAF9F8"/>
                </a:highlight>
              </a:rPr>
              <a:t>it</a:t>
            </a:r>
            <a:r>
              <a:rPr lang="ru-RU" sz="1400" b="0">
                <a:highlight>
                  <a:srgbClr val="FAF9F8"/>
                </a:highlight>
              </a:rPr>
              <a:t> </a:t>
            </a:r>
            <a:r>
              <a:rPr lang="ru-RU" sz="1400" b="0" err="1">
                <a:highlight>
                  <a:srgbClr val="FAF9F8"/>
                </a:highlight>
              </a:rPr>
              <a:t>to</a:t>
            </a:r>
            <a:r>
              <a:rPr lang="ru-RU" sz="1400" b="0">
                <a:highlight>
                  <a:srgbClr val="FAF9F8"/>
                </a:highlight>
              </a:rPr>
              <a:t> </a:t>
            </a:r>
            <a:r>
              <a:rPr lang="ru-RU" sz="1400" b="0" err="1">
                <a:highlight>
                  <a:srgbClr val="FAF9F8"/>
                </a:highlight>
              </a:rPr>
              <a:t>system</a:t>
            </a:r>
            <a:r>
              <a:rPr lang="ru-RU" sz="1400" b="0">
                <a:highlight>
                  <a:srgbClr val="FAF9F8"/>
                </a:highlight>
              </a:rPr>
              <a:t> </a:t>
            </a:r>
            <a:r>
              <a:rPr lang="ru-RU" sz="1400" b="0" err="1">
                <a:highlight>
                  <a:srgbClr val="FAF9F8"/>
                </a:highlight>
              </a:rPr>
              <a:t>coordinators</a:t>
            </a:r>
            <a:r>
              <a:rPr lang="ru-RU" sz="1400" b="0">
                <a:highlight>
                  <a:srgbClr val="FAF9F8"/>
                </a:highlight>
              </a:rPr>
              <a:t>: </a:t>
            </a:r>
            <a:endParaRPr lang="en-US" sz="1400" b="0">
              <a:highlight>
                <a:srgbClr val="FAF9F8"/>
              </a:highlight>
            </a:endParaRPr>
          </a:p>
          <a:p>
            <a:pPr marL="538163">
              <a:lnSpc>
                <a:spcPct val="125000"/>
              </a:lnSpc>
              <a:spcBef>
                <a:spcPts val="0"/>
              </a:spcBef>
              <a:spcAft>
                <a:spcPts val="600"/>
              </a:spcAft>
            </a:pPr>
            <a:r>
              <a:rPr lang="en-US" sz="1400" u="sng">
                <a:highlight>
                  <a:srgbClr val="FAF9F8"/>
                </a:highlight>
                <a:hlinkClick r:id="rId4"/>
              </a:rPr>
              <a:t>Assurance</a:t>
            </a:r>
            <a:r>
              <a:rPr lang="en-US" sz="1400" b="0" u="sng">
                <a:highlight>
                  <a:srgbClr val="FAF9F8"/>
                </a:highlight>
                <a:hlinkClick r:id="rId4"/>
              </a:rPr>
              <a:t> - </a:t>
            </a:r>
            <a:r>
              <a:rPr lang="ru-RU" sz="1400" b="0" u="sng" err="1">
                <a:highlight>
                  <a:srgbClr val="FAF9F8"/>
                </a:highlight>
                <a:hlinkClick r:id="rId4"/>
              </a:rPr>
              <a:t>Marina</a:t>
            </a:r>
            <a:r>
              <a:rPr lang="ru-RU" sz="1400" b="0" u="sng">
                <a:highlight>
                  <a:srgbClr val="FAF9F8"/>
                </a:highlight>
                <a:hlinkClick r:id="rId4"/>
              </a:rPr>
              <a:t> </a:t>
            </a:r>
            <a:r>
              <a:rPr lang="ru-RU" sz="1400" b="0" u="sng" err="1">
                <a:highlight>
                  <a:srgbClr val="FAF9F8"/>
                </a:highlight>
                <a:hlinkClick r:id="rId4"/>
              </a:rPr>
              <a:t>Karpova</a:t>
            </a:r>
            <a:r>
              <a:rPr lang="ru-RU" sz="1400" b="0" u="sng">
                <a:highlight>
                  <a:srgbClr val="FAF9F8"/>
                </a:highlight>
                <a:hlinkClick r:id="rId4"/>
              </a:rPr>
              <a:t> </a:t>
            </a:r>
            <a:endParaRPr lang="en-US" sz="1400" b="0" u="sng">
              <a:highlight>
                <a:srgbClr val="FAF9F8"/>
              </a:highlight>
              <a:hlinkClick r:id="" action="ppaction://noaction"/>
            </a:endParaRPr>
          </a:p>
          <a:p>
            <a:pPr marL="538163">
              <a:lnSpc>
                <a:spcPct val="125000"/>
              </a:lnSpc>
              <a:spcBef>
                <a:spcPts val="0"/>
              </a:spcBef>
              <a:spcAft>
                <a:spcPts val="600"/>
              </a:spcAft>
            </a:pPr>
            <a:r>
              <a:rPr lang="en-US" sz="1400" u="sng">
                <a:highlight>
                  <a:srgbClr val="FAF9F8"/>
                </a:highlight>
                <a:hlinkClick r:id="" action="ppaction://noaction"/>
              </a:rPr>
              <a:t>Advisory</a:t>
            </a:r>
            <a:r>
              <a:rPr lang="en-US" sz="1400" b="0" u="sng">
                <a:highlight>
                  <a:srgbClr val="FAF9F8"/>
                </a:highlight>
                <a:hlinkClick r:id="" action="ppaction://noaction"/>
              </a:rPr>
              <a:t> - A</a:t>
            </a:r>
            <a:r>
              <a:rPr lang="ru-RU" sz="1400" b="0" u="sng" err="1">
                <a:highlight>
                  <a:srgbClr val="FAF9F8"/>
                </a:highlight>
                <a:hlinkClick r:id="rId4"/>
              </a:rPr>
              <a:t>ltynay</a:t>
            </a:r>
            <a:r>
              <a:rPr lang="ru-RU" sz="1400" b="0" u="sng">
                <a:highlight>
                  <a:srgbClr val="FAF9F8"/>
                </a:highlight>
                <a:hlinkClick r:id="rId4"/>
              </a:rPr>
              <a:t> </a:t>
            </a:r>
            <a:r>
              <a:rPr lang="ru-RU" sz="1400" b="0" u="sng" err="1">
                <a:highlight>
                  <a:srgbClr val="FAF9F8"/>
                </a:highlight>
                <a:hlinkClick r:id="rId4"/>
              </a:rPr>
              <a:t>Muslimkhan</a:t>
            </a:r>
            <a:endParaRPr lang="en-US" sz="1400" b="0" u="sng">
              <a:highlight>
                <a:srgbClr val="FAF9F8"/>
              </a:highlight>
              <a:hlinkClick r:id="" action="ppaction://noaction"/>
            </a:endParaRPr>
          </a:p>
          <a:p>
            <a:pPr marL="538163">
              <a:lnSpc>
                <a:spcPct val="125000"/>
              </a:lnSpc>
              <a:spcBef>
                <a:spcPts val="0"/>
              </a:spcBef>
            </a:pPr>
            <a:r>
              <a:rPr lang="en-US" sz="1400" u="sng">
                <a:highlight>
                  <a:srgbClr val="FAF9F8"/>
                </a:highlight>
                <a:hlinkClick r:id="" action="ppaction://noaction"/>
              </a:rPr>
              <a:t>TLP</a:t>
            </a:r>
            <a:r>
              <a:rPr lang="en-US" sz="1400" b="0" u="sng">
                <a:highlight>
                  <a:srgbClr val="FAF9F8"/>
                </a:highlight>
                <a:hlinkClick r:id="" action="ppaction://noaction"/>
              </a:rPr>
              <a:t> – Kymbat </a:t>
            </a:r>
            <a:r>
              <a:rPr lang="en-US" sz="1400" b="0" u="sng" err="1">
                <a:highlight>
                  <a:srgbClr val="FAF9F8"/>
                </a:highlight>
                <a:hlinkClick r:id="rId4"/>
              </a:rPr>
              <a:t>Koshtayeva</a:t>
            </a:r>
            <a:endParaRPr lang="ru-RU" sz="1400" b="0" u="sng">
              <a:highlight>
                <a:srgbClr val="FAF9F8"/>
              </a:highlight>
            </a:endParaRPr>
          </a:p>
          <a:p>
            <a:pPr>
              <a:lnSpc>
                <a:spcPct val="125000"/>
              </a:lnSpc>
              <a:spcBef>
                <a:spcPts val="0"/>
              </a:spcBef>
              <a:spcAft>
                <a:spcPts val="600"/>
              </a:spcAft>
            </a:pPr>
            <a:r>
              <a:rPr lang="ru-RU" sz="1400" b="0">
                <a:highlight>
                  <a:srgbClr val="FAF9F8"/>
                </a:highlight>
              </a:rPr>
              <a:t>As </a:t>
            </a:r>
            <a:r>
              <a:rPr lang="ru-RU" sz="1400" b="0" err="1">
                <a:highlight>
                  <a:srgbClr val="FAF9F8"/>
                </a:highlight>
              </a:rPr>
              <a:t>soon</a:t>
            </a:r>
            <a:r>
              <a:rPr lang="ru-RU" sz="1400" b="0">
                <a:highlight>
                  <a:srgbClr val="FAF9F8"/>
                </a:highlight>
              </a:rPr>
              <a:t> </a:t>
            </a:r>
            <a:r>
              <a:rPr lang="ru-RU" sz="1400" b="0" err="1">
                <a:highlight>
                  <a:srgbClr val="FAF9F8"/>
                </a:highlight>
              </a:rPr>
              <a:t>as</a:t>
            </a:r>
            <a:r>
              <a:rPr lang="ru-RU" sz="1400" b="0">
                <a:highlight>
                  <a:srgbClr val="FAF9F8"/>
                </a:highlight>
              </a:rPr>
              <a:t> </a:t>
            </a:r>
            <a:r>
              <a:rPr lang="ru-RU" sz="1400" b="0" err="1">
                <a:highlight>
                  <a:srgbClr val="FAF9F8"/>
                </a:highlight>
              </a:rPr>
              <a:t>feedback</a:t>
            </a:r>
            <a:r>
              <a:rPr lang="ru-RU" sz="1400" b="0">
                <a:highlight>
                  <a:srgbClr val="FAF9F8"/>
                </a:highlight>
              </a:rPr>
              <a:t> </a:t>
            </a:r>
            <a:r>
              <a:rPr lang="ru-RU" sz="1400" b="0" err="1">
                <a:highlight>
                  <a:srgbClr val="FAF9F8"/>
                </a:highlight>
              </a:rPr>
              <a:t>is</a:t>
            </a:r>
            <a:r>
              <a:rPr lang="ru-RU" sz="1400" b="0">
                <a:highlight>
                  <a:srgbClr val="FAF9F8"/>
                </a:highlight>
              </a:rPr>
              <a:t> </a:t>
            </a:r>
            <a:r>
              <a:rPr lang="ru-RU" sz="1400" b="0" err="1">
                <a:highlight>
                  <a:srgbClr val="FAF9F8"/>
                </a:highlight>
              </a:rPr>
              <a:t>completed</a:t>
            </a:r>
            <a:r>
              <a:rPr lang="ru-RU" sz="1400" b="0">
                <a:highlight>
                  <a:srgbClr val="FAF9F8"/>
                </a:highlight>
              </a:rPr>
              <a:t> </a:t>
            </a:r>
            <a:r>
              <a:rPr lang="ru-RU" sz="1400" b="0" err="1">
                <a:highlight>
                  <a:srgbClr val="FAF9F8"/>
                </a:highlight>
              </a:rPr>
              <a:t>by</a:t>
            </a:r>
            <a:r>
              <a:rPr lang="ru-RU" sz="1400" b="0">
                <a:highlight>
                  <a:srgbClr val="FAF9F8"/>
                </a:highlight>
              </a:rPr>
              <a:t> </a:t>
            </a:r>
            <a:r>
              <a:rPr lang="ru-RU" sz="1400" b="0" err="1">
                <a:highlight>
                  <a:srgbClr val="FAF9F8"/>
                </a:highlight>
              </a:rPr>
              <a:t>client</a:t>
            </a:r>
            <a:r>
              <a:rPr lang="ru-RU" sz="1400" b="0">
                <a:highlight>
                  <a:srgbClr val="FAF9F8"/>
                </a:highlight>
              </a:rPr>
              <a:t>, Client </a:t>
            </a:r>
            <a:r>
              <a:rPr lang="ru-RU" sz="1400" b="0" err="1">
                <a:highlight>
                  <a:srgbClr val="FAF9F8"/>
                </a:highlight>
              </a:rPr>
              <a:t>Relationship</a:t>
            </a:r>
            <a:r>
              <a:rPr lang="ru-RU" sz="1400" b="0">
                <a:highlight>
                  <a:srgbClr val="FAF9F8"/>
                </a:highlight>
              </a:rPr>
              <a:t> Partner (CRP) </a:t>
            </a:r>
            <a:r>
              <a:rPr lang="ru-RU" sz="1400" b="0" err="1">
                <a:highlight>
                  <a:srgbClr val="FAF9F8"/>
                </a:highlight>
              </a:rPr>
              <a:t>will</a:t>
            </a:r>
            <a:r>
              <a:rPr lang="ru-RU" sz="1400" b="0">
                <a:highlight>
                  <a:srgbClr val="FAF9F8"/>
                </a:highlight>
              </a:rPr>
              <a:t> </a:t>
            </a:r>
            <a:r>
              <a:rPr lang="ru-RU" sz="1400" b="0" err="1">
                <a:highlight>
                  <a:srgbClr val="FAF9F8"/>
                </a:highlight>
              </a:rPr>
              <a:t>get</a:t>
            </a:r>
            <a:r>
              <a:rPr lang="ru-RU" sz="1400" b="0">
                <a:highlight>
                  <a:srgbClr val="FAF9F8"/>
                </a:highlight>
              </a:rPr>
              <a:t> </a:t>
            </a:r>
            <a:r>
              <a:rPr lang="ru-RU" sz="1400" b="0" err="1">
                <a:highlight>
                  <a:srgbClr val="FAF9F8"/>
                </a:highlight>
              </a:rPr>
              <a:t>it</a:t>
            </a:r>
            <a:r>
              <a:rPr lang="ru-RU" sz="1400" b="0">
                <a:highlight>
                  <a:srgbClr val="FAF9F8"/>
                </a:highlight>
              </a:rPr>
              <a:t> </a:t>
            </a:r>
            <a:r>
              <a:rPr lang="ru-RU" sz="1400" b="0" err="1">
                <a:highlight>
                  <a:srgbClr val="FAF9F8"/>
                </a:highlight>
              </a:rPr>
              <a:t>to</a:t>
            </a:r>
            <a:r>
              <a:rPr lang="ru-RU" sz="1400" b="0">
                <a:highlight>
                  <a:srgbClr val="FAF9F8"/>
                </a:highlight>
              </a:rPr>
              <a:t> </a:t>
            </a:r>
            <a:r>
              <a:rPr lang="ru-RU" sz="1400" b="0" err="1">
                <a:highlight>
                  <a:srgbClr val="FAF9F8"/>
                </a:highlight>
              </a:rPr>
              <a:t>inbox</a:t>
            </a:r>
            <a:r>
              <a:rPr lang="ru-RU" sz="1400" b="0">
                <a:highlight>
                  <a:srgbClr val="FAF9F8"/>
                </a:highlight>
              </a:rPr>
              <a:t>. </a:t>
            </a:r>
          </a:p>
          <a:p>
            <a:pPr>
              <a:lnSpc>
                <a:spcPct val="125000"/>
              </a:lnSpc>
              <a:spcBef>
                <a:spcPts val="0"/>
              </a:spcBef>
              <a:spcAft>
                <a:spcPts val="600"/>
              </a:spcAft>
            </a:pPr>
            <a:r>
              <a:rPr lang="ru-RU" sz="1400" b="0" err="1">
                <a:highlight>
                  <a:srgbClr val="FAF9F8"/>
                </a:highlight>
              </a:rPr>
              <a:t>Please</a:t>
            </a:r>
            <a:r>
              <a:rPr lang="ru-RU" sz="1400" b="0">
                <a:highlight>
                  <a:srgbClr val="FAF9F8"/>
                </a:highlight>
              </a:rPr>
              <a:t> </a:t>
            </a:r>
            <a:r>
              <a:rPr lang="ru-RU" sz="1400" b="0" err="1">
                <a:highlight>
                  <a:srgbClr val="FAF9F8"/>
                </a:highlight>
              </a:rPr>
              <a:t>follow</a:t>
            </a:r>
            <a:r>
              <a:rPr lang="ru-RU" sz="1400" b="0">
                <a:highlight>
                  <a:srgbClr val="FAF9F8"/>
                </a:highlight>
              </a:rPr>
              <a:t> </a:t>
            </a:r>
            <a:r>
              <a:rPr lang="ru-RU" sz="1400" b="0" err="1">
                <a:highlight>
                  <a:srgbClr val="FAF9F8"/>
                </a:highlight>
              </a:rPr>
              <a:t>up</a:t>
            </a:r>
            <a:r>
              <a:rPr lang="ru-RU" sz="1400" b="0">
                <a:highlight>
                  <a:srgbClr val="FAF9F8"/>
                </a:highlight>
              </a:rPr>
              <a:t> </a:t>
            </a:r>
            <a:r>
              <a:rPr lang="ru-RU" sz="1400" b="0" err="1">
                <a:highlight>
                  <a:srgbClr val="FAF9F8"/>
                </a:highlight>
              </a:rPr>
              <a:t>on</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process</a:t>
            </a:r>
            <a:r>
              <a:rPr lang="ru-RU" sz="1400" b="0">
                <a:highlight>
                  <a:srgbClr val="FAF9F8"/>
                </a:highlight>
              </a:rPr>
              <a:t> </a:t>
            </a:r>
            <a:r>
              <a:rPr lang="ru-RU" sz="1400" b="0" err="1">
                <a:highlight>
                  <a:srgbClr val="FAF9F8"/>
                </a:highlight>
              </a:rPr>
              <a:t>with</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coordinator</a:t>
            </a:r>
            <a:r>
              <a:rPr lang="ru-RU" sz="1400" b="0">
                <a:highlight>
                  <a:srgbClr val="FAF9F8"/>
                </a:highlight>
              </a:rPr>
              <a:t> </a:t>
            </a:r>
            <a:r>
              <a:rPr lang="ru-RU" sz="1400" b="0" err="1">
                <a:highlight>
                  <a:srgbClr val="FAF9F8"/>
                </a:highlight>
              </a:rPr>
              <a:t>you</a:t>
            </a:r>
            <a:r>
              <a:rPr lang="ru-RU" sz="1400" b="0">
                <a:highlight>
                  <a:srgbClr val="FAF9F8"/>
                </a:highlight>
              </a:rPr>
              <a:t> </a:t>
            </a:r>
            <a:r>
              <a:rPr lang="ru-RU" sz="1400" b="0" err="1">
                <a:highlight>
                  <a:srgbClr val="FAF9F8"/>
                </a:highlight>
              </a:rPr>
              <a:t>shared</a:t>
            </a:r>
            <a:r>
              <a:rPr lang="ru-RU" sz="1400" b="0">
                <a:highlight>
                  <a:srgbClr val="FAF9F8"/>
                </a:highlight>
              </a:rPr>
              <a:t> </a:t>
            </a:r>
            <a:r>
              <a:rPr lang="ru-RU" sz="1400" b="0" err="1">
                <a:highlight>
                  <a:srgbClr val="FAF9F8"/>
                </a:highlight>
              </a:rPr>
              <a:t>the</a:t>
            </a:r>
            <a:r>
              <a:rPr lang="ru-RU" sz="1400" b="0">
                <a:highlight>
                  <a:srgbClr val="FAF9F8"/>
                </a:highlight>
              </a:rPr>
              <a:t> </a:t>
            </a:r>
            <a:r>
              <a:rPr lang="ru-RU" sz="1400" b="0" err="1">
                <a:highlight>
                  <a:srgbClr val="FAF9F8"/>
                </a:highlight>
              </a:rPr>
              <a:t>template</a:t>
            </a:r>
            <a:r>
              <a:rPr lang="ru-RU" sz="1400" b="0">
                <a:highlight>
                  <a:srgbClr val="FAF9F8"/>
                </a:highlight>
              </a:rPr>
              <a:t> </a:t>
            </a:r>
            <a:r>
              <a:rPr lang="ru-RU" sz="1400" b="0" err="1">
                <a:highlight>
                  <a:srgbClr val="FAF9F8"/>
                </a:highlight>
              </a:rPr>
              <a:t>with</a:t>
            </a:r>
            <a:r>
              <a:rPr lang="ru-RU" sz="1400" b="0">
                <a:highlight>
                  <a:srgbClr val="FAF9F8"/>
                </a:highlight>
              </a:rPr>
              <a:t>.</a:t>
            </a:r>
          </a:p>
          <a:p>
            <a:pPr>
              <a:lnSpc>
                <a:spcPct val="125000"/>
              </a:lnSpc>
              <a:spcBef>
                <a:spcPts val="0"/>
              </a:spcBef>
              <a:spcAft>
                <a:spcPts val="600"/>
              </a:spcAft>
            </a:pPr>
            <a:br>
              <a:rPr lang="ru-RU" sz="1400">
                <a:highlight>
                  <a:srgbClr val="FAF9F8"/>
                </a:highlight>
              </a:rPr>
            </a:br>
            <a:endParaRPr lang="en-US" sz="1400" b="0">
              <a:latin typeface="+mj-lt"/>
            </a:endParaRPr>
          </a:p>
        </p:txBody>
      </p:sp>
      <p:grpSp>
        <p:nvGrpSpPr>
          <p:cNvPr id="19" name="Group 18">
            <a:extLst>
              <a:ext uri="{FF2B5EF4-FFF2-40B4-BE49-F238E27FC236}">
                <a16:creationId xmlns:a16="http://schemas.microsoft.com/office/drawing/2014/main" id="{E6BBCD30-B80D-1322-DEB0-9A26E93F40C5}"/>
              </a:ext>
            </a:extLst>
          </p:cNvPr>
          <p:cNvGrpSpPr/>
          <p:nvPr/>
        </p:nvGrpSpPr>
        <p:grpSpPr>
          <a:xfrm>
            <a:off x="6613276" y="1454928"/>
            <a:ext cx="342899" cy="342899"/>
            <a:chOff x="6508750" y="1317626"/>
            <a:chExt cx="342899" cy="342899"/>
          </a:xfrm>
        </p:grpSpPr>
        <p:sp>
          <p:nvSpPr>
            <p:cNvPr id="20" name="Rectangle 19">
              <a:extLst>
                <a:ext uri="{FF2B5EF4-FFF2-40B4-BE49-F238E27FC236}">
                  <a16:creationId xmlns:a16="http://schemas.microsoft.com/office/drawing/2014/main" id="{99658590-DB39-CDB0-3DC1-3B4241C3859E}"/>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Isosceles Triangle 20">
              <a:extLst>
                <a:ext uri="{FF2B5EF4-FFF2-40B4-BE49-F238E27FC236}">
                  <a16:creationId xmlns:a16="http://schemas.microsoft.com/office/drawing/2014/main" id="{7038C93E-C5F9-0C0A-1F7F-83926D4671F1}"/>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5" name="Group 24">
            <a:extLst>
              <a:ext uri="{FF2B5EF4-FFF2-40B4-BE49-F238E27FC236}">
                <a16:creationId xmlns:a16="http://schemas.microsoft.com/office/drawing/2014/main" id="{53733CEB-9237-FC68-939F-FF4625654F59}"/>
              </a:ext>
            </a:extLst>
          </p:cNvPr>
          <p:cNvGrpSpPr/>
          <p:nvPr/>
        </p:nvGrpSpPr>
        <p:grpSpPr>
          <a:xfrm>
            <a:off x="6613276" y="2566702"/>
            <a:ext cx="342899" cy="342899"/>
            <a:chOff x="6508750" y="1317626"/>
            <a:chExt cx="342899" cy="342899"/>
          </a:xfrm>
        </p:grpSpPr>
        <p:sp>
          <p:nvSpPr>
            <p:cNvPr id="26" name="Rectangle 25">
              <a:extLst>
                <a:ext uri="{FF2B5EF4-FFF2-40B4-BE49-F238E27FC236}">
                  <a16:creationId xmlns:a16="http://schemas.microsoft.com/office/drawing/2014/main" id="{B5B36F5D-0471-4376-92BA-95D5854D2F12}"/>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Isosceles Triangle 26">
              <a:extLst>
                <a:ext uri="{FF2B5EF4-FFF2-40B4-BE49-F238E27FC236}">
                  <a16:creationId xmlns:a16="http://schemas.microsoft.com/office/drawing/2014/main" id="{8B4A6C9A-BE39-B583-6C78-EA6E1E93985C}"/>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29" name="Isosceles Triangle 28">
            <a:extLst>
              <a:ext uri="{FF2B5EF4-FFF2-40B4-BE49-F238E27FC236}">
                <a16:creationId xmlns:a16="http://schemas.microsoft.com/office/drawing/2014/main" id="{D6B495A4-22F0-2296-3A72-3FE22209CC5E}"/>
              </a:ext>
            </a:extLst>
          </p:cNvPr>
          <p:cNvSpPr/>
          <p:nvPr/>
        </p:nvSpPr>
        <p:spPr>
          <a:xfrm rot="5400000">
            <a:off x="7421652" y="3616845"/>
            <a:ext cx="160182" cy="13809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Isosceles Triangle 29">
            <a:extLst>
              <a:ext uri="{FF2B5EF4-FFF2-40B4-BE49-F238E27FC236}">
                <a16:creationId xmlns:a16="http://schemas.microsoft.com/office/drawing/2014/main" id="{45C5714A-5EA2-EF7C-BE38-1FFDB0E5B34A}"/>
              </a:ext>
            </a:extLst>
          </p:cNvPr>
          <p:cNvSpPr/>
          <p:nvPr/>
        </p:nvSpPr>
        <p:spPr>
          <a:xfrm rot="5400000">
            <a:off x="7421652" y="3972445"/>
            <a:ext cx="160182" cy="13809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Isosceles Triangle 30">
            <a:extLst>
              <a:ext uri="{FF2B5EF4-FFF2-40B4-BE49-F238E27FC236}">
                <a16:creationId xmlns:a16="http://schemas.microsoft.com/office/drawing/2014/main" id="{11A1E5A4-A879-C811-802C-6C6C69303CA4}"/>
              </a:ext>
            </a:extLst>
          </p:cNvPr>
          <p:cNvSpPr/>
          <p:nvPr/>
        </p:nvSpPr>
        <p:spPr>
          <a:xfrm rot="5400000">
            <a:off x="7421652" y="4321464"/>
            <a:ext cx="160182" cy="13809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18724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21E0F-EDA8-AD71-E1B4-53C16771CD7E}"/>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66D14E38-D5BC-1CF5-A5D1-C9226B006664}"/>
              </a:ext>
            </a:extLst>
          </p:cNvPr>
          <p:cNvSpPr>
            <a:spLocks noGrp="1"/>
          </p:cNvSpPr>
          <p:nvPr>
            <p:ph type="title"/>
          </p:nvPr>
        </p:nvSpPr>
        <p:spPr/>
        <p:txBody>
          <a:bodyPr/>
          <a:lstStyle/>
          <a:p>
            <a:r>
              <a:rPr kumimoji="0" lang="en-GB" sz="4800" b="0" i="0" u="none" strike="noStrike" kern="1200" cap="none" spc="0" normalizeH="0" baseline="0" noProof="0">
                <a:ln>
                  <a:noFill/>
                </a:ln>
                <a:solidFill>
                  <a:srgbClr val="000000"/>
                </a:solidFill>
                <a:effectLst/>
                <a:uLnTx/>
                <a:uFillTx/>
                <a:latin typeface="Georgia"/>
                <a:ea typeface="+mj-ea"/>
                <a:cs typeface="+mj-cs"/>
              </a:rPr>
              <a:t>Templates &amp; Resources</a:t>
            </a:r>
            <a:endParaRPr lang="en-GB" noProof="0"/>
          </a:p>
        </p:txBody>
      </p:sp>
      <p:sp>
        <p:nvSpPr>
          <p:cNvPr id="13" name="Text Placeholder 12">
            <a:extLst>
              <a:ext uri="{FF2B5EF4-FFF2-40B4-BE49-F238E27FC236}">
                <a16:creationId xmlns:a16="http://schemas.microsoft.com/office/drawing/2014/main" id="{1E2FC828-E1C1-E9F4-514A-CC2BD6C2E990}"/>
              </a:ext>
            </a:extLst>
          </p:cNvPr>
          <p:cNvSpPr>
            <a:spLocks noGrp="1"/>
          </p:cNvSpPr>
          <p:nvPr>
            <p:ph type="body" idx="1"/>
          </p:nvPr>
        </p:nvSpPr>
        <p:spPr/>
        <p:txBody>
          <a:bodyPr/>
          <a:lstStyle/>
          <a:p>
            <a:r>
              <a:rPr lang="en-GB" noProof="0"/>
              <a:t>4</a:t>
            </a:r>
          </a:p>
        </p:txBody>
      </p:sp>
      <p:sp>
        <p:nvSpPr>
          <p:cNvPr id="2" name="Footer Placeholder 1">
            <a:extLst>
              <a:ext uri="{FF2B5EF4-FFF2-40B4-BE49-F238E27FC236}">
                <a16:creationId xmlns:a16="http://schemas.microsoft.com/office/drawing/2014/main" id="{6EB860F8-253F-C61A-B7B2-04DFB94E397C}"/>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PwC Brand Guidelines </a:t>
            </a:r>
          </a:p>
        </p:txBody>
      </p:sp>
      <p:sp>
        <p:nvSpPr>
          <p:cNvPr id="3" name="Slide Number Placeholder 2">
            <a:extLst>
              <a:ext uri="{FF2B5EF4-FFF2-40B4-BE49-F238E27FC236}">
                <a16:creationId xmlns:a16="http://schemas.microsoft.com/office/drawing/2014/main" id="{7BDF9D6B-B865-C04D-ADA5-1EC519095D6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149799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0FDB82D-42C8-8446-4F60-FBA9EEFE39B0}"/>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71002AA6-06B9-F9B5-CD3A-C24D03250963}"/>
              </a:ext>
            </a:extLst>
          </p:cNvPr>
          <p:cNvSpPr>
            <a:spLocks noGrp="1"/>
          </p:cNvSpPr>
          <p:nvPr>
            <p:ph type="sldNum" sz="quarter" idx="4"/>
          </p:nvPr>
        </p:nvSpPr>
        <p:spPr/>
        <p:txBody>
          <a:bodyPr/>
          <a:lstStyle/>
          <a:p>
            <a:fld id="{3E6AC032-1535-134B-A583-D5E1DDD0D167}" type="slidenum">
              <a:rPr lang="en-US" smtClean="0"/>
              <a:pPr/>
              <a:t>22</a:t>
            </a:fld>
            <a:endParaRPr lang="en-US"/>
          </a:p>
        </p:txBody>
      </p:sp>
      <p:sp>
        <p:nvSpPr>
          <p:cNvPr id="5" name="Title 4">
            <a:extLst>
              <a:ext uri="{FF2B5EF4-FFF2-40B4-BE49-F238E27FC236}">
                <a16:creationId xmlns:a16="http://schemas.microsoft.com/office/drawing/2014/main" id="{F3CD6F1C-D95A-8523-DED3-0C2AA170E9B3}"/>
              </a:ext>
            </a:extLst>
          </p:cNvPr>
          <p:cNvSpPr>
            <a:spLocks noGrp="1"/>
          </p:cNvSpPr>
          <p:nvPr>
            <p:ph type="title"/>
          </p:nvPr>
        </p:nvSpPr>
        <p:spPr>
          <a:xfrm>
            <a:off x="370586" y="368301"/>
            <a:ext cx="11453114" cy="517524"/>
          </a:xfrm>
        </p:spPr>
        <p:txBody>
          <a:bodyPr/>
          <a:lstStyle/>
          <a:p>
            <a:r>
              <a:rPr lang="en-US"/>
              <a:t>Templates embedded in PowerPoint and Word</a:t>
            </a:r>
            <a:endParaRPr lang="ru-RU"/>
          </a:p>
        </p:txBody>
      </p:sp>
      <p:pic>
        <p:nvPicPr>
          <p:cNvPr id="7" name="Picture 6">
            <a:extLst>
              <a:ext uri="{FF2B5EF4-FFF2-40B4-BE49-F238E27FC236}">
                <a16:creationId xmlns:a16="http://schemas.microsoft.com/office/drawing/2014/main" id="{D5475204-7858-8B21-43C9-5B3EA76B6C30}"/>
              </a:ext>
            </a:extLst>
          </p:cNvPr>
          <p:cNvPicPr>
            <a:picLocks noChangeAspect="1"/>
          </p:cNvPicPr>
          <p:nvPr/>
        </p:nvPicPr>
        <p:blipFill>
          <a:blip r:embed="rId2"/>
          <a:stretch>
            <a:fillRect/>
          </a:stretch>
        </p:blipFill>
        <p:spPr>
          <a:xfrm>
            <a:off x="368301" y="4143995"/>
            <a:ext cx="7455916" cy="1967476"/>
          </a:xfrm>
          <a:prstGeom prst="rect">
            <a:avLst/>
          </a:prstGeom>
        </p:spPr>
      </p:pic>
      <p:pic>
        <p:nvPicPr>
          <p:cNvPr id="9" name="Picture 8">
            <a:extLst>
              <a:ext uri="{FF2B5EF4-FFF2-40B4-BE49-F238E27FC236}">
                <a16:creationId xmlns:a16="http://schemas.microsoft.com/office/drawing/2014/main" id="{53E21A58-4CDE-8DAF-9722-ACDCB9DCD4BD}"/>
              </a:ext>
            </a:extLst>
          </p:cNvPr>
          <p:cNvPicPr>
            <a:picLocks noChangeAspect="1"/>
          </p:cNvPicPr>
          <p:nvPr/>
        </p:nvPicPr>
        <p:blipFill>
          <a:blip r:embed="rId3"/>
          <a:stretch>
            <a:fillRect/>
          </a:stretch>
        </p:blipFill>
        <p:spPr>
          <a:xfrm>
            <a:off x="368300" y="895922"/>
            <a:ext cx="5333979" cy="3104578"/>
          </a:xfrm>
          <a:prstGeom prst="rect">
            <a:avLst/>
          </a:prstGeom>
        </p:spPr>
      </p:pic>
      <p:sp>
        <p:nvSpPr>
          <p:cNvPr id="14" name="Callout: Bent Line with Border and Accent Bar 13">
            <a:extLst>
              <a:ext uri="{FF2B5EF4-FFF2-40B4-BE49-F238E27FC236}">
                <a16:creationId xmlns:a16="http://schemas.microsoft.com/office/drawing/2014/main" id="{7942CEEC-18B0-1B70-BE46-52C4908C2053}"/>
              </a:ext>
            </a:extLst>
          </p:cNvPr>
          <p:cNvSpPr/>
          <p:nvPr/>
        </p:nvSpPr>
        <p:spPr>
          <a:xfrm>
            <a:off x="6294410" y="1956642"/>
            <a:ext cx="2822575" cy="679295"/>
          </a:xfrm>
          <a:prstGeom prst="accentBorderCallout2">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a:solidFill>
                  <a:schemeClr val="tx1"/>
                </a:solidFill>
              </a:rPr>
              <a:t>Use </a:t>
            </a:r>
            <a:r>
              <a:rPr lang="en-GB" b="1" err="1">
                <a:solidFill>
                  <a:schemeClr val="tx1"/>
                </a:solidFill>
              </a:rPr>
              <a:t>PwC_ppt_template</a:t>
            </a:r>
            <a:endParaRPr lang="ru-RU" b="1">
              <a:solidFill>
                <a:schemeClr val="tx1"/>
              </a:solidFill>
            </a:endParaRPr>
          </a:p>
        </p:txBody>
      </p:sp>
      <p:sp>
        <p:nvSpPr>
          <p:cNvPr id="15" name="Callout: Bent Line with Border and Accent Bar 14">
            <a:extLst>
              <a:ext uri="{FF2B5EF4-FFF2-40B4-BE49-F238E27FC236}">
                <a16:creationId xmlns:a16="http://schemas.microsoft.com/office/drawing/2014/main" id="{CC4D3587-ABCE-6A9E-E777-FB01439F7EA8}"/>
              </a:ext>
            </a:extLst>
          </p:cNvPr>
          <p:cNvSpPr/>
          <p:nvPr/>
        </p:nvSpPr>
        <p:spPr>
          <a:xfrm>
            <a:off x="7188693" y="3380867"/>
            <a:ext cx="3856584" cy="679295"/>
          </a:xfrm>
          <a:prstGeom prst="accentBorderCallout2">
            <a:avLst>
              <a:gd name="adj1" fmla="val 18750"/>
              <a:gd name="adj2" fmla="val -8333"/>
              <a:gd name="adj3" fmla="val 18750"/>
              <a:gd name="adj4" fmla="val -16667"/>
              <a:gd name="adj5" fmla="val 122634"/>
              <a:gd name="adj6" fmla="val -39181"/>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Use </a:t>
            </a:r>
            <a:r>
              <a:rPr lang="en-US" b="1" err="1">
                <a:solidFill>
                  <a:schemeClr val="tx1"/>
                </a:solidFill>
              </a:rPr>
              <a:t>PwC_report_template_word</a:t>
            </a:r>
            <a:endParaRPr lang="en-US" b="1">
              <a:solidFill>
                <a:schemeClr val="tx1"/>
              </a:solidFill>
            </a:endParaRPr>
          </a:p>
        </p:txBody>
      </p:sp>
    </p:spTree>
    <p:extLst>
      <p:ext uri="{BB962C8B-B14F-4D97-AF65-F5344CB8AC3E}">
        <p14:creationId xmlns:p14="http://schemas.microsoft.com/office/powerpoint/2010/main" val="1199537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6821A59-A947-CD14-EB24-DD753FFD03B1}"/>
              </a:ext>
            </a:extLst>
          </p:cNvPr>
          <p:cNvSpPr/>
          <p:nvPr/>
        </p:nvSpPr>
        <p:spPr>
          <a:xfrm>
            <a:off x="1333500" y="1406525"/>
            <a:ext cx="6178345" cy="821290"/>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ctr"/>
          <a:lstStyle/>
          <a:p>
            <a:r>
              <a:rPr lang="en-US" b="1">
                <a:solidFill>
                  <a:schemeClr val="tx1"/>
                </a:solidFill>
                <a:hlinkClick r:id="rId3">
                  <a:extLst>
                    <a:ext uri="{A12FA001-AC4F-418D-AE19-62706E023703}">
                      <ahyp:hlinkClr xmlns:ahyp="http://schemas.microsoft.com/office/drawing/2018/hyperlinkcolor" val="tx"/>
                    </a:ext>
                  </a:extLst>
                </a:hlinkClick>
              </a:rPr>
              <a:t>KZ New Brand Templates</a:t>
            </a:r>
            <a:r>
              <a:rPr lang="en-US" b="1">
                <a:solidFill>
                  <a:schemeClr val="tx1"/>
                </a:solidFill>
              </a:rPr>
              <a:t> </a:t>
            </a:r>
            <a:r>
              <a:rPr lang="en-US">
                <a:solidFill>
                  <a:schemeClr val="tx1"/>
                </a:solidFill>
              </a:rPr>
              <a:t>on </a:t>
            </a:r>
            <a:r>
              <a:rPr lang="en-US" err="1">
                <a:solidFill>
                  <a:schemeClr val="tx1"/>
                </a:solidFill>
              </a:rPr>
              <a:t>Sharepoint</a:t>
            </a:r>
            <a:r>
              <a:rPr lang="en-US">
                <a:solidFill>
                  <a:schemeClr val="tx1"/>
                </a:solidFill>
              </a:rPr>
              <a:t> (Letterheads, Logo, Local photobank, templates (PPT, </a:t>
            </a:r>
            <a:r>
              <a:rPr lang="en-US" err="1">
                <a:solidFill>
                  <a:schemeClr val="tx1"/>
                </a:solidFill>
              </a:rPr>
              <a:t>Bcards</a:t>
            </a:r>
            <a:r>
              <a:rPr lang="en-US">
                <a:solidFill>
                  <a:schemeClr val="tx1"/>
                </a:solidFill>
              </a:rPr>
              <a:t>))</a:t>
            </a:r>
          </a:p>
        </p:txBody>
      </p:sp>
      <p:sp>
        <p:nvSpPr>
          <p:cNvPr id="15" name="Rectangle 14">
            <a:extLst>
              <a:ext uri="{FF2B5EF4-FFF2-40B4-BE49-F238E27FC236}">
                <a16:creationId xmlns:a16="http://schemas.microsoft.com/office/drawing/2014/main" id="{F916C76F-1399-E737-33F0-3275D597F196}"/>
              </a:ext>
            </a:extLst>
          </p:cNvPr>
          <p:cNvSpPr/>
          <p:nvPr/>
        </p:nvSpPr>
        <p:spPr>
          <a:xfrm>
            <a:off x="1333500" y="2372942"/>
            <a:ext cx="6178345" cy="821290"/>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ctr"/>
          <a:lstStyle/>
          <a:p>
            <a:r>
              <a:rPr lang="en-US" b="1">
                <a:solidFill>
                  <a:schemeClr val="tx1"/>
                </a:solidFill>
                <a:hlinkClick r:id="rId4">
                  <a:extLst>
                    <a:ext uri="{A12FA001-AC4F-418D-AE19-62706E023703}">
                      <ahyp:hlinkClr xmlns:ahyp="http://schemas.microsoft.com/office/drawing/2018/hyperlinkcolor" val="tx"/>
                    </a:ext>
                  </a:extLst>
                </a:hlinkClick>
              </a:rPr>
              <a:t>PPT template for everyone</a:t>
            </a:r>
            <a:r>
              <a:rPr lang="en-US" b="1">
                <a:solidFill>
                  <a:schemeClr val="tx1"/>
                </a:solidFill>
              </a:rPr>
              <a:t> </a:t>
            </a:r>
            <a:r>
              <a:rPr lang="en-US">
                <a:solidFill>
                  <a:schemeClr val="tx1"/>
                </a:solidFill>
              </a:rPr>
              <a:t>as a starting point for your presentation</a:t>
            </a:r>
          </a:p>
        </p:txBody>
      </p:sp>
      <p:sp>
        <p:nvSpPr>
          <p:cNvPr id="16" name="Rectangle 15">
            <a:extLst>
              <a:ext uri="{FF2B5EF4-FFF2-40B4-BE49-F238E27FC236}">
                <a16:creationId xmlns:a16="http://schemas.microsoft.com/office/drawing/2014/main" id="{D7FF68E4-CD23-F243-7F50-85AA25D6621A}"/>
              </a:ext>
            </a:extLst>
          </p:cNvPr>
          <p:cNvSpPr/>
          <p:nvPr/>
        </p:nvSpPr>
        <p:spPr>
          <a:xfrm>
            <a:off x="1333500" y="3334906"/>
            <a:ext cx="6178345" cy="821290"/>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72000" rIns="180000" bIns="72000" rtlCol="0" anchor="ctr"/>
          <a:lstStyle/>
          <a:p>
            <a:r>
              <a:rPr lang="en-US" b="1">
                <a:solidFill>
                  <a:schemeClr val="tx1"/>
                </a:solidFill>
                <a:hlinkClick r:id="rId5">
                  <a:extLst>
                    <a:ext uri="{A12FA001-AC4F-418D-AE19-62706E023703}">
                      <ahyp:hlinkClr xmlns:ahyp="http://schemas.microsoft.com/office/drawing/2018/hyperlinkcolor" val="tx"/>
                    </a:ext>
                  </a:extLst>
                </a:hlinkClick>
              </a:rPr>
              <a:t>PwC Internal Portal</a:t>
            </a:r>
            <a:r>
              <a:rPr lang="en-US" b="1">
                <a:solidFill>
                  <a:schemeClr val="tx1"/>
                </a:solidFill>
              </a:rPr>
              <a:t> </a:t>
            </a:r>
            <a:r>
              <a:rPr lang="en-US">
                <a:solidFill>
                  <a:schemeClr val="tx1"/>
                </a:solidFill>
              </a:rPr>
              <a:t>(</a:t>
            </a:r>
            <a:r>
              <a:rPr lang="ru-RU" err="1">
                <a:solidFill>
                  <a:schemeClr val="tx1"/>
                </a:solidFill>
              </a:rPr>
              <a:t>internal</a:t>
            </a:r>
            <a:r>
              <a:rPr lang="ru-RU">
                <a:solidFill>
                  <a:schemeClr val="tx1"/>
                </a:solidFill>
              </a:rPr>
              <a:t> </a:t>
            </a:r>
            <a:r>
              <a:rPr lang="ru-RU" err="1">
                <a:solidFill>
                  <a:schemeClr val="tx1"/>
                </a:solidFill>
              </a:rPr>
              <a:t>firm</a:t>
            </a:r>
            <a:r>
              <a:rPr lang="ru-RU">
                <a:solidFill>
                  <a:schemeClr val="tx1"/>
                </a:solidFill>
              </a:rPr>
              <a:t> </a:t>
            </a:r>
            <a:r>
              <a:rPr lang="ru-RU" err="1">
                <a:solidFill>
                  <a:schemeClr val="tx1"/>
                </a:solidFill>
              </a:rPr>
              <a:t>procedures</a:t>
            </a:r>
            <a:r>
              <a:rPr lang="ru-RU">
                <a:solidFill>
                  <a:schemeClr val="tx1"/>
                </a:solidFill>
              </a:rPr>
              <a:t> </a:t>
            </a:r>
            <a:r>
              <a:rPr lang="ru-RU" err="1">
                <a:solidFill>
                  <a:schemeClr val="tx1"/>
                </a:solidFill>
              </a:rPr>
              <a:t>and</a:t>
            </a:r>
            <a:r>
              <a:rPr lang="ru-RU">
                <a:solidFill>
                  <a:schemeClr val="tx1"/>
                </a:solidFill>
              </a:rPr>
              <a:t> </a:t>
            </a:r>
            <a:r>
              <a:rPr lang="ru-RU" err="1">
                <a:solidFill>
                  <a:schemeClr val="tx1"/>
                </a:solidFill>
              </a:rPr>
              <a:t>policies</a:t>
            </a:r>
            <a:r>
              <a:rPr lang="ru-RU">
                <a:solidFill>
                  <a:schemeClr val="tx1"/>
                </a:solidFill>
              </a:rPr>
              <a:t>,</a:t>
            </a:r>
            <a:r>
              <a:rPr lang="en-GB">
                <a:solidFill>
                  <a:schemeClr val="tx1"/>
                </a:solidFill>
              </a:rPr>
              <a:t> IFS team in faces,</a:t>
            </a:r>
            <a:r>
              <a:rPr lang="ru-RU">
                <a:solidFill>
                  <a:schemeClr val="tx1"/>
                </a:solidFill>
              </a:rPr>
              <a:t> </a:t>
            </a:r>
            <a:r>
              <a:rPr lang="ru-RU" err="1">
                <a:solidFill>
                  <a:schemeClr val="tx1"/>
                </a:solidFill>
              </a:rPr>
              <a:t>links</a:t>
            </a:r>
            <a:r>
              <a:rPr lang="ru-RU">
                <a:solidFill>
                  <a:schemeClr val="tx1"/>
                </a:solidFill>
              </a:rPr>
              <a:t> </a:t>
            </a:r>
            <a:r>
              <a:rPr lang="ru-RU" err="1">
                <a:solidFill>
                  <a:schemeClr val="tx1"/>
                </a:solidFill>
              </a:rPr>
              <a:t>to</a:t>
            </a:r>
            <a:r>
              <a:rPr lang="ru-RU">
                <a:solidFill>
                  <a:schemeClr val="tx1"/>
                </a:solidFill>
              </a:rPr>
              <a:t> </a:t>
            </a:r>
            <a:r>
              <a:rPr lang="ru-RU" err="1">
                <a:solidFill>
                  <a:schemeClr val="tx1"/>
                </a:solidFill>
              </a:rPr>
              <a:t>useful</a:t>
            </a:r>
            <a:r>
              <a:rPr lang="ru-RU">
                <a:solidFill>
                  <a:schemeClr val="tx1"/>
                </a:solidFill>
              </a:rPr>
              <a:t> </a:t>
            </a:r>
            <a:r>
              <a:rPr lang="ru-RU" err="1">
                <a:solidFill>
                  <a:schemeClr val="tx1"/>
                </a:solidFill>
              </a:rPr>
              <a:t>resources</a:t>
            </a:r>
            <a:r>
              <a:rPr lang="en-GB">
                <a:solidFill>
                  <a:schemeClr val="tx1"/>
                </a:solidFill>
              </a:rPr>
              <a:t>)</a:t>
            </a:r>
            <a:endParaRPr lang="en-US">
              <a:solidFill>
                <a:schemeClr val="tx1"/>
              </a:solidFill>
            </a:endParaRPr>
          </a:p>
        </p:txBody>
      </p:sp>
      <p:sp>
        <p:nvSpPr>
          <p:cNvPr id="17" name="Rectangle 16">
            <a:extLst>
              <a:ext uri="{FF2B5EF4-FFF2-40B4-BE49-F238E27FC236}">
                <a16:creationId xmlns:a16="http://schemas.microsoft.com/office/drawing/2014/main" id="{61FCC72D-EAB5-9889-2654-02DBDDBC2F92}"/>
              </a:ext>
            </a:extLst>
          </p:cNvPr>
          <p:cNvSpPr/>
          <p:nvPr/>
        </p:nvSpPr>
        <p:spPr>
          <a:xfrm>
            <a:off x="1333500" y="4296871"/>
            <a:ext cx="6178345" cy="821290"/>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b="1">
                <a:solidFill>
                  <a:schemeClr val="tx1"/>
                </a:solidFill>
              </a:rPr>
              <a:t>30 min Brand training</a:t>
            </a:r>
            <a:r>
              <a:rPr lang="en-US">
                <a:solidFill>
                  <a:schemeClr val="tx1"/>
                </a:solidFill>
              </a:rPr>
              <a:t> </a:t>
            </a:r>
            <a:r>
              <a:rPr lang="en-US" b="1">
                <a:solidFill>
                  <a:schemeClr val="tx1"/>
                </a:solidFill>
              </a:rPr>
              <a:t>in Growth Center </a:t>
            </a:r>
            <a:r>
              <a:rPr lang="en-US">
                <a:solidFill>
                  <a:schemeClr val="tx1"/>
                </a:solidFill>
              </a:rPr>
              <a:t>– obligatory for All Staff.</a:t>
            </a:r>
          </a:p>
        </p:txBody>
      </p:sp>
      <p:sp>
        <p:nvSpPr>
          <p:cNvPr id="18" name="Rectangle 17">
            <a:extLst>
              <a:ext uri="{FF2B5EF4-FFF2-40B4-BE49-F238E27FC236}">
                <a16:creationId xmlns:a16="http://schemas.microsoft.com/office/drawing/2014/main" id="{8C4FA42A-63FC-DE22-7103-DD19A80FB51A}"/>
              </a:ext>
            </a:extLst>
          </p:cNvPr>
          <p:cNvSpPr/>
          <p:nvPr/>
        </p:nvSpPr>
        <p:spPr>
          <a:xfrm>
            <a:off x="1333500" y="5258835"/>
            <a:ext cx="6178345" cy="821290"/>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ctr"/>
          <a:lstStyle/>
          <a:p>
            <a:r>
              <a:rPr lang="en-US">
                <a:solidFill>
                  <a:schemeClr val="tx1"/>
                </a:solidFill>
              </a:rPr>
              <a:t>Brand site </a:t>
            </a:r>
            <a:r>
              <a:rPr lang="en-US" b="1">
                <a:solidFill>
                  <a:schemeClr val="tx1"/>
                </a:solidFill>
                <a:hlinkClick r:id="rId6">
                  <a:extLst>
                    <a:ext uri="{A12FA001-AC4F-418D-AE19-62706E023703}">
                      <ahyp:hlinkClr xmlns:ahyp="http://schemas.microsoft.com/office/drawing/2018/hyperlinkcolor" val="tx"/>
                    </a:ext>
                  </a:extLst>
                </a:hlinkClick>
              </a:rPr>
              <a:t>https://brand.pwc.com//</a:t>
            </a:r>
            <a:endParaRPr lang="en-US" b="1">
              <a:solidFill>
                <a:schemeClr val="tx1"/>
              </a:solidFill>
            </a:endParaRPr>
          </a:p>
        </p:txBody>
      </p:sp>
      <p:sp>
        <p:nvSpPr>
          <p:cNvPr id="2" name="Footer Placeholder 1">
            <a:extLst>
              <a:ext uri="{FF2B5EF4-FFF2-40B4-BE49-F238E27FC236}">
                <a16:creationId xmlns:a16="http://schemas.microsoft.com/office/drawing/2014/main" id="{95C66033-6221-BA3C-5924-9330D6779A7A}"/>
              </a:ext>
            </a:extLst>
          </p:cNvPr>
          <p:cNvSpPr>
            <a:spLocks noGrp="1"/>
          </p:cNvSpPr>
          <p:nvPr>
            <p:ph type="ftr" sz="quarter" idx="3"/>
          </p:nvPr>
        </p:nvSpPr>
        <p:spPr/>
        <p:txBody>
          <a:bodyPr/>
          <a:lstStyle/>
          <a:p>
            <a:r>
              <a:rPr lang="en-US">
                <a:solidFill>
                  <a:schemeClr val="tx1"/>
                </a:solidFill>
              </a:rPr>
              <a:t>PwC Brand Guidelines </a:t>
            </a:r>
          </a:p>
        </p:txBody>
      </p:sp>
      <p:sp>
        <p:nvSpPr>
          <p:cNvPr id="3" name="Slide Number Placeholder 2">
            <a:extLst>
              <a:ext uri="{FF2B5EF4-FFF2-40B4-BE49-F238E27FC236}">
                <a16:creationId xmlns:a16="http://schemas.microsoft.com/office/drawing/2014/main" id="{2A8D042A-9E4E-65E0-CB67-02EBA393D0D4}"/>
              </a:ext>
            </a:extLst>
          </p:cNvPr>
          <p:cNvSpPr>
            <a:spLocks noGrp="1"/>
          </p:cNvSpPr>
          <p:nvPr>
            <p:ph type="sldNum" sz="quarter" idx="4"/>
          </p:nvPr>
        </p:nvSpPr>
        <p:spPr/>
        <p:txBody>
          <a:bodyPr/>
          <a:lstStyle/>
          <a:p>
            <a:fld id="{3E6AC032-1535-134B-A583-D5E1DDD0D167}" type="slidenum">
              <a:rPr lang="en-US" smtClean="0"/>
              <a:pPr/>
              <a:t>23</a:t>
            </a:fld>
            <a:endParaRPr lang="en-US"/>
          </a:p>
        </p:txBody>
      </p:sp>
      <p:sp>
        <p:nvSpPr>
          <p:cNvPr id="5" name="Title 4">
            <a:extLst>
              <a:ext uri="{FF2B5EF4-FFF2-40B4-BE49-F238E27FC236}">
                <a16:creationId xmlns:a16="http://schemas.microsoft.com/office/drawing/2014/main" id="{C42F4F22-9425-2064-26BB-BDE8D2D033D8}"/>
              </a:ext>
            </a:extLst>
          </p:cNvPr>
          <p:cNvSpPr>
            <a:spLocks noGrp="1"/>
          </p:cNvSpPr>
          <p:nvPr>
            <p:ph type="title"/>
          </p:nvPr>
        </p:nvSpPr>
        <p:spPr>
          <a:xfrm>
            <a:off x="370586" y="368301"/>
            <a:ext cx="11453114" cy="406399"/>
          </a:xfrm>
        </p:spPr>
        <p:txBody>
          <a:bodyPr/>
          <a:lstStyle/>
          <a:p>
            <a:r>
              <a:rPr lang="en-GB"/>
              <a:t>Resources</a:t>
            </a:r>
            <a:endParaRPr lang="ru-RU"/>
          </a:p>
        </p:txBody>
      </p:sp>
      <p:sp>
        <p:nvSpPr>
          <p:cNvPr id="8" name="Rectangle 7">
            <a:extLst>
              <a:ext uri="{FF2B5EF4-FFF2-40B4-BE49-F238E27FC236}">
                <a16:creationId xmlns:a16="http://schemas.microsoft.com/office/drawing/2014/main" id="{86D6A383-EA33-ADE7-DED2-3D3427E2A564}"/>
              </a:ext>
            </a:extLst>
          </p:cNvPr>
          <p:cNvSpPr/>
          <p:nvPr/>
        </p:nvSpPr>
        <p:spPr>
          <a:xfrm>
            <a:off x="370586" y="1406525"/>
            <a:ext cx="821290" cy="82129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9" name="Rectangle 8">
            <a:extLst>
              <a:ext uri="{FF2B5EF4-FFF2-40B4-BE49-F238E27FC236}">
                <a16:creationId xmlns:a16="http://schemas.microsoft.com/office/drawing/2014/main" id="{1042F81B-B742-464F-B8A1-26F014C735FA}"/>
              </a:ext>
            </a:extLst>
          </p:cNvPr>
          <p:cNvSpPr/>
          <p:nvPr/>
        </p:nvSpPr>
        <p:spPr>
          <a:xfrm>
            <a:off x="370586" y="2372942"/>
            <a:ext cx="821290" cy="82129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0" name="Rectangle 9">
            <a:extLst>
              <a:ext uri="{FF2B5EF4-FFF2-40B4-BE49-F238E27FC236}">
                <a16:creationId xmlns:a16="http://schemas.microsoft.com/office/drawing/2014/main" id="{464E3C05-2146-B66E-9478-3ABCA2B24CC3}"/>
              </a:ext>
            </a:extLst>
          </p:cNvPr>
          <p:cNvSpPr/>
          <p:nvPr/>
        </p:nvSpPr>
        <p:spPr>
          <a:xfrm>
            <a:off x="370586" y="3334906"/>
            <a:ext cx="821290" cy="82129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1" name="Rectangle 10">
            <a:extLst>
              <a:ext uri="{FF2B5EF4-FFF2-40B4-BE49-F238E27FC236}">
                <a16:creationId xmlns:a16="http://schemas.microsoft.com/office/drawing/2014/main" id="{8A223678-E1C3-F55E-117C-E1D2E8065151}"/>
              </a:ext>
            </a:extLst>
          </p:cNvPr>
          <p:cNvSpPr/>
          <p:nvPr/>
        </p:nvSpPr>
        <p:spPr>
          <a:xfrm>
            <a:off x="370586" y="4296871"/>
            <a:ext cx="821290" cy="82129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2" name="Rectangle 11">
            <a:extLst>
              <a:ext uri="{FF2B5EF4-FFF2-40B4-BE49-F238E27FC236}">
                <a16:creationId xmlns:a16="http://schemas.microsoft.com/office/drawing/2014/main" id="{8A159D92-B0A0-2097-1929-25AAA71F2FC1}"/>
              </a:ext>
            </a:extLst>
          </p:cNvPr>
          <p:cNvSpPr/>
          <p:nvPr/>
        </p:nvSpPr>
        <p:spPr>
          <a:xfrm>
            <a:off x="370586" y="5258835"/>
            <a:ext cx="821290" cy="82129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pic>
        <p:nvPicPr>
          <p:cNvPr id="20" name="Graphic 19">
            <a:extLst>
              <a:ext uri="{FF2B5EF4-FFF2-40B4-BE49-F238E27FC236}">
                <a16:creationId xmlns:a16="http://schemas.microsoft.com/office/drawing/2014/main" id="{89C51F35-E291-27CE-BF75-94A5784B45E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6911" y="1542850"/>
            <a:ext cx="548640" cy="548640"/>
          </a:xfrm>
          <a:prstGeom prst="rect">
            <a:avLst/>
          </a:prstGeom>
        </p:spPr>
      </p:pic>
      <p:pic>
        <p:nvPicPr>
          <p:cNvPr id="22" name="Graphic 21">
            <a:extLst>
              <a:ext uri="{FF2B5EF4-FFF2-40B4-BE49-F238E27FC236}">
                <a16:creationId xmlns:a16="http://schemas.microsoft.com/office/drawing/2014/main" id="{DC86683F-6805-B7F1-1904-E6D2BE270E3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6911" y="2509267"/>
            <a:ext cx="548640" cy="548640"/>
          </a:xfrm>
          <a:prstGeom prst="rect">
            <a:avLst/>
          </a:prstGeom>
        </p:spPr>
      </p:pic>
      <p:pic>
        <p:nvPicPr>
          <p:cNvPr id="24" name="Graphic 23">
            <a:extLst>
              <a:ext uri="{FF2B5EF4-FFF2-40B4-BE49-F238E27FC236}">
                <a16:creationId xmlns:a16="http://schemas.microsoft.com/office/drawing/2014/main" id="{00025101-B053-9885-7141-9D489ED7B4D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8160" y="3482975"/>
            <a:ext cx="548640" cy="548640"/>
          </a:xfrm>
          <a:prstGeom prst="rect">
            <a:avLst/>
          </a:prstGeom>
        </p:spPr>
      </p:pic>
      <p:pic>
        <p:nvPicPr>
          <p:cNvPr id="28" name="Graphic 27">
            <a:extLst>
              <a:ext uri="{FF2B5EF4-FFF2-40B4-BE49-F238E27FC236}">
                <a16:creationId xmlns:a16="http://schemas.microsoft.com/office/drawing/2014/main" id="{A86F9B70-F2AC-692A-D3FE-4F463349547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6911" y="5395160"/>
            <a:ext cx="548640" cy="548640"/>
          </a:xfrm>
          <a:prstGeom prst="rect">
            <a:avLst/>
          </a:prstGeom>
        </p:spPr>
      </p:pic>
      <p:pic>
        <p:nvPicPr>
          <p:cNvPr id="30" name="Graphic 29">
            <a:extLst>
              <a:ext uri="{FF2B5EF4-FFF2-40B4-BE49-F238E27FC236}">
                <a16:creationId xmlns:a16="http://schemas.microsoft.com/office/drawing/2014/main" id="{E265D406-2CA4-3466-26C3-FAFC25FFC9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6911" y="4433196"/>
            <a:ext cx="548640" cy="548640"/>
          </a:xfrm>
          <a:prstGeom prst="rect">
            <a:avLst/>
          </a:prstGeom>
        </p:spPr>
      </p:pic>
      <p:pic>
        <p:nvPicPr>
          <p:cNvPr id="31" name="Picture Placeholder 16">
            <a:extLst>
              <a:ext uri="{FF2B5EF4-FFF2-40B4-BE49-F238E27FC236}">
                <a16:creationId xmlns:a16="http://schemas.microsoft.com/office/drawing/2014/main" id="{60E4129A-71E3-7EDF-C8B5-616B33DFC280}"/>
              </a:ext>
            </a:extLst>
          </p:cNvPr>
          <p:cNvPicPr>
            <a:picLocks noChangeAspect="1"/>
          </p:cNvPicPr>
          <p:nvPr/>
        </p:nvPicPr>
        <p:blipFill>
          <a:blip r:embed="rId12">
            <a:extLst>
              <a:ext uri="{28A0092B-C50C-407E-A947-70E740481C1C}">
                <a14:useLocalDpi xmlns:a14="http://schemas.microsoft.com/office/drawing/2010/main" val="0"/>
              </a:ext>
            </a:extLst>
          </a:blip>
          <a:srcRect l="22468" t="2974" r="11442"/>
          <a:stretch>
            <a:fillRect/>
          </a:stretch>
        </p:blipFill>
        <p:spPr>
          <a:xfrm>
            <a:off x="8074025" y="370061"/>
            <a:ext cx="3747912" cy="5710063"/>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rgbClr val="EBEBEB"/>
          </a:solidFill>
        </p:spPr>
      </p:pic>
    </p:spTree>
    <p:extLst>
      <p:ext uri="{BB962C8B-B14F-4D97-AF65-F5344CB8AC3E}">
        <p14:creationId xmlns:p14="http://schemas.microsoft.com/office/powerpoint/2010/main" val="2441317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6361F-5F74-7029-1386-D67CDB23AB89}"/>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825EB994-09FF-AB94-B85D-FA655F6DD57B}"/>
              </a:ext>
            </a:extLst>
          </p:cNvPr>
          <p:cNvSpPr>
            <a:spLocks noGrp="1"/>
          </p:cNvSpPr>
          <p:nvPr>
            <p:ph type="title"/>
          </p:nvPr>
        </p:nvSpPr>
        <p:spPr/>
        <p:txBody>
          <a:bodyPr/>
          <a:lstStyle/>
          <a:p>
            <a:r>
              <a:rPr kumimoji="0" lang="en-US" sz="4800" b="0" i="0" u="none" strike="noStrike" kern="1200" cap="none" spc="0" normalizeH="0" baseline="0" noProof="0">
                <a:ln>
                  <a:noFill/>
                </a:ln>
                <a:solidFill>
                  <a:srgbClr val="000000"/>
                </a:solidFill>
                <a:effectLst/>
                <a:uLnTx/>
                <a:uFillTx/>
                <a:latin typeface="Georgia"/>
                <a:ea typeface="+mj-ea"/>
                <a:cs typeface="+mj-cs"/>
              </a:rPr>
              <a:t>Guidance on the Use of Social Media</a:t>
            </a:r>
            <a:endParaRPr lang="en-GB" noProof="0"/>
          </a:p>
        </p:txBody>
      </p:sp>
      <p:sp>
        <p:nvSpPr>
          <p:cNvPr id="13" name="Text Placeholder 12">
            <a:extLst>
              <a:ext uri="{FF2B5EF4-FFF2-40B4-BE49-F238E27FC236}">
                <a16:creationId xmlns:a16="http://schemas.microsoft.com/office/drawing/2014/main" id="{6AE002EC-CB86-D7C9-E702-08FB9F981928}"/>
              </a:ext>
            </a:extLst>
          </p:cNvPr>
          <p:cNvSpPr>
            <a:spLocks noGrp="1"/>
          </p:cNvSpPr>
          <p:nvPr>
            <p:ph type="body" idx="1"/>
          </p:nvPr>
        </p:nvSpPr>
        <p:spPr/>
        <p:txBody>
          <a:bodyPr/>
          <a:lstStyle/>
          <a:p>
            <a:r>
              <a:rPr lang="en-GB" noProof="0"/>
              <a:t>5</a:t>
            </a:r>
          </a:p>
        </p:txBody>
      </p:sp>
      <p:sp>
        <p:nvSpPr>
          <p:cNvPr id="2" name="Footer Placeholder 1">
            <a:extLst>
              <a:ext uri="{FF2B5EF4-FFF2-40B4-BE49-F238E27FC236}">
                <a16:creationId xmlns:a16="http://schemas.microsoft.com/office/drawing/2014/main" id="{4620B7FD-B2EF-79B8-1FC5-AF85F75F66F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PwC Brand Guidelines </a:t>
            </a:r>
          </a:p>
        </p:txBody>
      </p:sp>
      <p:sp>
        <p:nvSpPr>
          <p:cNvPr id="3" name="Slide Number Placeholder 2">
            <a:extLst>
              <a:ext uri="{FF2B5EF4-FFF2-40B4-BE49-F238E27FC236}">
                <a16:creationId xmlns:a16="http://schemas.microsoft.com/office/drawing/2014/main" id="{F19B9F1B-02FD-3931-A8AB-AA51191C905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946462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472BD02-8244-8165-FDAB-03A6ADC89261}"/>
              </a:ext>
            </a:extLst>
          </p:cNvPr>
          <p:cNvSpPr>
            <a:spLocks noGrp="1"/>
          </p:cNvSpPr>
          <p:nvPr>
            <p:ph type="ftr" sz="quarter" idx="3"/>
          </p:nvPr>
        </p:nvSpPr>
        <p:spPr/>
        <p:txBody>
          <a:bodyPr/>
          <a:lstStyle/>
          <a:p>
            <a:r>
              <a:rPr lang="en-US"/>
              <a:t>PwC Brand Guidelines </a:t>
            </a:r>
          </a:p>
        </p:txBody>
      </p:sp>
      <p:sp>
        <p:nvSpPr>
          <p:cNvPr id="3" name="Slide Number Placeholder 2">
            <a:extLst>
              <a:ext uri="{FF2B5EF4-FFF2-40B4-BE49-F238E27FC236}">
                <a16:creationId xmlns:a16="http://schemas.microsoft.com/office/drawing/2014/main" id="{26160611-E9D3-A08E-F358-25DBFCF988A3}"/>
              </a:ext>
            </a:extLst>
          </p:cNvPr>
          <p:cNvSpPr>
            <a:spLocks noGrp="1"/>
          </p:cNvSpPr>
          <p:nvPr>
            <p:ph type="sldNum" sz="quarter" idx="4"/>
          </p:nvPr>
        </p:nvSpPr>
        <p:spPr/>
        <p:txBody>
          <a:bodyPr/>
          <a:lstStyle/>
          <a:p>
            <a:fld id="{3E6AC032-1535-134B-A583-D5E1DDD0D167}" type="slidenum">
              <a:rPr lang="en-US" smtClean="0"/>
              <a:pPr/>
              <a:t>25</a:t>
            </a:fld>
            <a:endParaRPr lang="en-US"/>
          </a:p>
        </p:txBody>
      </p:sp>
      <p:sp>
        <p:nvSpPr>
          <p:cNvPr id="5" name="Title 4">
            <a:extLst>
              <a:ext uri="{FF2B5EF4-FFF2-40B4-BE49-F238E27FC236}">
                <a16:creationId xmlns:a16="http://schemas.microsoft.com/office/drawing/2014/main" id="{EDFD774B-6EAE-27BB-7359-EB48EED0393D}"/>
              </a:ext>
            </a:extLst>
          </p:cNvPr>
          <p:cNvSpPr>
            <a:spLocks noGrp="1"/>
          </p:cNvSpPr>
          <p:nvPr>
            <p:ph type="title"/>
          </p:nvPr>
        </p:nvSpPr>
        <p:spPr>
          <a:xfrm>
            <a:off x="370586" y="368301"/>
            <a:ext cx="7154679" cy="520699"/>
          </a:xfrm>
        </p:spPr>
        <p:txBody>
          <a:bodyPr/>
          <a:lstStyle/>
          <a:p>
            <a:r>
              <a:rPr lang="en-US"/>
              <a:t>Guidance on the Use of Social Media</a:t>
            </a:r>
            <a:endParaRPr lang="ru-RU"/>
          </a:p>
        </p:txBody>
      </p:sp>
      <p:grpSp>
        <p:nvGrpSpPr>
          <p:cNvPr id="10" name="Group 9">
            <a:extLst>
              <a:ext uri="{FF2B5EF4-FFF2-40B4-BE49-F238E27FC236}">
                <a16:creationId xmlns:a16="http://schemas.microsoft.com/office/drawing/2014/main" id="{99738916-0C2C-2998-50B4-0E10E21ED242}"/>
              </a:ext>
            </a:extLst>
          </p:cNvPr>
          <p:cNvGrpSpPr/>
          <p:nvPr/>
        </p:nvGrpSpPr>
        <p:grpSpPr>
          <a:xfrm>
            <a:off x="368909" y="1306830"/>
            <a:ext cx="342899" cy="342899"/>
            <a:chOff x="6508750" y="1317626"/>
            <a:chExt cx="342899" cy="342899"/>
          </a:xfrm>
        </p:grpSpPr>
        <p:sp>
          <p:nvSpPr>
            <p:cNvPr id="11" name="Rectangle 10">
              <a:extLst>
                <a:ext uri="{FF2B5EF4-FFF2-40B4-BE49-F238E27FC236}">
                  <a16:creationId xmlns:a16="http://schemas.microsoft.com/office/drawing/2014/main" id="{650E8606-DE8A-6564-962A-3BF065CE2DF9}"/>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Isosceles Triangle 11">
              <a:extLst>
                <a:ext uri="{FF2B5EF4-FFF2-40B4-BE49-F238E27FC236}">
                  <a16:creationId xmlns:a16="http://schemas.microsoft.com/office/drawing/2014/main" id="{0108EA2E-333A-35E6-7EAA-96A9CFB43977}"/>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9" name="Google Shape;3316;g1cd0f9620b1_0_20">
            <a:extLst>
              <a:ext uri="{FF2B5EF4-FFF2-40B4-BE49-F238E27FC236}">
                <a16:creationId xmlns:a16="http://schemas.microsoft.com/office/drawing/2014/main" id="{2CDB7FD7-BDB1-6237-3B66-30E5706D60DA}"/>
              </a:ext>
            </a:extLst>
          </p:cNvPr>
          <p:cNvSpPr txBox="1">
            <a:spLocks/>
          </p:cNvSpPr>
          <p:nvPr/>
        </p:nvSpPr>
        <p:spPr>
          <a:xfrm>
            <a:off x="876908" y="1306830"/>
            <a:ext cx="3079075" cy="3540121"/>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1000"/>
              </a:spcAft>
              <a:buSzPts val="1100"/>
            </a:pPr>
            <a:r>
              <a:rPr lang="en-US" sz="1400" b="0"/>
              <a:t>Our responsibility as PwC Professionals does not change whether we are acting in the physical or digital space.  </a:t>
            </a:r>
          </a:p>
          <a:p>
            <a:pPr>
              <a:lnSpc>
                <a:spcPct val="125000"/>
              </a:lnSpc>
              <a:spcBef>
                <a:spcPts val="0"/>
              </a:spcBef>
              <a:spcAft>
                <a:spcPts val="1000"/>
              </a:spcAft>
              <a:buSzPts val="1100"/>
            </a:pPr>
            <a:r>
              <a:rPr lang="en-US" sz="1400" b="0"/>
              <a:t>What you say or do on social media, whether done in your professional or personal capacity, can impact the reputation or brand of PwC as well as your own.</a:t>
            </a:r>
          </a:p>
          <a:p>
            <a:pPr>
              <a:lnSpc>
                <a:spcPct val="125000"/>
              </a:lnSpc>
              <a:spcBef>
                <a:spcPts val="0"/>
              </a:spcBef>
              <a:spcAft>
                <a:spcPts val="1000"/>
              </a:spcAft>
              <a:buClr>
                <a:schemeClr val="dk1"/>
              </a:buClr>
              <a:buSzPts val="1100"/>
              <a:buFont typeface="Arial"/>
              <a:buNone/>
            </a:pPr>
            <a:r>
              <a:rPr lang="en-US" sz="1400" b="0"/>
              <a:t>Every PwC Professional should be mindful of PwC’s commitment to protect the confidentiality and intellectual property of all with whom we conduct business and to uphold the ethical standards set forth in the Code.</a:t>
            </a:r>
          </a:p>
          <a:p>
            <a:pPr>
              <a:lnSpc>
                <a:spcPct val="125000"/>
              </a:lnSpc>
              <a:spcBef>
                <a:spcPts val="0"/>
              </a:spcBef>
              <a:spcAft>
                <a:spcPts val="1000"/>
              </a:spcAft>
              <a:buClr>
                <a:schemeClr val="dk1"/>
              </a:buClr>
              <a:buSzPts val="1100"/>
              <a:buFont typeface="Arial"/>
              <a:buNone/>
            </a:pPr>
            <a:endParaRPr lang="en-US" sz="1400" b="0"/>
          </a:p>
        </p:txBody>
      </p:sp>
      <p:sp>
        <p:nvSpPr>
          <p:cNvPr id="13" name="Google Shape;3316;g1cd0f9620b1_0_20">
            <a:extLst>
              <a:ext uri="{FF2B5EF4-FFF2-40B4-BE49-F238E27FC236}">
                <a16:creationId xmlns:a16="http://schemas.microsoft.com/office/drawing/2014/main" id="{80946180-3A49-535E-64EC-9C363D0EE537}"/>
              </a:ext>
            </a:extLst>
          </p:cNvPr>
          <p:cNvSpPr txBox="1">
            <a:spLocks/>
          </p:cNvSpPr>
          <p:nvPr/>
        </p:nvSpPr>
        <p:spPr>
          <a:xfrm>
            <a:off x="4851663" y="1306830"/>
            <a:ext cx="3240000" cy="4784725"/>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1000"/>
              </a:spcAft>
              <a:buSzPts val="1100"/>
            </a:pPr>
            <a:r>
              <a:rPr lang="en-US" sz="1400" b="0"/>
              <a:t>Social media platforms such as Facebook, Instagram and others </a:t>
            </a:r>
            <a:r>
              <a:rPr lang="en-US" sz="1400" b="0" err="1"/>
              <a:t>utilise</a:t>
            </a:r>
            <a:r>
              <a:rPr lang="en-US" sz="1400" b="0"/>
              <a:t> automatic functions such as geo-tagging and face recognition, which may unintentionally reveal information to the public. Always be mindful about your online activity, even in your personal capacity, especially while on sensitive or high-profile engagements or projects.</a:t>
            </a:r>
          </a:p>
          <a:p>
            <a:pPr>
              <a:lnSpc>
                <a:spcPct val="125000"/>
              </a:lnSpc>
              <a:spcBef>
                <a:spcPts val="0"/>
              </a:spcBef>
              <a:spcAft>
                <a:spcPts val="1000"/>
              </a:spcAft>
              <a:buSzPts val="1100"/>
            </a:pPr>
            <a:r>
              <a:rPr lang="en-US" sz="1400" b="0"/>
              <a:t>Regularly review your privacy settings and consider whom you allow to become your "friend" or part of your "network".</a:t>
            </a:r>
          </a:p>
          <a:p>
            <a:pPr>
              <a:lnSpc>
                <a:spcPct val="125000"/>
              </a:lnSpc>
              <a:spcBef>
                <a:spcPts val="0"/>
              </a:spcBef>
              <a:spcAft>
                <a:spcPts val="1000"/>
              </a:spcAft>
              <a:buSzPts val="1100"/>
            </a:pPr>
            <a:r>
              <a:rPr lang="en-US" sz="1400" b="0"/>
              <a:t>Be careful when joining large chat groups on messaging apps when you do not know the people and cannot control the content, especially when there may be inappropriate postings.</a:t>
            </a:r>
          </a:p>
          <a:p>
            <a:pPr>
              <a:lnSpc>
                <a:spcPct val="125000"/>
              </a:lnSpc>
              <a:spcBef>
                <a:spcPts val="0"/>
              </a:spcBef>
              <a:spcAft>
                <a:spcPts val="1000"/>
              </a:spcAft>
              <a:buClr>
                <a:schemeClr val="dk1"/>
              </a:buClr>
              <a:buSzPts val="1100"/>
              <a:buFont typeface="Arial"/>
              <a:buNone/>
            </a:pPr>
            <a:endParaRPr lang="en-US" sz="1400" b="0"/>
          </a:p>
        </p:txBody>
      </p:sp>
      <p:grpSp>
        <p:nvGrpSpPr>
          <p:cNvPr id="18" name="Group 17">
            <a:extLst>
              <a:ext uri="{FF2B5EF4-FFF2-40B4-BE49-F238E27FC236}">
                <a16:creationId xmlns:a16="http://schemas.microsoft.com/office/drawing/2014/main" id="{A5201EEA-8D93-89E6-7B19-D9A02DCFE5E1}"/>
              </a:ext>
            </a:extLst>
          </p:cNvPr>
          <p:cNvGrpSpPr/>
          <p:nvPr/>
        </p:nvGrpSpPr>
        <p:grpSpPr>
          <a:xfrm>
            <a:off x="368909" y="3922705"/>
            <a:ext cx="342899" cy="342899"/>
            <a:chOff x="6508750" y="1317626"/>
            <a:chExt cx="342899" cy="342899"/>
          </a:xfrm>
        </p:grpSpPr>
        <p:sp>
          <p:nvSpPr>
            <p:cNvPr id="19" name="Rectangle 18">
              <a:extLst>
                <a:ext uri="{FF2B5EF4-FFF2-40B4-BE49-F238E27FC236}">
                  <a16:creationId xmlns:a16="http://schemas.microsoft.com/office/drawing/2014/main" id="{FDCC7383-E9E1-72D3-A576-EC069294F472}"/>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Isosceles Triangle 19">
              <a:extLst>
                <a:ext uri="{FF2B5EF4-FFF2-40B4-BE49-F238E27FC236}">
                  <a16:creationId xmlns:a16="http://schemas.microsoft.com/office/drawing/2014/main" id="{FC05B6D9-B5EA-2429-5A58-6B8A0D301D57}"/>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4" name="Group 23">
            <a:extLst>
              <a:ext uri="{FF2B5EF4-FFF2-40B4-BE49-F238E27FC236}">
                <a16:creationId xmlns:a16="http://schemas.microsoft.com/office/drawing/2014/main" id="{F9E8F268-7387-A68A-BCF4-6215188AFF5A}"/>
              </a:ext>
            </a:extLst>
          </p:cNvPr>
          <p:cNvGrpSpPr/>
          <p:nvPr/>
        </p:nvGrpSpPr>
        <p:grpSpPr>
          <a:xfrm>
            <a:off x="4311439" y="1306830"/>
            <a:ext cx="342899" cy="342899"/>
            <a:chOff x="6508750" y="1317626"/>
            <a:chExt cx="342899" cy="342899"/>
          </a:xfrm>
        </p:grpSpPr>
        <p:sp>
          <p:nvSpPr>
            <p:cNvPr id="25" name="Rectangle 24">
              <a:extLst>
                <a:ext uri="{FF2B5EF4-FFF2-40B4-BE49-F238E27FC236}">
                  <a16:creationId xmlns:a16="http://schemas.microsoft.com/office/drawing/2014/main" id="{22D6EC5D-E665-6544-6C04-FEF7F54ED321}"/>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Isosceles Triangle 25">
              <a:extLst>
                <a:ext uri="{FF2B5EF4-FFF2-40B4-BE49-F238E27FC236}">
                  <a16:creationId xmlns:a16="http://schemas.microsoft.com/office/drawing/2014/main" id="{BD855AA8-E8F7-247F-9A47-E89479806DC9}"/>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7" name="Group 26">
            <a:extLst>
              <a:ext uri="{FF2B5EF4-FFF2-40B4-BE49-F238E27FC236}">
                <a16:creationId xmlns:a16="http://schemas.microsoft.com/office/drawing/2014/main" id="{A49C3C7A-6A8E-2857-2EE7-7F76EFD75B6D}"/>
              </a:ext>
            </a:extLst>
          </p:cNvPr>
          <p:cNvGrpSpPr/>
          <p:nvPr/>
        </p:nvGrpSpPr>
        <p:grpSpPr>
          <a:xfrm>
            <a:off x="4311439" y="3805366"/>
            <a:ext cx="342899" cy="342899"/>
            <a:chOff x="6508750" y="1317626"/>
            <a:chExt cx="342899" cy="342899"/>
          </a:xfrm>
        </p:grpSpPr>
        <p:sp>
          <p:nvSpPr>
            <p:cNvPr id="28" name="Rectangle 27">
              <a:extLst>
                <a:ext uri="{FF2B5EF4-FFF2-40B4-BE49-F238E27FC236}">
                  <a16:creationId xmlns:a16="http://schemas.microsoft.com/office/drawing/2014/main" id="{B5C1E70C-5925-D45C-A1F7-008EE03F30B9}"/>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Isosceles Triangle 28">
              <a:extLst>
                <a:ext uri="{FF2B5EF4-FFF2-40B4-BE49-F238E27FC236}">
                  <a16:creationId xmlns:a16="http://schemas.microsoft.com/office/drawing/2014/main" id="{23D4089A-F1DC-DA00-EC58-B68FFAC48F0A}"/>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30" name="Group 29">
            <a:extLst>
              <a:ext uri="{FF2B5EF4-FFF2-40B4-BE49-F238E27FC236}">
                <a16:creationId xmlns:a16="http://schemas.microsoft.com/office/drawing/2014/main" id="{4F8CDAF0-BB47-BBCD-7B82-C7ADA54F879E}"/>
              </a:ext>
            </a:extLst>
          </p:cNvPr>
          <p:cNvGrpSpPr/>
          <p:nvPr/>
        </p:nvGrpSpPr>
        <p:grpSpPr>
          <a:xfrm>
            <a:off x="4311439" y="4731388"/>
            <a:ext cx="342899" cy="342899"/>
            <a:chOff x="6508750" y="1317626"/>
            <a:chExt cx="342899" cy="342899"/>
          </a:xfrm>
        </p:grpSpPr>
        <p:sp>
          <p:nvSpPr>
            <p:cNvPr id="31" name="Rectangle 30">
              <a:extLst>
                <a:ext uri="{FF2B5EF4-FFF2-40B4-BE49-F238E27FC236}">
                  <a16:creationId xmlns:a16="http://schemas.microsoft.com/office/drawing/2014/main" id="{855CD8AB-D486-B4C7-9581-A549BBFB1ECC}"/>
                </a:ext>
              </a:extLst>
            </p:cNvPr>
            <p:cNvSpPr/>
            <p:nvPr/>
          </p:nvSpPr>
          <p:spPr>
            <a:xfrm>
              <a:off x="6508750" y="1317626"/>
              <a:ext cx="342899" cy="3428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Isosceles Triangle 31">
              <a:extLst>
                <a:ext uri="{FF2B5EF4-FFF2-40B4-BE49-F238E27FC236}">
                  <a16:creationId xmlns:a16="http://schemas.microsoft.com/office/drawing/2014/main" id="{A8726984-03B4-A5A5-B3F7-766D691F93D0}"/>
                </a:ext>
              </a:extLst>
            </p:cNvPr>
            <p:cNvSpPr/>
            <p:nvPr/>
          </p:nvSpPr>
          <p:spPr>
            <a:xfrm rot="5400000">
              <a:off x="6584949" y="1406963"/>
              <a:ext cx="190500" cy="16422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pic>
        <p:nvPicPr>
          <p:cNvPr id="34" name="Picture Placeholder 10">
            <a:extLst>
              <a:ext uri="{FF2B5EF4-FFF2-40B4-BE49-F238E27FC236}">
                <a16:creationId xmlns:a16="http://schemas.microsoft.com/office/drawing/2014/main" id="{DD783C12-C622-D6A1-D82B-4DB5003F4746}"/>
              </a:ext>
            </a:extLst>
          </p:cNvPr>
          <p:cNvPicPr>
            <a:picLocks noChangeAspect="1"/>
          </p:cNvPicPr>
          <p:nvPr/>
        </p:nvPicPr>
        <p:blipFill>
          <a:blip r:embed="rId2">
            <a:extLst>
              <a:ext uri="{28A0092B-C50C-407E-A947-70E740481C1C}">
                <a14:useLocalDpi xmlns:a14="http://schemas.microsoft.com/office/drawing/2010/main" val="0"/>
              </a:ext>
            </a:extLst>
          </a:blip>
          <a:srcRect l="39214" t="10397" r="5761" b="592"/>
          <a:stretch>
            <a:fillRect/>
          </a:stretch>
        </p:blipFill>
        <p:spPr>
          <a:xfrm>
            <a:off x="8447119" y="1306830"/>
            <a:ext cx="3374818" cy="4626012"/>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rgbClr val="EBEBEB"/>
          </a:solidFill>
        </p:spPr>
      </p:pic>
    </p:spTree>
    <p:extLst>
      <p:ext uri="{BB962C8B-B14F-4D97-AF65-F5344CB8AC3E}">
        <p14:creationId xmlns:p14="http://schemas.microsoft.com/office/powerpoint/2010/main" val="3312704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04C5-AFBA-BE4C-134E-7756D4A172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A8807A-923C-B6E3-6D26-F2C3CDD2DD70}"/>
              </a:ext>
            </a:extLst>
          </p:cNvPr>
          <p:cNvSpPr>
            <a:spLocks noGrp="1"/>
          </p:cNvSpPr>
          <p:nvPr>
            <p:ph type="ctrTitle"/>
          </p:nvPr>
        </p:nvSpPr>
        <p:spPr/>
        <p:txBody>
          <a:bodyPr/>
          <a:lstStyle/>
          <a:p>
            <a:r>
              <a:rPr lang="en-GB" noProof="0"/>
              <a:t>Thank you</a:t>
            </a:r>
          </a:p>
        </p:txBody>
      </p:sp>
      <p:sp>
        <p:nvSpPr>
          <p:cNvPr id="3" name="Subtitle 2">
            <a:extLst>
              <a:ext uri="{FF2B5EF4-FFF2-40B4-BE49-F238E27FC236}">
                <a16:creationId xmlns:a16="http://schemas.microsoft.com/office/drawing/2014/main" id="{DBDA37F8-FB69-F40D-C722-9FB3FE942EFF}"/>
              </a:ext>
            </a:extLst>
          </p:cNvPr>
          <p:cNvSpPr>
            <a:spLocks noGrp="1"/>
          </p:cNvSpPr>
          <p:nvPr>
            <p:ph type="subTitle" idx="1"/>
          </p:nvPr>
        </p:nvSpPr>
        <p:spPr/>
        <p:txBody>
          <a:bodyPr/>
          <a:lstStyle/>
          <a:p>
            <a:r>
              <a:rPr lang="en-US">
                <a:latin typeface="+mn-lt"/>
                <a:sym typeface="Arial"/>
              </a:rPr>
              <a:t>© 2026 PwC. All rights reserved. Not for further distribution without the permission of PwC. "PwC" refers to the network of member firms of PricewaterhouseCoopers International Limited (</a:t>
            </a:r>
            <a:r>
              <a:rPr lang="en-US" err="1">
                <a:latin typeface="+mn-lt"/>
                <a:sym typeface="Arial"/>
              </a:rPr>
              <a:t>PwCIL</a:t>
            </a:r>
            <a:r>
              <a:rPr lang="en-US">
                <a:latin typeface="+mn-lt"/>
                <a:sym typeface="Arial"/>
              </a:rPr>
              <a:t>), or, as the context requires, individual member firms of the PwC network. Each member firm is a separate legal entity and does not act as agent of </a:t>
            </a:r>
            <a:r>
              <a:rPr lang="en-US" err="1">
                <a:latin typeface="+mn-lt"/>
                <a:sym typeface="Arial"/>
              </a:rPr>
              <a:t>PwCIL</a:t>
            </a:r>
            <a:r>
              <a:rPr lang="en-US">
                <a:latin typeface="+mn-lt"/>
                <a:sym typeface="Arial"/>
              </a:rPr>
              <a:t> or any other member firm. </a:t>
            </a:r>
            <a:r>
              <a:rPr lang="en-US" err="1">
                <a:latin typeface="+mn-lt"/>
                <a:sym typeface="Arial"/>
              </a:rPr>
              <a:t>PwCIL</a:t>
            </a:r>
            <a:r>
              <a:rPr lang="en-US">
                <a:latin typeface="+mn-lt"/>
                <a:sym typeface="Arial"/>
              </a:rPr>
              <a:t> does not provide any services to clients. </a:t>
            </a:r>
            <a:r>
              <a:rPr lang="en-US" err="1">
                <a:latin typeface="+mn-lt"/>
                <a:sym typeface="Arial"/>
              </a:rPr>
              <a:t>PwCIL</a:t>
            </a:r>
            <a:r>
              <a:rPr lang="en-US">
                <a:latin typeface="+mn-lt"/>
                <a:sym typeface="Arial"/>
              </a:rPr>
              <a:t> is not responsible or liable for the acts or omissions of any of its member firms nor can it control the exercise of their professional judgment or bind them in any way. No member firm is responsible or liable for the acts or omissions of any other member firm nor can it control the exercise of another member firm's professional judgment or bind another member firm or </a:t>
            </a:r>
            <a:r>
              <a:rPr lang="en-US" err="1">
                <a:latin typeface="+mn-lt"/>
                <a:sym typeface="Arial"/>
              </a:rPr>
              <a:t>PwCIL</a:t>
            </a:r>
            <a:r>
              <a:rPr lang="en-US">
                <a:latin typeface="+mn-lt"/>
                <a:sym typeface="Arial"/>
              </a:rPr>
              <a:t> in any way.</a:t>
            </a:r>
          </a:p>
        </p:txBody>
      </p:sp>
    </p:spTree>
    <p:extLst>
      <p:ext uri="{BB962C8B-B14F-4D97-AF65-F5344CB8AC3E}">
        <p14:creationId xmlns:p14="http://schemas.microsoft.com/office/powerpoint/2010/main" val="55575978"/>
      </p:ext>
    </p:extLst>
  </p:cSld>
  <p:clrMapOvr>
    <a:masterClrMapping/>
  </p:clrMapOvr>
</p:sld>
</file>

<file path=ppt/theme/theme1.xml><?xml version="1.0" encoding="utf-8"?>
<a:theme xmlns:a="http://schemas.openxmlformats.org/drawingml/2006/main" name="1_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7A6667E3-8F35-8049-97F2-2ABB7853D11F}" vid="{9EF29C9F-F5ED-C744-B55F-055EBB5FAD70}"/>
    </a:ext>
  </a:extLst>
</a:theme>
</file>

<file path=ppt/theme/theme2.xml><?xml version="1.0" encoding="utf-8"?>
<a:theme xmlns:a="http://schemas.openxmlformats.org/drawingml/2006/main" name="2_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covers" id="{114AFA80-972D-F244-B450-983353C82AD3}" vid="{DDF55B33-5E29-2B4E-BE71-94507E714F4F}"/>
    </a:ext>
  </a:extLst>
</a:theme>
</file>

<file path=ppt/theme/theme3.xml><?xml version="1.0" encoding="utf-8"?>
<a:theme xmlns:a="http://schemas.openxmlformats.org/drawingml/2006/main" name="4_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7A6667E3-8F35-8049-97F2-2ABB7853D11F}" vid="{9EF29C9F-F5ED-C744-B55F-055EBB5FAD70}"/>
    </a:ext>
  </a:extLst>
</a:theme>
</file>

<file path=ppt/theme/theme4.xml><?xml version="1.0" encoding="utf-8"?>
<a:theme xmlns:a="http://schemas.openxmlformats.org/drawingml/2006/main" name="5_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graphic_elements_level1" id="{04148234-A684-9840-8CDA-3259366F5183}" vid="{45FE2FEE-8C01-E84E-83E9-DDC90B0812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D26D05D9E76784389331D128FBB662F" ma:contentTypeVersion="11" ma:contentTypeDescription="Create a new document." ma:contentTypeScope="" ma:versionID="db1ff85b90d27bc7f15e0d7d10fb999c">
  <xsd:schema xmlns:xsd="http://www.w3.org/2001/XMLSchema" xmlns:xs="http://www.w3.org/2001/XMLSchema" xmlns:p="http://schemas.microsoft.com/office/2006/metadata/properties" xmlns:ns2="97e8b437-35a7-403d-b441-9a58c785291c" xmlns:ns3="3a9c51b2-9e0f-4bc2-9910-ef1614313984" targetNamespace="http://schemas.microsoft.com/office/2006/metadata/properties" ma:root="true" ma:fieldsID="abe7f5b73667b9bde4227a8167c12125" ns2:_="" ns3:_="">
    <xsd:import namespace="97e8b437-35a7-403d-b441-9a58c785291c"/>
    <xsd:import namespace="3a9c51b2-9e0f-4bc2-9910-ef1614313984"/>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e8b437-35a7-403d-b441-9a58c785291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7" nillable="true" ma:displayName="Taxonomy Catch All Column" ma:hidden="true" ma:list="{d6caf6a9-a355-43e7-a37c-ae4de4ef2ab5}" ma:internalName="TaxCatchAll" ma:showField="CatchAllData" ma:web="97e8b437-35a7-403d-b441-9a58c785291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a9c51b2-9e0f-4bc2-9910-ef161431398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7e8b437-35a7-403d-b441-9a58c785291c" xsi:nil="true"/>
    <lcf76f155ced4ddcb4097134ff3c332f xmlns="3a9c51b2-9e0f-4bc2-9910-ef1614313984">
      <Terms xmlns="http://schemas.microsoft.com/office/infopath/2007/PartnerControls"/>
    </lcf76f155ced4ddcb4097134ff3c332f>
    <_dlc_DocId xmlns="97e8b437-35a7-403d-b441-9a58c785291c">EWEH37SXK6E7-1222720316-887</_dlc_DocId>
    <_dlc_DocIdUrl xmlns="97e8b437-35a7-403d-b441-9a58c785291c">
      <Url>https://polpwc.sharepoint.com/sites/KZ-SD-0AHD0o_jXjSKtUk9PVA/_layouts/15/DocIdRedir.aspx?ID=EWEH37SXK6E7-1222720316-887</Url>
      <Description>EWEH37SXK6E7-1222720316-887</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0C265105-FE1D-453C-BB54-B143C57411F1}">
  <ds:schemaRefs>
    <ds:schemaRef ds:uri="http://schemas.microsoft.com/sharepoint/v3/contenttype/forms"/>
  </ds:schemaRefs>
</ds:datastoreItem>
</file>

<file path=customXml/itemProps2.xml><?xml version="1.0" encoding="utf-8"?>
<ds:datastoreItem xmlns:ds="http://schemas.openxmlformats.org/officeDocument/2006/customXml" ds:itemID="{A83DC76F-E6CB-4794-AB51-A814C4A033D5}"/>
</file>

<file path=customXml/itemProps3.xml><?xml version="1.0" encoding="utf-8"?>
<ds:datastoreItem xmlns:ds="http://schemas.openxmlformats.org/officeDocument/2006/customXml" ds:itemID="{FA758F2C-2961-4F3E-AF6C-A7AAF8C806B2}">
  <ds:schemaRefs>
    <ds:schemaRef ds:uri="8ca74ca8-7f6e-4540-bd23-28d8a9f97d31"/>
    <ds:schemaRef ds:uri="b0225214-58e5-4003-bf7d-3e7bd6b328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E0D97DCC-28B5-4D4E-BFD8-FC3E5FFB49F1}"/>
</file>

<file path=docProps/app.xml><?xml version="1.0" encoding="utf-8"?>
<Properties xmlns="http://schemas.openxmlformats.org/officeDocument/2006/extended-properties" xmlns:vt="http://schemas.openxmlformats.org/officeDocument/2006/docPropsVTypes">
  <Template>PwC_ppt_template</Template>
  <Application>Microsoft Office PowerPoint</Application>
  <PresentationFormat>Widescreen</PresentationFormat>
  <Slides>25</Slides>
  <Notes>9</Notes>
  <HiddenSlides>0</HiddenSlides>
  <ScaleCrop>false</ScaleCrop>
  <HeadingPairs>
    <vt:vector size="4" baseType="variant">
      <vt:variant>
        <vt:lpstr>Theme</vt:lpstr>
      </vt:variant>
      <vt:variant>
        <vt:i4>4</vt:i4>
      </vt:variant>
      <vt:variant>
        <vt:lpstr>Slide Titles</vt:lpstr>
      </vt:variant>
      <vt:variant>
        <vt:i4>25</vt:i4>
      </vt:variant>
    </vt:vector>
  </HeadingPairs>
  <TitlesOfParts>
    <vt:vector size="29" baseType="lpstr">
      <vt:lpstr>1_PwC Slide Master</vt:lpstr>
      <vt:lpstr>2_PwC Slide Master</vt:lpstr>
      <vt:lpstr>4_PwC Slide Master</vt:lpstr>
      <vt:lpstr>5_PwC Slide Master</vt:lpstr>
      <vt:lpstr>PwC Brand Guidelines </vt:lpstr>
      <vt:lpstr>Marketing and Communications team</vt:lpstr>
      <vt:lpstr>Compliance with brand standards matters</vt:lpstr>
      <vt:lpstr>Brand name &amp;  Guidelines</vt:lpstr>
      <vt:lpstr>Our Name</vt:lpstr>
      <vt:lpstr>The logo</vt:lpstr>
      <vt:lpstr>Colour palette</vt:lpstr>
      <vt:lpstr>Fonts </vt:lpstr>
      <vt:lpstr>Our PwC personality and tone of voice tactics</vt:lpstr>
      <vt:lpstr>Our tone of Voice in action</vt:lpstr>
      <vt:lpstr>Tone of Voice Validator in M365 Copilot</vt:lpstr>
      <vt:lpstr>White paper approach </vt:lpstr>
      <vt:lpstr> Corporate Sustainability</vt:lpstr>
      <vt:lpstr>Community commitment</vt:lpstr>
      <vt:lpstr>Net Zero Commitment </vt:lpstr>
      <vt:lpstr>Client Experience</vt:lpstr>
      <vt:lpstr>Co-branding types:</vt:lpstr>
      <vt:lpstr>Salesforce – PwC CRM system</vt:lpstr>
      <vt:lpstr>Client Feedback Tool</vt:lpstr>
      <vt:lpstr>Templates &amp; Resources</vt:lpstr>
      <vt:lpstr>Templates embedded in PowerPoint and Word</vt:lpstr>
      <vt:lpstr>Resources</vt:lpstr>
      <vt:lpstr>Guidance on the Use of Social Media</vt:lpstr>
      <vt:lpstr>Guidance on the Use of Social Media</vt:lpstr>
      <vt:lpstr>Thank you</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Mariya Krasnoyarova (KZ)</dc:creator>
  <cp:revision>2</cp:revision>
  <dcterms:created xsi:type="dcterms:W3CDTF">2025-06-03T04:24:30Z</dcterms:created>
  <dcterms:modified xsi:type="dcterms:W3CDTF">2026-08-28T07:45:35Z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0x0101008D26D05D9E76784389331D128FBB662F</vt:lpwstr>
  </property>
  <property fmtid="{D5CDD505-2E9C-101B-9397-08002B2CF9AE}" pid="3" name="MediaServiceImageTags">
    <vt:lpwstr/>
  </property>
  <property fmtid="{D5CDD505-2E9C-101B-9397-08002B2CF9AE}" pid="4" name="_dlc_DocIdItemGuid">
    <vt:lpwstr>9b03e65b-6a16-4c54-aa28-8ba535839a7c</vt:lpwstr>
  </property>
</Properties>
</file>